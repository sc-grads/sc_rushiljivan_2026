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customXml/itemProps27.xml" ContentType="application/vnd.openxmlformats-officedocument.customXmlProperties+xml"/>
  <Override PartName="/customXml/itemProps28.xml" ContentType="application/vnd.openxmlformats-officedocument.customXmlProperties+xml"/>
  <Override PartName="/customXml/itemProps29.xml" ContentType="application/vnd.openxmlformats-officedocument.customXmlProperties+xml"/>
  <Override PartName="/customXml/itemProps30.xml" ContentType="application/vnd.openxmlformats-officedocument.customXmlProperties+xml"/>
  <Override PartName="/customXml/itemProps31.xml" ContentType="application/vnd.openxmlformats-officedocument.customXmlProperties+xml"/>
  <Override PartName="/customXml/itemProps32.xml" ContentType="application/vnd.openxmlformats-officedocument.customXmlProperties+xml"/>
  <Override PartName="/customXml/itemProps33.xml" ContentType="application/vnd.openxmlformats-officedocument.customXmlProperties+xml"/>
  <Override PartName="/customXml/itemProps34.xml" ContentType="application/vnd.openxmlformats-officedocument.customXmlProperties+xml"/>
  <Override PartName="/customXml/itemProps35.xml" ContentType="application/vnd.openxmlformats-officedocument.customXmlProperties+xml"/>
  <Override PartName="/customXml/itemProps36.xml" ContentType="application/vnd.openxmlformats-officedocument.customXmlProperties+xml"/>
  <Override PartName="/customXml/itemProps37.xml" ContentType="application/vnd.openxmlformats-officedocument.customXmlProperties+xml"/>
  <Override PartName="/customXml/itemProps38.xml" ContentType="application/vnd.openxmlformats-officedocument.customXmlProperties+xml"/>
  <Override PartName="/customXml/itemProps39.xml" ContentType="application/vnd.openxmlformats-officedocument.customXmlProperties+xml"/>
  <Override PartName="/customXml/itemProps40.xml" ContentType="application/vnd.openxmlformats-officedocument.customXmlProperties+xml"/>
  <Override PartName="/customXml/itemProps41.xml" ContentType="application/vnd.openxmlformats-officedocument.customXmlProperties+xml"/>
  <Override PartName="/customXml/itemProps42.xml" ContentType="application/vnd.openxmlformats-officedocument.customXmlProperties+xml"/>
  <Override PartName="/customXml/itemProps43.xml" ContentType="application/vnd.openxmlformats-officedocument.customXmlProperties+xml"/>
  <Override PartName="/customXml/itemProps44.xml" ContentType="application/vnd.openxmlformats-officedocument.customXmlProperties+xml"/>
  <Override PartName="/customXml/itemProps45.xml" ContentType="application/vnd.openxmlformats-officedocument.customXmlProperties+xml"/>
  <Override PartName="/customXml/itemProps46.xml" ContentType="application/vnd.openxmlformats-officedocument.customXmlProperties+xml"/>
  <Override PartName="/customXml/itemProps47.xml" ContentType="application/vnd.openxmlformats-officedocument.customXmlProperties+xml"/>
  <Override PartName="/customXml/itemProps48.xml" ContentType="application/vnd.openxmlformats-officedocument.customXmlProperties+xml"/>
  <Override PartName="/customXml/itemProps49.xml" ContentType="application/vnd.openxmlformats-officedocument.customXmlProperties+xml"/>
  <Override PartName="/customXml/itemProps50.xml" ContentType="application/vnd.openxmlformats-officedocument.customXmlProperties+xml"/>
  <Override PartName="/customXml/itemProps51.xml" ContentType="application/vnd.openxmlformats-officedocument.customXmlProperties+xml"/>
  <Override PartName="/customXml/itemProps52.xml" ContentType="application/vnd.openxmlformats-officedocument.customXmlProperties+xml"/>
  <Override PartName="/customXml/itemProps53.xml" ContentType="application/vnd.openxmlformats-officedocument.customXmlProperties+xml"/>
  <Override PartName="/customXml/itemProps54.xml" ContentType="application/vnd.openxmlformats-officedocument.customXmlProperties+xml"/>
  <Override PartName="/customXml/itemProps55.xml" ContentType="application/vnd.openxmlformats-officedocument.customXmlProperties+xml"/>
  <Override PartName="/customXml/itemProps56.xml" ContentType="application/vnd.openxmlformats-officedocument.customXmlProperties+xml"/>
  <Override PartName="/customXml/itemProps57.xml" ContentType="application/vnd.openxmlformats-officedocument.customXmlProperties+xml"/>
  <Override PartName="/customXml/itemProps58.xml" ContentType="application/vnd.openxmlformats-officedocument.customXmlProperties+xml"/>
  <Override PartName="/customXml/itemProps59.xml" ContentType="application/vnd.openxmlformats-officedocument.customXmlProperties+xml"/>
  <Override PartName="/customXml/itemProps60.xml" ContentType="application/vnd.openxmlformats-officedocument.customXmlProperties+xml"/>
  <Override PartName="/customXml/itemProps61.xml" ContentType="application/vnd.openxmlformats-officedocument.customXmlProperties+xml"/>
  <Override PartName="/customXml/itemProps62.xml" ContentType="application/vnd.openxmlformats-officedocument.customXmlProperties+xml"/>
  <Override PartName="/customXml/itemProps63.xml" ContentType="application/vnd.openxmlformats-officedocument.customXmlProperties+xml"/>
  <Override PartName="/customXml/itemProps64.xml" ContentType="application/vnd.openxmlformats-officedocument.customXmlProperties+xml"/>
  <Override PartName="/customXml/itemProps65.xml" ContentType="application/vnd.openxmlformats-officedocument.customXmlProperties+xml"/>
  <Override PartName="/customXml/itemProps66.xml" ContentType="application/vnd.openxmlformats-officedocument.customXmlProperties+xml"/>
  <Override PartName="/customXml/itemProps67.xml" ContentType="application/vnd.openxmlformats-officedocument.customXmlProperties+xml"/>
  <Override PartName="/customXml/itemProps68.xml" ContentType="application/vnd.openxmlformats-officedocument.customXmlProperties+xml"/>
  <Override PartName="/customXml/itemProps69.xml" ContentType="application/vnd.openxmlformats-officedocument.customXmlProperties+xml"/>
  <Override PartName="/customXml/itemProps70.xml" ContentType="application/vnd.openxmlformats-officedocument.customXmlProperties+xml"/>
  <Override PartName="/customXml/itemProps71.xml" ContentType="application/vnd.openxmlformats-officedocument.customXmlProperties+xml"/>
  <Override PartName="/customXml/itemProps72.xml" ContentType="application/vnd.openxmlformats-officedocument.customXmlProperties+xml"/>
  <Override PartName="/customXml/itemProps73.xml" ContentType="application/vnd.openxmlformats-officedocument.customXmlProperties+xml"/>
  <Override PartName="/customXml/itemProps74.xml" ContentType="application/vnd.openxmlformats-officedocument.customXmlProperties+xml"/>
  <Override PartName="/customXml/itemProps75.xml" ContentType="application/vnd.openxmlformats-officedocument.customXmlProperties+xml"/>
  <Override PartName="/customXml/itemProps76.xml" ContentType="application/vnd.openxmlformats-officedocument.customXmlProperties+xml"/>
  <Override PartName="/customXml/itemProps77.xml" ContentType="application/vnd.openxmlformats-officedocument.customXmlProperties+xml"/>
  <Override PartName="/customXml/itemProps78.xml" ContentType="application/vnd.openxmlformats-officedocument.customXmlProperties+xml"/>
  <Override PartName="/customXml/itemProps79.xml" ContentType="application/vnd.openxmlformats-officedocument.customXmlProperties+xml"/>
  <Override PartName="/customXml/itemProps80.xml" ContentType="application/vnd.openxmlformats-officedocument.customXmlProperties+xml"/>
  <Override PartName="/customXml/itemProps81.xml" ContentType="application/vnd.openxmlformats-officedocument.customXmlProperties+xml"/>
  <Override PartName="/customXml/itemProps82.xml" ContentType="application/vnd.openxmlformats-officedocument.customXmlProperties+xml"/>
  <Override PartName="/customXml/itemProps83.xml" ContentType="application/vnd.openxmlformats-officedocument.customXmlProperties+xml"/>
  <Override PartName="/customXml/itemProps84.xml" ContentType="application/vnd.openxmlformats-officedocument.customXmlProperties+xml"/>
  <Override PartName="/customXml/itemProps85.xml" ContentType="application/vnd.openxmlformats-officedocument.customXmlProperties+xml"/>
  <Override PartName="/customXml/itemProps86.xml" ContentType="application/vnd.openxmlformats-officedocument.customXmlProperties+xml"/>
  <Override PartName="/customXml/itemProps87.xml" ContentType="application/vnd.openxmlformats-officedocument.customXmlProperties+xml"/>
  <Override PartName="/customXml/itemProps88.xml" ContentType="application/vnd.openxmlformats-officedocument.customXmlProperties+xml"/>
  <Override PartName="/customXml/itemProps89.xml" ContentType="application/vnd.openxmlformats-officedocument.customXmlProperties+xml"/>
  <Override PartName="/customXml/itemProps90.xml" ContentType="application/vnd.openxmlformats-officedocument.customXmlProperties+xml"/>
  <Override PartName="/customXml/itemProps91.xml" ContentType="application/vnd.openxmlformats-officedocument.customXmlProperties+xml"/>
  <Override PartName="/customXml/itemProps92.xml" ContentType="application/vnd.openxmlformats-officedocument.customXmlProperties+xml"/>
  <Override PartName="/customXml/itemProps93.xml" ContentType="application/vnd.openxmlformats-officedocument.customXmlProperties+xml"/>
  <Override PartName="/customXml/itemProps94.xml" ContentType="application/vnd.openxmlformats-officedocument.customXmlProperties+xml"/>
  <Override PartName="/customXml/itemProps95.xml" ContentType="application/vnd.openxmlformats-officedocument.customXmlProperties+xml"/>
  <Override PartName="/customXml/itemProps96.xml" ContentType="application/vnd.openxmlformats-officedocument.customXmlProperties+xml"/>
  <Override PartName="/customXml/itemProps97.xml" ContentType="application/vnd.openxmlformats-officedocument.customXmlProperties+xml"/>
  <Override PartName="/customXml/itemProps98.xml" ContentType="application/vnd.openxmlformats-officedocument.customXmlProperties+xml"/>
  <Override PartName="/customXml/itemProps99.xml" ContentType="application/vnd.openxmlformats-officedocument.customXmlProperties+xml"/>
  <Override PartName="/customXml/itemProps100.xml" ContentType="application/vnd.openxmlformats-officedocument.customXmlProperties+xml"/>
  <Override PartName="/customXml/itemProps101.xml" ContentType="application/vnd.openxmlformats-officedocument.customXmlProperties+xml"/>
  <Override PartName="/customXml/itemProps102.xml" ContentType="application/vnd.openxmlformats-officedocument.customXmlProperties+xml"/>
  <Override PartName="/customXml/itemProps103.xml" ContentType="application/vnd.openxmlformats-officedocument.customXmlProperties+xml"/>
  <Override PartName="/customXml/itemProps104.xml" ContentType="application/vnd.openxmlformats-officedocument.customXmlProperties+xml"/>
  <Override PartName="/customXml/itemProps105.xml" ContentType="application/vnd.openxmlformats-officedocument.customXmlProperties+xml"/>
  <Override PartName="/customXml/itemProps106.xml" ContentType="application/vnd.openxmlformats-officedocument.customXmlProperties+xml"/>
  <Override PartName="/customXml/itemProps107.xml" ContentType="application/vnd.openxmlformats-officedocument.customXmlProperties+xml"/>
  <Override PartName="/customXml/itemProps108.xml" ContentType="application/vnd.openxmlformats-officedocument.customXmlProperties+xml"/>
  <Override PartName="/customXml/itemProps109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10"/>
    <p:sldMasterId id="2147483988" r:id="rId111"/>
    <p:sldMasterId id="2147484013" r:id="rId112"/>
  </p:sldMasterIdLst>
  <p:notesMasterIdLst>
    <p:notesMasterId r:id="rId123"/>
  </p:notesMasterIdLst>
  <p:handoutMasterIdLst>
    <p:handoutMasterId r:id="rId124"/>
  </p:handoutMasterIdLst>
  <p:sldIdLst>
    <p:sldId id="2147309011" r:id="rId113"/>
    <p:sldId id="2147309012" r:id="rId114"/>
    <p:sldId id="2147309015" r:id="rId115"/>
    <p:sldId id="2147309014" r:id="rId116"/>
    <p:sldId id="2147309140" r:id="rId117"/>
    <p:sldId id="2147309141" r:id="rId118"/>
    <p:sldId id="2147309137" r:id="rId119"/>
    <p:sldId id="2147309138" r:id="rId120"/>
    <p:sldId id="2147309139" r:id="rId121"/>
    <p:sldId id="2147309075" r:id="rId1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2853"/>
    <a:srgbClr val="CDE1FF"/>
    <a:srgbClr val="A6A6A6"/>
    <a:srgbClr val="80C6E2"/>
    <a:srgbClr val="8BBE00"/>
    <a:srgbClr val="0056AE"/>
    <a:srgbClr val="8AC4FF"/>
    <a:srgbClr val="CC66FF"/>
    <a:srgbClr val="FDB4D0"/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DAFDB8-7C6B-46C2-8A12-8BB81D09C43D}" v="3" dt="2026-08-17T12:48:35.5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5.xml"/><Relationship Id="rId21" Type="http://schemas.openxmlformats.org/officeDocument/2006/relationships/customXml" Target="../customXml/item21.xml"/><Relationship Id="rId42" Type="http://schemas.openxmlformats.org/officeDocument/2006/relationships/customXml" Target="../customXml/item42.xml"/><Relationship Id="rId47" Type="http://schemas.openxmlformats.org/officeDocument/2006/relationships/customXml" Target="../customXml/item47.xml"/><Relationship Id="rId63" Type="http://schemas.openxmlformats.org/officeDocument/2006/relationships/customXml" Target="../customXml/item63.xml"/><Relationship Id="rId68" Type="http://schemas.openxmlformats.org/officeDocument/2006/relationships/customXml" Target="../customXml/item68.xml"/><Relationship Id="rId84" Type="http://schemas.openxmlformats.org/officeDocument/2006/relationships/customXml" Target="../customXml/item84.xml"/><Relationship Id="rId89" Type="http://schemas.openxmlformats.org/officeDocument/2006/relationships/customXml" Target="../customXml/item89.xml"/><Relationship Id="rId112" Type="http://schemas.openxmlformats.org/officeDocument/2006/relationships/slideMaster" Target="slideMasters/slideMaster3.xml"/><Relationship Id="rId16" Type="http://schemas.openxmlformats.org/officeDocument/2006/relationships/customXml" Target="../customXml/item16.xml"/><Relationship Id="rId107" Type="http://schemas.openxmlformats.org/officeDocument/2006/relationships/customXml" Target="../customXml/item107.xml"/><Relationship Id="rId11" Type="http://schemas.openxmlformats.org/officeDocument/2006/relationships/customXml" Target="../customXml/item11.xml"/><Relationship Id="rId32" Type="http://schemas.openxmlformats.org/officeDocument/2006/relationships/customXml" Target="../customXml/item32.xml"/><Relationship Id="rId37" Type="http://schemas.openxmlformats.org/officeDocument/2006/relationships/customXml" Target="../customXml/item37.xml"/><Relationship Id="rId53" Type="http://schemas.openxmlformats.org/officeDocument/2006/relationships/customXml" Target="../customXml/item53.xml"/><Relationship Id="rId58" Type="http://schemas.openxmlformats.org/officeDocument/2006/relationships/customXml" Target="../customXml/item58.xml"/><Relationship Id="rId74" Type="http://schemas.openxmlformats.org/officeDocument/2006/relationships/customXml" Target="../customXml/item74.xml"/><Relationship Id="rId79" Type="http://schemas.openxmlformats.org/officeDocument/2006/relationships/customXml" Target="../customXml/item79.xml"/><Relationship Id="rId102" Type="http://schemas.openxmlformats.org/officeDocument/2006/relationships/customXml" Target="../customXml/item102.xml"/><Relationship Id="rId123" Type="http://schemas.openxmlformats.org/officeDocument/2006/relationships/notesMaster" Target="notesMasters/notesMaster1.xml"/><Relationship Id="rId128" Type="http://schemas.openxmlformats.org/officeDocument/2006/relationships/tableStyles" Target="tableStyles.xml"/><Relationship Id="rId5" Type="http://schemas.openxmlformats.org/officeDocument/2006/relationships/customXml" Target="../customXml/item5.xml"/><Relationship Id="rId90" Type="http://schemas.openxmlformats.org/officeDocument/2006/relationships/customXml" Target="../customXml/item90.xml"/><Relationship Id="rId95" Type="http://schemas.openxmlformats.org/officeDocument/2006/relationships/customXml" Target="../customXml/item95.xml"/><Relationship Id="rId22" Type="http://schemas.openxmlformats.org/officeDocument/2006/relationships/customXml" Target="../customXml/item22.xml"/><Relationship Id="rId27" Type="http://schemas.openxmlformats.org/officeDocument/2006/relationships/customXml" Target="../customXml/item27.xml"/><Relationship Id="rId43" Type="http://schemas.openxmlformats.org/officeDocument/2006/relationships/customXml" Target="../customXml/item43.xml"/><Relationship Id="rId48" Type="http://schemas.openxmlformats.org/officeDocument/2006/relationships/customXml" Target="../customXml/item48.xml"/><Relationship Id="rId64" Type="http://schemas.openxmlformats.org/officeDocument/2006/relationships/customXml" Target="../customXml/item64.xml"/><Relationship Id="rId69" Type="http://schemas.openxmlformats.org/officeDocument/2006/relationships/customXml" Target="../customXml/item69.xml"/><Relationship Id="rId113" Type="http://schemas.openxmlformats.org/officeDocument/2006/relationships/slide" Target="slides/slide1.xml"/><Relationship Id="rId118" Type="http://schemas.openxmlformats.org/officeDocument/2006/relationships/slide" Target="slides/slide6.xml"/><Relationship Id="rId80" Type="http://schemas.openxmlformats.org/officeDocument/2006/relationships/customXml" Target="../customXml/item80.xml"/><Relationship Id="rId85" Type="http://schemas.openxmlformats.org/officeDocument/2006/relationships/customXml" Target="../customXml/item85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33" Type="http://schemas.openxmlformats.org/officeDocument/2006/relationships/customXml" Target="../customXml/item33.xml"/><Relationship Id="rId38" Type="http://schemas.openxmlformats.org/officeDocument/2006/relationships/customXml" Target="../customXml/item38.xml"/><Relationship Id="rId59" Type="http://schemas.openxmlformats.org/officeDocument/2006/relationships/customXml" Target="../customXml/item59.xml"/><Relationship Id="rId103" Type="http://schemas.openxmlformats.org/officeDocument/2006/relationships/customXml" Target="../customXml/item103.xml"/><Relationship Id="rId108" Type="http://schemas.openxmlformats.org/officeDocument/2006/relationships/customXml" Target="../customXml/item108.xml"/><Relationship Id="rId124" Type="http://schemas.openxmlformats.org/officeDocument/2006/relationships/handoutMaster" Target="handoutMasters/handoutMaster1.xml"/><Relationship Id="rId129" Type="http://schemas.microsoft.com/office/2016/11/relationships/changesInfo" Target="changesInfos/changesInfo1.xml"/><Relationship Id="rId54" Type="http://schemas.openxmlformats.org/officeDocument/2006/relationships/customXml" Target="../customXml/item54.xml"/><Relationship Id="rId70" Type="http://schemas.openxmlformats.org/officeDocument/2006/relationships/customXml" Target="../customXml/item70.xml"/><Relationship Id="rId75" Type="http://schemas.openxmlformats.org/officeDocument/2006/relationships/customXml" Target="../customXml/item75.xml"/><Relationship Id="rId91" Type="http://schemas.openxmlformats.org/officeDocument/2006/relationships/customXml" Target="../customXml/item91.xml"/><Relationship Id="rId96" Type="http://schemas.openxmlformats.org/officeDocument/2006/relationships/customXml" Target="../customXml/item96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23" Type="http://schemas.openxmlformats.org/officeDocument/2006/relationships/customXml" Target="../customXml/item23.xml"/><Relationship Id="rId28" Type="http://schemas.openxmlformats.org/officeDocument/2006/relationships/customXml" Target="../customXml/item28.xml"/><Relationship Id="rId49" Type="http://schemas.openxmlformats.org/officeDocument/2006/relationships/customXml" Target="../customXml/item49.xml"/><Relationship Id="rId114" Type="http://schemas.openxmlformats.org/officeDocument/2006/relationships/slide" Target="slides/slide2.xml"/><Relationship Id="rId119" Type="http://schemas.openxmlformats.org/officeDocument/2006/relationships/slide" Target="slides/slide7.xml"/><Relationship Id="rId44" Type="http://schemas.openxmlformats.org/officeDocument/2006/relationships/customXml" Target="../customXml/item44.xml"/><Relationship Id="rId60" Type="http://schemas.openxmlformats.org/officeDocument/2006/relationships/customXml" Target="../customXml/item60.xml"/><Relationship Id="rId65" Type="http://schemas.openxmlformats.org/officeDocument/2006/relationships/customXml" Target="../customXml/item65.xml"/><Relationship Id="rId81" Type="http://schemas.openxmlformats.org/officeDocument/2006/relationships/customXml" Target="../customXml/item81.xml"/><Relationship Id="rId86" Type="http://schemas.openxmlformats.org/officeDocument/2006/relationships/customXml" Target="../customXml/item86.xml"/><Relationship Id="rId130" Type="http://schemas.microsoft.com/office/2015/10/relationships/revisionInfo" Target="revisionInfo.xml"/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39" Type="http://schemas.openxmlformats.org/officeDocument/2006/relationships/customXml" Target="../customXml/item39.xml"/><Relationship Id="rId109" Type="http://schemas.openxmlformats.org/officeDocument/2006/relationships/customXml" Target="../customXml/item109.xml"/><Relationship Id="rId34" Type="http://schemas.openxmlformats.org/officeDocument/2006/relationships/customXml" Target="../customXml/item34.xml"/><Relationship Id="rId50" Type="http://schemas.openxmlformats.org/officeDocument/2006/relationships/customXml" Target="../customXml/item50.xml"/><Relationship Id="rId55" Type="http://schemas.openxmlformats.org/officeDocument/2006/relationships/customXml" Target="../customXml/item55.xml"/><Relationship Id="rId76" Type="http://schemas.openxmlformats.org/officeDocument/2006/relationships/customXml" Target="../customXml/item76.xml"/><Relationship Id="rId97" Type="http://schemas.openxmlformats.org/officeDocument/2006/relationships/customXml" Target="../customXml/item97.xml"/><Relationship Id="rId104" Type="http://schemas.openxmlformats.org/officeDocument/2006/relationships/customXml" Target="../customXml/item104.xml"/><Relationship Id="rId120" Type="http://schemas.openxmlformats.org/officeDocument/2006/relationships/slide" Target="slides/slide8.xml"/><Relationship Id="rId125" Type="http://schemas.openxmlformats.org/officeDocument/2006/relationships/presProps" Target="presProps.xml"/><Relationship Id="rId7" Type="http://schemas.openxmlformats.org/officeDocument/2006/relationships/customXml" Target="../customXml/item7.xml"/><Relationship Id="rId71" Type="http://schemas.openxmlformats.org/officeDocument/2006/relationships/customXml" Target="../customXml/item71.xml"/><Relationship Id="rId92" Type="http://schemas.openxmlformats.org/officeDocument/2006/relationships/customXml" Target="../customXml/item92.xml"/><Relationship Id="rId2" Type="http://schemas.openxmlformats.org/officeDocument/2006/relationships/customXml" Target="../customXml/item2.xml"/><Relationship Id="rId29" Type="http://schemas.openxmlformats.org/officeDocument/2006/relationships/customXml" Target="../customXml/item29.xml"/><Relationship Id="rId24" Type="http://schemas.openxmlformats.org/officeDocument/2006/relationships/customXml" Target="../customXml/item24.xml"/><Relationship Id="rId40" Type="http://schemas.openxmlformats.org/officeDocument/2006/relationships/customXml" Target="../customXml/item40.xml"/><Relationship Id="rId45" Type="http://schemas.openxmlformats.org/officeDocument/2006/relationships/customXml" Target="../customXml/item45.xml"/><Relationship Id="rId66" Type="http://schemas.openxmlformats.org/officeDocument/2006/relationships/customXml" Target="../customXml/item66.xml"/><Relationship Id="rId87" Type="http://schemas.openxmlformats.org/officeDocument/2006/relationships/customXml" Target="../customXml/item87.xml"/><Relationship Id="rId110" Type="http://schemas.openxmlformats.org/officeDocument/2006/relationships/slideMaster" Target="slideMasters/slideMaster1.xml"/><Relationship Id="rId115" Type="http://schemas.openxmlformats.org/officeDocument/2006/relationships/slide" Target="slides/slide3.xml"/><Relationship Id="rId61" Type="http://schemas.openxmlformats.org/officeDocument/2006/relationships/customXml" Target="../customXml/item61.xml"/><Relationship Id="rId82" Type="http://schemas.openxmlformats.org/officeDocument/2006/relationships/customXml" Target="../customXml/item82.xml"/><Relationship Id="rId19" Type="http://schemas.openxmlformats.org/officeDocument/2006/relationships/customXml" Target="../customXml/item19.xml"/><Relationship Id="rId14" Type="http://schemas.openxmlformats.org/officeDocument/2006/relationships/customXml" Target="../customXml/item14.xml"/><Relationship Id="rId30" Type="http://schemas.openxmlformats.org/officeDocument/2006/relationships/customXml" Target="../customXml/item30.xml"/><Relationship Id="rId35" Type="http://schemas.openxmlformats.org/officeDocument/2006/relationships/customXml" Target="../customXml/item35.xml"/><Relationship Id="rId56" Type="http://schemas.openxmlformats.org/officeDocument/2006/relationships/customXml" Target="../customXml/item56.xml"/><Relationship Id="rId77" Type="http://schemas.openxmlformats.org/officeDocument/2006/relationships/customXml" Target="../customXml/item77.xml"/><Relationship Id="rId100" Type="http://schemas.openxmlformats.org/officeDocument/2006/relationships/customXml" Target="../customXml/item100.xml"/><Relationship Id="rId105" Type="http://schemas.openxmlformats.org/officeDocument/2006/relationships/customXml" Target="../customXml/item105.xml"/><Relationship Id="rId126" Type="http://schemas.openxmlformats.org/officeDocument/2006/relationships/viewProps" Target="viewProps.xml"/><Relationship Id="rId8" Type="http://schemas.openxmlformats.org/officeDocument/2006/relationships/customXml" Target="../customXml/item8.xml"/><Relationship Id="rId51" Type="http://schemas.openxmlformats.org/officeDocument/2006/relationships/customXml" Target="../customXml/item51.xml"/><Relationship Id="rId72" Type="http://schemas.openxmlformats.org/officeDocument/2006/relationships/customXml" Target="../customXml/item72.xml"/><Relationship Id="rId93" Type="http://schemas.openxmlformats.org/officeDocument/2006/relationships/customXml" Target="../customXml/item93.xml"/><Relationship Id="rId98" Type="http://schemas.openxmlformats.org/officeDocument/2006/relationships/customXml" Target="../customXml/item98.xml"/><Relationship Id="rId121" Type="http://schemas.openxmlformats.org/officeDocument/2006/relationships/slide" Target="slides/slide9.xml"/><Relationship Id="rId3" Type="http://schemas.openxmlformats.org/officeDocument/2006/relationships/customXml" Target="../customXml/item3.xml"/><Relationship Id="rId25" Type="http://schemas.openxmlformats.org/officeDocument/2006/relationships/customXml" Target="../customXml/item25.xml"/><Relationship Id="rId46" Type="http://schemas.openxmlformats.org/officeDocument/2006/relationships/customXml" Target="../customXml/item46.xml"/><Relationship Id="rId67" Type="http://schemas.openxmlformats.org/officeDocument/2006/relationships/customXml" Target="../customXml/item67.xml"/><Relationship Id="rId116" Type="http://schemas.openxmlformats.org/officeDocument/2006/relationships/slide" Target="slides/slide4.xml"/><Relationship Id="rId20" Type="http://schemas.openxmlformats.org/officeDocument/2006/relationships/customXml" Target="../customXml/item20.xml"/><Relationship Id="rId41" Type="http://schemas.openxmlformats.org/officeDocument/2006/relationships/customXml" Target="../customXml/item41.xml"/><Relationship Id="rId62" Type="http://schemas.openxmlformats.org/officeDocument/2006/relationships/customXml" Target="../customXml/item62.xml"/><Relationship Id="rId83" Type="http://schemas.openxmlformats.org/officeDocument/2006/relationships/customXml" Target="../customXml/item83.xml"/><Relationship Id="rId88" Type="http://schemas.openxmlformats.org/officeDocument/2006/relationships/customXml" Target="../customXml/item88.xml"/><Relationship Id="rId111" Type="http://schemas.openxmlformats.org/officeDocument/2006/relationships/slideMaster" Target="slideMasters/slideMaster2.xml"/><Relationship Id="rId15" Type="http://schemas.openxmlformats.org/officeDocument/2006/relationships/customXml" Target="../customXml/item15.xml"/><Relationship Id="rId36" Type="http://schemas.openxmlformats.org/officeDocument/2006/relationships/customXml" Target="../customXml/item36.xml"/><Relationship Id="rId57" Type="http://schemas.openxmlformats.org/officeDocument/2006/relationships/customXml" Target="../customXml/item57.xml"/><Relationship Id="rId106" Type="http://schemas.openxmlformats.org/officeDocument/2006/relationships/customXml" Target="../customXml/item106.xml"/><Relationship Id="rId127" Type="http://schemas.openxmlformats.org/officeDocument/2006/relationships/theme" Target="theme/theme1.xml"/><Relationship Id="rId10" Type="http://schemas.openxmlformats.org/officeDocument/2006/relationships/customXml" Target="../customXml/item10.xml"/><Relationship Id="rId31" Type="http://schemas.openxmlformats.org/officeDocument/2006/relationships/customXml" Target="../customXml/item31.xml"/><Relationship Id="rId52" Type="http://schemas.openxmlformats.org/officeDocument/2006/relationships/customXml" Target="../customXml/item52.xml"/><Relationship Id="rId73" Type="http://schemas.openxmlformats.org/officeDocument/2006/relationships/customXml" Target="../customXml/item73.xml"/><Relationship Id="rId78" Type="http://schemas.openxmlformats.org/officeDocument/2006/relationships/customXml" Target="../customXml/item78.xml"/><Relationship Id="rId94" Type="http://schemas.openxmlformats.org/officeDocument/2006/relationships/customXml" Target="../customXml/item94.xml"/><Relationship Id="rId99" Type="http://schemas.openxmlformats.org/officeDocument/2006/relationships/customXml" Target="../customXml/item99.xml"/><Relationship Id="rId101" Type="http://schemas.openxmlformats.org/officeDocument/2006/relationships/customXml" Target="../customXml/item101.xml"/><Relationship Id="rId122" Type="http://schemas.openxmlformats.org/officeDocument/2006/relationships/slide" Target="slides/slide10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26" Type="http://schemas.openxmlformats.org/officeDocument/2006/relationships/customXml" Target="../customXml/item2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shil Jivan" userId="cce4faef-fbe9-427a-9aa0-4324e0d06a88" providerId="ADAL" clId="{FA2C88E3-8585-4E45-B7DC-664FEA317AB3}"/>
    <pc:docChg chg="modSld">
      <pc:chgData name="Rushil Jivan" userId="cce4faef-fbe9-427a-9aa0-4324e0d06a88" providerId="ADAL" clId="{FA2C88E3-8585-4E45-B7DC-664FEA317AB3}" dt="2026-08-17T12:48:36.442" v="8"/>
      <pc:docMkLst>
        <pc:docMk/>
      </pc:docMkLst>
      <pc:sldChg chg="addSp delSp modSp mod">
        <pc:chgData name="Rushil Jivan" userId="cce4faef-fbe9-427a-9aa0-4324e0d06a88" providerId="ADAL" clId="{FA2C88E3-8585-4E45-B7DC-664FEA317AB3}" dt="2026-08-17T12:48:36.442" v="8"/>
        <pc:sldMkLst>
          <pc:docMk/>
          <pc:sldMk cId="4078985082" sldId="2147309136"/>
        </pc:sldMkLst>
        <pc:spChg chg="add del mod">
          <ac:chgData name="Rushil Jivan" userId="cce4faef-fbe9-427a-9aa0-4324e0d06a88" providerId="ADAL" clId="{FA2C88E3-8585-4E45-B7DC-664FEA317AB3}" dt="2026-08-17T12:48:33.847" v="2"/>
          <ac:spMkLst>
            <pc:docMk/>
            <pc:sldMk cId="4078985082" sldId="2147309136"/>
            <ac:spMk id="5" creationId="{E78B0C9A-2553-CAA7-3813-17137C93E994}"/>
          </ac:spMkLst>
        </pc:spChg>
        <pc:spChg chg="add del mod">
          <ac:chgData name="Rushil Jivan" userId="cce4faef-fbe9-427a-9aa0-4324e0d06a88" providerId="ADAL" clId="{FA2C88E3-8585-4E45-B7DC-664FEA317AB3}" dt="2026-08-17T12:48:35.396" v="5"/>
          <ac:spMkLst>
            <pc:docMk/>
            <pc:sldMk cId="4078985082" sldId="2147309136"/>
            <ac:spMk id="7" creationId="{FB4D9383-644B-B5B5-6C6B-200B9E676045}"/>
          </ac:spMkLst>
        </pc:spChg>
        <pc:spChg chg="add del mod">
          <ac:chgData name="Rushil Jivan" userId="cce4faef-fbe9-427a-9aa0-4324e0d06a88" providerId="ADAL" clId="{FA2C88E3-8585-4E45-B7DC-664FEA317AB3}" dt="2026-08-17T12:48:36.442" v="8"/>
          <ac:spMkLst>
            <pc:docMk/>
            <pc:sldMk cId="4078985082" sldId="2147309136"/>
            <ac:spMk id="8" creationId="{DACF6EB3-8222-A037-471C-7DB73078EBA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8">
            <a:extLst>
              <a:ext uri="{FF2B5EF4-FFF2-40B4-BE49-F238E27FC236}">
                <a16:creationId xmlns:a16="http://schemas.microsoft.com/office/drawing/2014/main" id="{AE845206-9D4B-4268-8A29-9556DF4E229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760535" y="8752305"/>
            <a:ext cx="1592595" cy="15270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>
                <a:latin typeface="+mn-lt"/>
              </a:defRPr>
            </a:lvl1pPr>
          </a:lstStyle>
          <a:p>
            <a:fld id="{681EF29B-F0DE-4A5D-971E-F0D2D074F34E}" type="datetime4">
              <a:rPr lang="en-GB" smtClean="0"/>
              <a:t>08 October 2026</a:t>
            </a:fld>
            <a:endParaRPr lang="en-GB" sz="800"/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DF349B49-B9DF-4BAC-A781-810C4D36F4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760535" y="8570490"/>
            <a:ext cx="1592595" cy="15270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>
                <a:latin typeface="+mn-lt"/>
              </a:defRPr>
            </a:lvl1pPr>
          </a:lstStyle>
          <a:p>
            <a:fld id="{A16CFAD1-D197-4A88-B173-A6412E995EE5}" type="slidenum">
              <a:rPr lang="en-GB" smtClean="0"/>
              <a:pPr/>
              <a:t>‹#›</a:t>
            </a:fld>
            <a:endParaRPr lang="en-GB" sz="800"/>
          </a:p>
        </p:txBody>
      </p:sp>
      <p:sp>
        <p:nvSpPr>
          <p:cNvPr id="12" name="Footer Placeholder 10">
            <a:extLst>
              <a:ext uri="{FF2B5EF4-FFF2-40B4-BE49-F238E27FC236}">
                <a16:creationId xmlns:a16="http://schemas.microsoft.com/office/drawing/2014/main" id="{4B53B10D-D604-4E2D-B18E-A2B8163CC1E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446366" y="8752305"/>
            <a:ext cx="4308538" cy="15270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>
                <a:latin typeface="+mn-lt"/>
              </a:defRPr>
            </a:lvl1pPr>
          </a:lstStyle>
          <a:p>
            <a:endParaRPr lang="en-GB" sz="800"/>
          </a:p>
        </p:txBody>
      </p:sp>
      <p:sp>
        <p:nvSpPr>
          <p:cNvPr id="13" name="Header Placeholder 12">
            <a:extLst>
              <a:ext uri="{FF2B5EF4-FFF2-40B4-BE49-F238E27FC236}">
                <a16:creationId xmlns:a16="http://schemas.microsoft.com/office/drawing/2014/main" id="{0225AF11-4B47-41F0-B130-3DC91DD63C4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446366" y="8570490"/>
            <a:ext cx="4308538" cy="15270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>
                <a:latin typeface="+mn-lt"/>
              </a:defRPr>
            </a:lvl1pPr>
          </a:lstStyle>
          <a:p>
            <a:endParaRPr lang="en-GB" sz="800"/>
          </a:p>
        </p:txBody>
      </p:sp>
    </p:spTree>
    <p:extLst>
      <p:ext uri="{BB962C8B-B14F-4D97-AF65-F5344CB8AC3E}">
        <p14:creationId xmlns:p14="http://schemas.microsoft.com/office/powerpoint/2010/main" val="13947997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Notes Placeholder 7">
            <a:extLst>
              <a:ext uri="{FF2B5EF4-FFF2-40B4-BE49-F238E27FC236}">
                <a16:creationId xmlns:a16="http://schemas.microsoft.com/office/drawing/2014/main" id="{ED603FBB-C012-44F8-8D4E-1E5BCC6355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60000" y="5314247"/>
            <a:ext cx="6138000" cy="311094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Slide Image Placeholder 11">
            <a:extLst>
              <a:ext uri="{FF2B5EF4-FFF2-40B4-BE49-F238E27FC236}">
                <a16:creationId xmlns:a16="http://schemas.microsoft.com/office/drawing/2014/main" id="{CE09EA81-6923-4332-8C9E-30AE045AFB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60363" y="1479550"/>
            <a:ext cx="6137275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17" name="Date Placeholder 8">
            <a:extLst>
              <a:ext uri="{FF2B5EF4-FFF2-40B4-BE49-F238E27FC236}">
                <a16:creationId xmlns:a16="http://schemas.microsoft.com/office/drawing/2014/main" id="{8EBAC05E-8F24-4752-8343-003B6B511FC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760535" y="8752305"/>
            <a:ext cx="1737465" cy="15270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>
                <a:latin typeface="+mn-lt"/>
              </a:defRPr>
            </a:lvl1pPr>
          </a:lstStyle>
          <a:p>
            <a:fld id="{681EF29B-F0DE-4A5D-971E-F0D2D074F34E}" type="datetime4">
              <a:rPr lang="en-GB" smtClean="0"/>
              <a:t>08 October 2026</a:t>
            </a:fld>
            <a:endParaRPr lang="en-GB" sz="800"/>
          </a:p>
        </p:txBody>
      </p:sp>
      <p:sp>
        <p:nvSpPr>
          <p:cNvPr id="18" name="Slide Number Placeholder 9">
            <a:extLst>
              <a:ext uri="{FF2B5EF4-FFF2-40B4-BE49-F238E27FC236}">
                <a16:creationId xmlns:a16="http://schemas.microsoft.com/office/drawing/2014/main" id="{1D693BA3-BE27-457C-84EF-2CE89AE4DB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760535" y="8570490"/>
            <a:ext cx="1737465" cy="15270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>
                <a:latin typeface="+mn-lt"/>
              </a:defRPr>
            </a:lvl1pPr>
          </a:lstStyle>
          <a:p>
            <a:fld id="{A16CFAD1-D197-4A88-B173-A6412E995EE5}" type="slidenum">
              <a:rPr lang="en-GB" smtClean="0"/>
              <a:pPr/>
              <a:t>‹#›</a:t>
            </a:fld>
            <a:endParaRPr lang="en-GB" sz="800"/>
          </a:p>
        </p:txBody>
      </p:sp>
      <p:sp>
        <p:nvSpPr>
          <p:cNvPr id="19" name="Footer Placeholder 10">
            <a:extLst>
              <a:ext uri="{FF2B5EF4-FFF2-40B4-BE49-F238E27FC236}">
                <a16:creationId xmlns:a16="http://schemas.microsoft.com/office/drawing/2014/main" id="{F71DC945-9758-4703-A041-B00CC90596B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353656" y="8752305"/>
            <a:ext cx="4401248" cy="15270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>
                <a:latin typeface="+mn-lt"/>
              </a:defRPr>
            </a:lvl1pPr>
          </a:lstStyle>
          <a:p>
            <a:endParaRPr lang="en-GB" sz="800"/>
          </a:p>
        </p:txBody>
      </p:sp>
      <p:sp>
        <p:nvSpPr>
          <p:cNvPr id="20" name="Header Placeholder 12">
            <a:extLst>
              <a:ext uri="{FF2B5EF4-FFF2-40B4-BE49-F238E27FC236}">
                <a16:creationId xmlns:a16="http://schemas.microsoft.com/office/drawing/2014/main" id="{9AA08409-7D69-4F6B-8F0E-3BF399AD47E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353656" y="8570490"/>
            <a:ext cx="4401248" cy="15270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>
                <a:latin typeface="+mn-lt"/>
              </a:defRPr>
            </a:lvl1pPr>
          </a:lstStyle>
          <a:p>
            <a:endParaRPr lang="en-GB" sz="800"/>
          </a:p>
        </p:txBody>
      </p:sp>
    </p:spTree>
    <p:extLst>
      <p:ext uri="{BB962C8B-B14F-4D97-AF65-F5344CB8AC3E}">
        <p14:creationId xmlns:p14="http://schemas.microsoft.com/office/powerpoint/2010/main" val="1200601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8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36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54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72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CFAD1-D197-4A88-B173-A6412E995EE5}" type="slidenum">
              <a:rPr lang="en-GB" smtClean="0"/>
              <a:pPr/>
              <a:t>1</a:t>
            </a:fld>
            <a:endParaRPr lang="en-GB" sz="800"/>
          </a:p>
        </p:txBody>
      </p:sp>
    </p:spTree>
    <p:extLst>
      <p:ext uri="{BB962C8B-B14F-4D97-AF65-F5344CB8AC3E}">
        <p14:creationId xmlns:p14="http://schemas.microsoft.com/office/powerpoint/2010/main" val="13023276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CFAD1-D197-4A88-B173-A6412E995EE5}" type="slidenum">
              <a:rPr lang="en-GB" smtClean="0"/>
              <a:pPr/>
              <a:t>2</a:t>
            </a:fld>
            <a:endParaRPr lang="en-GB" sz="800"/>
          </a:p>
        </p:txBody>
      </p:sp>
    </p:spTree>
    <p:extLst>
      <p:ext uri="{BB962C8B-B14F-4D97-AF65-F5344CB8AC3E}">
        <p14:creationId xmlns:p14="http://schemas.microsoft.com/office/powerpoint/2010/main" val="35253407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60363" y="1479550"/>
            <a:ext cx="6137275" cy="3452813"/>
          </a:xfrm>
        </p:spPr>
        <p:txBody>
          <a:bodyPr/>
          <a:lstStyle/>
          <a:p>
            <a:endParaRPr lang="en-Z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CFAD1-D197-4A88-B173-A6412E995EE5}" type="slidenum">
              <a:rPr lang="en-GB" smtClean="0"/>
              <a:pPr/>
              <a:t>4</a:t>
            </a:fld>
            <a:endParaRPr lang="en-GB" sz="800"/>
          </a:p>
        </p:txBody>
      </p:sp>
    </p:spTree>
    <p:extLst>
      <p:ext uri="{BB962C8B-B14F-4D97-AF65-F5344CB8AC3E}">
        <p14:creationId xmlns:p14="http://schemas.microsoft.com/office/powerpoint/2010/main" val="42336177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74386-2130-73D5-2DB0-335605AD0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565531-7CFB-9399-3B39-F0963C5BB5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60363" y="1479550"/>
            <a:ext cx="6137275" cy="3452813"/>
          </a:xfrm>
        </p:spPr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2D41B2-96FA-5443-6B08-34F2D6ED47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5F1811-77CF-840B-58EA-C4DDE6EE68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CFAD1-D197-4A88-B173-A6412E995EE5}" type="slidenum">
              <a:rPr lang="en-GB" smtClean="0"/>
              <a:pPr/>
              <a:t>6</a:t>
            </a:fld>
            <a:endParaRPr lang="en-GB" sz="800"/>
          </a:p>
        </p:txBody>
      </p:sp>
    </p:spTree>
    <p:extLst>
      <p:ext uri="{BB962C8B-B14F-4D97-AF65-F5344CB8AC3E}">
        <p14:creationId xmlns:p14="http://schemas.microsoft.com/office/powerpoint/2010/main" val="31330527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46A69-0041-F19F-4483-057285934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FF480F-64C7-B22B-F202-5C37483E2B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60363" y="1479550"/>
            <a:ext cx="6137275" cy="3452813"/>
          </a:xfrm>
        </p:spPr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B1BDBE-4E9B-170A-4C90-EF93C9765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37BD3D-0DCD-3F8E-1ED4-8445FD7802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CFAD1-D197-4A88-B173-A6412E995EE5}" type="slidenum">
              <a:rPr lang="en-GB" smtClean="0"/>
              <a:pPr/>
              <a:t>7</a:t>
            </a:fld>
            <a:endParaRPr lang="en-GB" sz="800"/>
          </a:p>
        </p:txBody>
      </p:sp>
    </p:spTree>
    <p:extLst>
      <p:ext uri="{BB962C8B-B14F-4D97-AF65-F5344CB8AC3E}">
        <p14:creationId xmlns:p14="http://schemas.microsoft.com/office/powerpoint/2010/main" val="8137621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C9255-F082-27C4-931E-11E5FAD71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96E5A8-6430-04AA-FA80-6E855EA797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60363" y="1479550"/>
            <a:ext cx="6137275" cy="3452813"/>
          </a:xfrm>
        </p:spPr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D174A0-B6F6-6A1B-05A0-7D4B6855A0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D55A1-C087-4983-AC21-81EB42DDC5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CFAD1-D197-4A88-B173-A6412E995EE5}" type="slidenum">
              <a:rPr lang="en-GB" smtClean="0"/>
              <a:pPr/>
              <a:t>8</a:t>
            </a:fld>
            <a:endParaRPr lang="en-GB" sz="800"/>
          </a:p>
        </p:txBody>
      </p:sp>
    </p:spTree>
    <p:extLst>
      <p:ext uri="{BB962C8B-B14F-4D97-AF65-F5344CB8AC3E}">
        <p14:creationId xmlns:p14="http://schemas.microsoft.com/office/powerpoint/2010/main" val="25459794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DB742-9978-7B3E-147C-77688C51E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07DF21-7394-8A99-9236-1DFF83BC35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60363" y="1479550"/>
            <a:ext cx="6137275" cy="3452813"/>
          </a:xfrm>
        </p:spPr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6F48DF-9FA7-EF98-EE07-261B572EAD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AAB79E-A1A9-A2C0-63A4-E6554AF517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CFAD1-D197-4A88-B173-A6412E995EE5}" type="slidenum">
              <a:rPr lang="en-GB" smtClean="0"/>
              <a:pPr/>
              <a:t>9</a:t>
            </a:fld>
            <a:endParaRPr lang="en-GB" sz="800"/>
          </a:p>
        </p:txBody>
      </p:sp>
    </p:spTree>
    <p:extLst>
      <p:ext uri="{BB962C8B-B14F-4D97-AF65-F5344CB8AC3E}">
        <p14:creationId xmlns:p14="http://schemas.microsoft.com/office/powerpoint/2010/main" val="33039029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Title Slide - graphics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ate Placeholder 6" hidden="1">
            <a:extLst>
              <a:ext uri="{FF2B5EF4-FFF2-40B4-BE49-F238E27FC236}">
                <a16:creationId xmlns:a16="http://schemas.microsoft.com/office/drawing/2014/main" id="{3F79B0E0-00D5-466E-AD27-FEFB0709F28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33">
                <a:noFill/>
              </a:defRPr>
            </a:lvl1pPr>
          </a:lstStyle>
          <a:p>
            <a:fld id="{84F8C164-7322-41C8-A0FF-4AA5F8F33C6D}" type="datetime1">
              <a:rPr lang="en-US" smtClean="0"/>
              <a:t>10/8/2026</a:t>
            </a:fld>
            <a:endParaRPr lang="en-GB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3297A132-C2EE-4CE3-8B75-B1FDFF50D46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33">
                <a:noFill/>
              </a:defRPr>
            </a:lvl1pPr>
          </a:lstStyle>
          <a:p>
            <a:endParaRPr lang="en-GB"/>
          </a:p>
        </p:txBody>
      </p:sp>
      <p:sp>
        <p:nvSpPr>
          <p:cNvPr id="11" name="Slide Number Placeholder 10" hidden="1">
            <a:extLst>
              <a:ext uri="{FF2B5EF4-FFF2-40B4-BE49-F238E27FC236}">
                <a16:creationId xmlns:a16="http://schemas.microsoft.com/office/drawing/2014/main" id="{E1304FA1-E0F5-4AD4-846A-37642FFE487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33">
                <a:noFill/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 bwMode="white">
          <a:xfrm>
            <a:off x="0" y="-1"/>
            <a:ext cx="12193200" cy="6861600"/>
          </a:xfrm>
          <a:solidFill>
            <a:schemeClr val="bg2"/>
          </a:solidFill>
        </p:spPr>
        <p:txBody>
          <a:bodyPr lIns="144000" tIns="0" bIns="108000" anchor="b" anchorCtr="0"/>
          <a:lstStyle>
            <a:lvl1pPr marL="0" indent="0" algn="l">
              <a:buNone/>
              <a:defRPr sz="1600"/>
            </a:lvl1pPr>
          </a:lstStyle>
          <a:p>
            <a:endParaRPr lang="en-GB"/>
          </a:p>
        </p:txBody>
      </p:sp>
      <p:sp>
        <p:nvSpPr>
          <p:cNvPr id="17" name="Text Placeholder guide">
            <a:extLst>
              <a:ext uri="{FF2B5EF4-FFF2-40B4-BE49-F238E27FC236}">
                <a16:creationId xmlns:a16="http://schemas.microsoft.com/office/drawing/2014/main" id="{F7DA614E-ACCB-447B-B3A0-A4703145870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ltGray">
          <a:xfrm>
            <a:off x="840" y="455"/>
            <a:ext cx="10670400" cy="5767418"/>
          </a:xfrm>
          <a:custGeom>
            <a:avLst/>
            <a:gdLst>
              <a:gd name="connsiteX0" fmla="*/ 0 w 10670400"/>
              <a:gd name="connsiteY0" fmla="*/ 0 h 5767418"/>
              <a:gd name="connsiteX1" fmla="*/ 9033169 w 10670400"/>
              <a:gd name="connsiteY1" fmla="*/ 0 h 5767418"/>
              <a:gd name="connsiteX2" fmla="*/ 10514688 w 10670400"/>
              <a:gd name="connsiteY2" fmla="*/ 1492120 h 5767418"/>
              <a:gd name="connsiteX3" fmla="*/ 10514832 w 10670400"/>
              <a:gd name="connsiteY3" fmla="*/ 1492120 h 5767418"/>
              <a:gd name="connsiteX4" fmla="*/ 10661362 w 10670400"/>
              <a:gd name="connsiteY4" fmla="*/ 1770519 h 5767418"/>
              <a:gd name="connsiteX5" fmla="*/ 10670400 w 10670400"/>
              <a:gd name="connsiteY5" fmla="*/ 1866031 h 5767418"/>
              <a:gd name="connsiteX6" fmla="*/ 10670400 w 10670400"/>
              <a:gd name="connsiteY6" fmla="*/ 1881470 h 5767418"/>
              <a:gd name="connsiteX7" fmla="*/ 10661362 w 10670400"/>
              <a:gd name="connsiteY7" fmla="*/ 1976982 h 5767418"/>
              <a:gd name="connsiteX8" fmla="*/ 10514832 w 10670400"/>
              <a:gd name="connsiteY8" fmla="*/ 2255381 h 5767418"/>
              <a:gd name="connsiteX9" fmla="*/ 7535656 w 10670400"/>
              <a:gd name="connsiteY9" fmla="*/ 5255259 h 5767418"/>
              <a:gd name="connsiteX10" fmla="*/ 6162206 w 10670400"/>
              <a:gd name="connsiteY10" fmla="*/ 5767418 h 5767418"/>
              <a:gd name="connsiteX11" fmla="*/ 0 w 10670400"/>
              <a:gd name="connsiteY11" fmla="*/ 5767418 h 5767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670400" h="5767418">
                <a:moveTo>
                  <a:pt x="0" y="0"/>
                </a:moveTo>
                <a:lnTo>
                  <a:pt x="9033169" y="0"/>
                </a:lnTo>
                <a:lnTo>
                  <a:pt x="10514688" y="1492120"/>
                </a:lnTo>
                <a:lnTo>
                  <a:pt x="10514832" y="1492120"/>
                </a:lnTo>
                <a:cubicBezTo>
                  <a:pt x="10592981" y="1570838"/>
                  <a:pt x="10641825" y="1668331"/>
                  <a:pt x="10661362" y="1770519"/>
                </a:cubicBezTo>
                <a:lnTo>
                  <a:pt x="10670400" y="1866031"/>
                </a:lnTo>
                <a:lnTo>
                  <a:pt x="10670400" y="1881470"/>
                </a:lnTo>
                <a:lnTo>
                  <a:pt x="10661362" y="1976982"/>
                </a:lnTo>
                <a:cubicBezTo>
                  <a:pt x="10641825" y="2079170"/>
                  <a:pt x="10592981" y="2176664"/>
                  <a:pt x="10514832" y="2255381"/>
                </a:cubicBezTo>
                <a:lnTo>
                  <a:pt x="7535656" y="5255259"/>
                </a:lnTo>
                <a:cubicBezTo>
                  <a:pt x="7157019" y="5635843"/>
                  <a:pt x="6768861" y="5767418"/>
                  <a:pt x="6162206" y="5767418"/>
                </a:cubicBezTo>
                <a:lnTo>
                  <a:pt x="0" y="5767418"/>
                </a:lnTo>
                <a:close/>
              </a:path>
            </a:pathLst>
          </a:custGeom>
          <a:solidFill>
            <a:schemeClr val="accent1"/>
          </a:solidFill>
          <a:ln w="0">
            <a:solidFill>
              <a:schemeClr val="accent1">
                <a:alpha val="0"/>
              </a:schemeClr>
            </a:solidFill>
          </a:ln>
        </p:spPr>
        <p:txBody>
          <a:bodyPr wrap="square">
            <a:noAutofit/>
          </a:bodyPr>
          <a:lstStyle>
            <a:lvl1pPr marL="0" indent="0">
              <a:buNone/>
              <a:defRPr sz="133">
                <a:noFill/>
              </a:defRPr>
            </a:lvl1pPr>
          </a:lstStyle>
          <a:p>
            <a:pPr lvl="0"/>
            <a:r>
              <a:rPr lang="en-GB"/>
              <a:t>.</a:t>
            </a:r>
          </a:p>
        </p:txBody>
      </p:sp>
      <p:sp>
        <p:nvSpPr>
          <p:cNvPr id="12" name="image" descr="{&quot;templafy&quot;:{&quot;type&quot;:&quot;image&quot;,&quot;inheritDimensions&quot;:&quot;inheritHeight&quot;}}" title="UserProfile.Office.Logowhite">
            <a:extLst>
              <a:ext uri="{FF2B5EF4-FFF2-40B4-BE49-F238E27FC236}">
                <a16:creationId xmlns:a16="http://schemas.microsoft.com/office/drawing/2014/main" id="{17583030-0CC7-455E-8B17-CCCE897C477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white">
          <a:xfrm>
            <a:off x="576000" y="576000"/>
            <a:ext cx="1980000" cy="381600"/>
          </a:xfrm>
          <a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133">
                <a:noFill/>
              </a:defRPr>
            </a:lvl1pPr>
            <a:lvl2pPr>
              <a:defRPr sz="133"/>
            </a:lvl2pPr>
            <a:lvl3pPr>
              <a:defRPr sz="133"/>
            </a:lvl3pPr>
            <a:lvl4pPr>
              <a:defRPr sz="133"/>
            </a:lvl4pPr>
            <a:lvl5pPr>
              <a:defRPr sz="133"/>
            </a:lvl5pPr>
          </a:lstStyle>
          <a:p>
            <a:pPr lvl="0"/>
            <a:r>
              <a:rPr lang="en-GB" noProof="0"/>
              <a:t>.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D6BA84D-0266-4847-9EEF-BEE0CE01AE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576000" y="1746000"/>
            <a:ext cx="6321600" cy="1497600"/>
          </a:xfrm>
          <a:prstGeom prst="rect">
            <a:avLst/>
          </a:prstGeom>
        </p:spPr>
        <p:txBody>
          <a:bodyPr anchor="b"/>
          <a:lstStyle>
            <a:lvl1pPr algn="l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Click to add title</a:t>
            </a:r>
            <a:endParaRPr lang="en-GB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059921BB-4DD4-429C-8F66-279674C3CF7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576000" y="3150000"/>
            <a:ext cx="6321600" cy="1655762"/>
          </a:xfrm>
        </p:spPr>
        <p:txBody>
          <a:bodyPr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4500">
                <a:solidFill>
                  <a:schemeClr val="bg1"/>
                </a:solidFill>
              </a:defRPr>
            </a:lvl1pPr>
            <a:lvl2pPr marL="0" indent="0" algn="l"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Font typeface="Arial" panose="020B0604020202020204" pitchFamily="34" charset="0"/>
              <a:buChar char="​"/>
              <a:defRPr sz="2000">
                <a:solidFill>
                  <a:schemeClr val="tx1"/>
                </a:solidFill>
              </a:defRPr>
            </a:lvl3pPr>
            <a:lvl4pPr marL="0" indent="0" algn="l">
              <a:buFont typeface="Arial" panose="020B0604020202020204" pitchFamily="34" charset="0"/>
              <a:buChar char="​"/>
              <a:defRPr sz="2000">
                <a:solidFill>
                  <a:schemeClr val="tx1"/>
                </a:solidFill>
              </a:defRPr>
            </a:lvl4pPr>
            <a:lvl5pPr marL="0" indent="0" algn="l">
              <a:buFont typeface="Arial" panose="020B0604020202020204" pitchFamily="34" charset="0"/>
              <a:buChar char="​"/>
              <a:defRPr sz="2000">
                <a:solidFill>
                  <a:schemeClr val="tx1"/>
                </a:solidFill>
              </a:defRPr>
            </a:lvl5pPr>
            <a:lvl6pPr marL="0" indent="0" algn="l">
              <a:buFont typeface="Arial" panose="020B0604020202020204" pitchFamily="34" charset="0"/>
              <a:buChar char="​"/>
              <a:defRPr sz="2000">
                <a:solidFill>
                  <a:schemeClr val="tx1"/>
                </a:solidFill>
              </a:defRPr>
            </a:lvl6pPr>
            <a:lvl7pPr marL="0" indent="0" algn="l">
              <a:buFont typeface="Arial" panose="020B0604020202020204" pitchFamily="34" charset="0"/>
              <a:buChar char="​"/>
              <a:defRPr sz="2000">
                <a:solidFill>
                  <a:schemeClr val="tx1"/>
                </a:solidFill>
              </a:defRPr>
            </a:lvl7pPr>
            <a:lvl8pPr marL="0" indent="0" algn="l">
              <a:buFont typeface="Arial" panose="020B0604020202020204" pitchFamily="34" charset="0"/>
              <a:buChar char="​"/>
              <a:defRPr sz="2000">
                <a:solidFill>
                  <a:schemeClr val="tx1"/>
                </a:solidFill>
              </a:defRPr>
            </a:lvl8pPr>
            <a:lvl9pPr marL="0" indent="0" algn="l">
              <a:buFont typeface="Arial" panose="020B0604020202020204" pitchFamily="34" charset="0"/>
              <a:buChar char="​"/>
              <a:tabLst/>
              <a:defRPr sz="2000">
                <a:solidFill>
                  <a:schemeClr val="tx1"/>
                </a:solidFill>
              </a:defRPr>
            </a:lvl9pPr>
          </a:lstStyle>
          <a:p>
            <a:r>
              <a:rPr lang="en-GB"/>
              <a:t>Click to add subtitle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63F6D6-4062-4364-B578-E2934C342DF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white">
          <a:xfrm>
            <a:off x="583201" y="5079600"/>
            <a:ext cx="6312900" cy="2448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179996" indent="0">
              <a:buNone/>
              <a:defRPr>
                <a:solidFill>
                  <a:schemeClr val="bg1"/>
                </a:solidFill>
              </a:defRPr>
            </a:lvl2pPr>
            <a:lvl3pPr marL="359991" indent="0"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</a:t>
            </a:r>
            <a:r>
              <a:rPr lang="en-GB">
                <a:latin typeface="Arial" panose="020B0604020202020204" pitchFamily="34" charset="0"/>
                <a:cs typeface="Arial" panose="020B0604020202020204" pitchFamily="34" charset="0"/>
              </a:rPr>
              <a:t>Grow | Protect | Operate | Finance</a:t>
            </a:r>
          </a:p>
        </p:txBody>
      </p:sp>
    </p:spTree>
    <p:extLst>
      <p:ext uri="{BB962C8B-B14F-4D97-AF65-F5344CB8AC3E}">
        <p14:creationId xmlns:p14="http://schemas.microsoft.com/office/powerpoint/2010/main" val="3016557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+ image F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81E3379-4F1E-4DDF-B1F2-AB16C0348DEE}"/>
              </a:ext>
            </a:extLst>
          </p:cNvPr>
          <p:cNvSpPr txBox="1"/>
          <p:nvPr userDrawn="1"/>
        </p:nvSpPr>
        <p:spPr>
          <a:xfrm>
            <a:off x="9525" y="-270387"/>
            <a:ext cx="8882627" cy="215444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marL="0" indent="0" algn="l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GB" sz="1400">
                <a:solidFill>
                  <a:schemeClr val="bg1"/>
                </a:solidFill>
              </a:rPr>
              <a:t>You have the option to change the color of the background</a:t>
            </a:r>
            <a:endParaRPr lang="en-GB" sz="1600">
              <a:solidFill>
                <a:schemeClr val="bg1"/>
              </a:solidFill>
            </a:endParaRPr>
          </a:p>
        </p:txBody>
      </p:sp>
      <p:sp>
        <p:nvSpPr>
          <p:cNvPr id="11" name="Date Placeholder 6" hidden="1">
            <a:extLst>
              <a:ext uri="{FF2B5EF4-FFF2-40B4-BE49-F238E27FC236}">
                <a16:creationId xmlns:a16="http://schemas.microsoft.com/office/drawing/2014/main" id="{1A720CDE-06B6-4983-9A87-F49D92F4976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33">
                <a:noFill/>
              </a:defRPr>
            </a:lvl1pPr>
          </a:lstStyle>
          <a:p>
            <a:fld id="{B0E42300-C439-4444-84A8-6626081AC336}" type="datetime1">
              <a:rPr lang="en-US" smtClean="0"/>
              <a:t>10/8/2026</a:t>
            </a:fld>
            <a:endParaRPr lang="en-GB"/>
          </a:p>
        </p:txBody>
      </p:sp>
      <p:sp>
        <p:nvSpPr>
          <p:cNvPr id="12" name="Footer Placeholder 8" hidden="1">
            <a:extLst>
              <a:ext uri="{FF2B5EF4-FFF2-40B4-BE49-F238E27FC236}">
                <a16:creationId xmlns:a16="http://schemas.microsoft.com/office/drawing/2014/main" id="{7FFC0449-92BF-472B-90CF-9DF76E28F3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33">
                <a:noFill/>
              </a:defRPr>
            </a:lvl1pPr>
          </a:lstStyle>
          <a:p>
            <a:endParaRPr lang="en-GB"/>
          </a:p>
        </p:txBody>
      </p:sp>
      <p:sp>
        <p:nvSpPr>
          <p:cNvPr id="13" name="Slide Number Placeholder 10" hidden="1">
            <a:extLst>
              <a:ext uri="{FF2B5EF4-FFF2-40B4-BE49-F238E27FC236}">
                <a16:creationId xmlns:a16="http://schemas.microsoft.com/office/drawing/2014/main" id="{714F8B58-5B54-40CA-B779-ABC1C0CA9F7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33">
                <a:noFill/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Text Placeholder background">
            <a:extLst>
              <a:ext uri="{FF2B5EF4-FFF2-40B4-BE49-F238E27FC236}">
                <a16:creationId xmlns:a16="http://schemas.microsoft.com/office/drawing/2014/main" id="{B5AE4C1C-C650-4BF8-A92F-EFE50E2025A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ltGray">
          <a:xfrm>
            <a:off x="1" y="-3"/>
            <a:ext cx="12192000" cy="6858003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txBody>
          <a:bodyPr wrap="square">
            <a:noAutofit/>
          </a:bodyPr>
          <a:lstStyle>
            <a:lvl1pPr marL="0" indent="0">
              <a:buNone/>
              <a:defRPr sz="133">
                <a:noFill/>
              </a:defRPr>
            </a:lvl1pPr>
          </a:lstStyle>
          <a:p>
            <a:pPr lvl="0"/>
            <a:r>
              <a:rPr lang="en-GB"/>
              <a:t>.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5FA3D29B-510E-43E5-872C-2E256D9E2D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white">
          <a:xfrm>
            <a:off x="6385200" y="0"/>
            <a:ext cx="5806800" cy="6858000"/>
          </a:xfrm>
          <a:custGeom>
            <a:avLst/>
            <a:gdLst>
              <a:gd name="connsiteX0" fmla="*/ 1535604 w 5806800"/>
              <a:gd name="connsiteY0" fmla="*/ 0 h 6858000"/>
              <a:gd name="connsiteX1" fmla="*/ 5806800 w 5806800"/>
              <a:gd name="connsiteY1" fmla="*/ 0 h 6858000"/>
              <a:gd name="connsiteX2" fmla="*/ 5806800 w 5806800"/>
              <a:gd name="connsiteY2" fmla="*/ 6858000 h 6858000"/>
              <a:gd name="connsiteX3" fmla="*/ 1535600 w 5806800"/>
              <a:gd name="connsiteY3" fmla="*/ 6858000 h 6858000"/>
              <a:gd name="connsiteX4" fmla="*/ 1349099 w 5806800"/>
              <a:gd name="connsiteY4" fmla="*/ 6688497 h 6858000"/>
              <a:gd name="connsiteX5" fmla="*/ 4970 w 5806800"/>
              <a:gd name="connsiteY5" fmla="*/ 3666213 h 6858000"/>
              <a:gd name="connsiteX6" fmla="*/ 0 w 5806800"/>
              <a:gd name="connsiteY6" fmla="*/ 3469656 h 6858000"/>
              <a:gd name="connsiteX7" fmla="*/ 0 w 5806800"/>
              <a:gd name="connsiteY7" fmla="*/ 3388348 h 6858000"/>
              <a:gd name="connsiteX8" fmla="*/ 4970 w 5806800"/>
              <a:gd name="connsiteY8" fmla="*/ 3191792 h 6858000"/>
              <a:gd name="connsiteX9" fmla="*/ 1349099 w 5806800"/>
              <a:gd name="connsiteY9" fmla="*/ 16950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06800" h="6858000">
                <a:moveTo>
                  <a:pt x="1535604" y="0"/>
                </a:moveTo>
                <a:lnTo>
                  <a:pt x="5806800" y="0"/>
                </a:lnTo>
                <a:lnTo>
                  <a:pt x="5806800" y="6858000"/>
                </a:lnTo>
                <a:lnTo>
                  <a:pt x="1535600" y="6858000"/>
                </a:lnTo>
                <a:lnTo>
                  <a:pt x="1349099" y="6688497"/>
                </a:lnTo>
                <a:cubicBezTo>
                  <a:pt x="567058" y="5906456"/>
                  <a:pt x="64709" y="4844722"/>
                  <a:pt x="4970" y="3666213"/>
                </a:cubicBezTo>
                <a:lnTo>
                  <a:pt x="0" y="3469656"/>
                </a:lnTo>
                <a:lnTo>
                  <a:pt x="0" y="3388348"/>
                </a:lnTo>
                <a:lnTo>
                  <a:pt x="4970" y="3191792"/>
                </a:lnTo>
                <a:cubicBezTo>
                  <a:pt x="64709" y="2013283"/>
                  <a:pt x="567058" y="951549"/>
                  <a:pt x="1349099" y="169507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lIns="0" tIns="936000" rIns="0" bIns="0" anchor="ctr" anchorCtr="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GB"/>
              <a:t>Click icon to add picture or click on </a:t>
            </a:r>
            <a:br>
              <a:rPr lang="en-GB"/>
            </a:br>
            <a:r>
              <a:rPr lang="en-GB"/>
              <a:t>frame and insert picture from Templafy Images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4CFC25A-A856-45D7-9185-559DFF3105C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6000" y="1282433"/>
            <a:ext cx="5378400" cy="917229"/>
          </a:xfrm>
          <a:prstGeom prst="rect">
            <a:avLst/>
          </a:prstGeom>
        </p:spPr>
        <p:txBody>
          <a:bodyPr anchor="b"/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Click to add title</a:t>
            </a:r>
            <a:endParaRPr lang="en-GB"/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7B52F83E-F1B6-48A0-9091-9E792296F46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76000" y="2171826"/>
            <a:ext cx="5378400" cy="735840"/>
          </a:xfrm>
        </p:spPr>
        <p:txBody>
          <a:bodyPr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3600">
                <a:solidFill>
                  <a:schemeClr val="tx1"/>
                </a:solidFill>
              </a:defRPr>
            </a:lvl1pPr>
            <a:lvl2pPr marL="0" indent="0" algn="l">
              <a:buFont typeface="Arial" panose="020B0604020202020204" pitchFamily="34" charset="0"/>
              <a:buNone/>
              <a:defRPr sz="3600">
                <a:solidFill>
                  <a:schemeClr val="tx1"/>
                </a:solidFill>
              </a:defRPr>
            </a:lvl2pPr>
            <a:lvl3pPr marL="0" indent="0" algn="l">
              <a:buFont typeface="Arial" panose="020B0604020202020204" pitchFamily="34" charset="0"/>
              <a:buChar char="​"/>
              <a:defRPr sz="3600">
                <a:solidFill>
                  <a:schemeClr val="tx1"/>
                </a:solidFill>
              </a:defRPr>
            </a:lvl3pPr>
            <a:lvl4pPr marL="0" indent="0" algn="l">
              <a:buFont typeface="Arial" panose="020B0604020202020204" pitchFamily="34" charset="0"/>
              <a:buChar char="​"/>
              <a:defRPr sz="3600">
                <a:solidFill>
                  <a:schemeClr val="tx1"/>
                </a:solidFill>
              </a:defRPr>
            </a:lvl4pPr>
            <a:lvl5pPr marL="0" indent="0" algn="l">
              <a:buFont typeface="Arial" panose="020B0604020202020204" pitchFamily="34" charset="0"/>
              <a:buChar char="​"/>
              <a:defRPr sz="3600">
                <a:solidFill>
                  <a:schemeClr val="tx1"/>
                </a:solidFill>
              </a:defRPr>
            </a:lvl5pPr>
            <a:lvl6pPr marL="0" indent="0" algn="l">
              <a:buFont typeface="Arial" panose="020B0604020202020204" pitchFamily="34" charset="0"/>
              <a:buChar char="​"/>
              <a:defRPr sz="3600">
                <a:solidFill>
                  <a:schemeClr val="tx1"/>
                </a:solidFill>
              </a:defRPr>
            </a:lvl6pPr>
            <a:lvl7pPr marL="0" indent="0" algn="l">
              <a:buFont typeface="Arial" panose="020B0604020202020204" pitchFamily="34" charset="0"/>
              <a:buChar char="​"/>
              <a:defRPr sz="3600">
                <a:solidFill>
                  <a:schemeClr val="tx1"/>
                </a:solidFill>
              </a:defRPr>
            </a:lvl7pPr>
            <a:lvl8pPr marL="0" indent="0" algn="l">
              <a:buFont typeface="Arial" panose="020B0604020202020204" pitchFamily="34" charset="0"/>
              <a:buChar char="​"/>
              <a:defRPr sz="3600">
                <a:solidFill>
                  <a:schemeClr val="tx1"/>
                </a:solidFill>
              </a:defRPr>
            </a:lvl8pPr>
            <a:lvl9pPr marL="0" indent="0" algn="l">
              <a:buFont typeface="Arial" panose="020B0604020202020204" pitchFamily="34" charset="0"/>
              <a:buChar char="​"/>
              <a:tabLst/>
              <a:defRPr sz="3600">
                <a:solidFill>
                  <a:schemeClr val="tx1"/>
                </a:solidFill>
              </a:defRPr>
            </a:lvl9pPr>
          </a:lstStyle>
          <a:p>
            <a:r>
              <a:rPr lang="en-GB"/>
              <a:t>Click to add subtitle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E93E98F9-FDA9-4445-94BB-B5BAA492592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4677" y="3059779"/>
            <a:ext cx="5376863" cy="293303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20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600"/>
              </a:spcAft>
              <a:buNone/>
              <a:defRPr sz="20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Aft>
                <a:spcPts val="600"/>
              </a:spcAft>
              <a:buNone/>
              <a:defRPr sz="2000" b="0">
                <a:solidFill>
                  <a:schemeClr val="tx1"/>
                </a:solidFill>
                <a:latin typeface="+mn-lt"/>
              </a:defRPr>
            </a:lvl3pPr>
            <a:lvl4pPr>
              <a:lnSpc>
                <a:spcPct val="100000"/>
              </a:lnSpc>
              <a:spcAft>
                <a:spcPts val="600"/>
              </a:spcAft>
              <a:buNone/>
              <a:defRPr sz="2000" b="0">
                <a:solidFill>
                  <a:schemeClr val="tx1"/>
                </a:solidFill>
                <a:latin typeface="+mn-lt"/>
              </a:defRPr>
            </a:lvl4pPr>
            <a:lvl5pPr>
              <a:lnSpc>
                <a:spcPct val="100000"/>
              </a:lnSpc>
              <a:spcAft>
                <a:spcPts val="600"/>
              </a:spcAft>
              <a:buNone/>
              <a:defRPr sz="2000" b="0">
                <a:solidFill>
                  <a:schemeClr val="tx1"/>
                </a:solidFill>
                <a:latin typeface="+mn-lt"/>
              </a:defRPr>
            </a:lvl5pPr>
            <a:lvl6pPr>
              <a:lnSpc>
                <a:spcPct val="100000"/>
              </a:lnSpc>
              <a:spcAft>
                <a:spcPts val="600"/>
              </a:spcAft>
              <a:defRPr sz="2000" b="0">
                <a:solidFill>
                  <a:schemeClr val="tx1"/>
                </a:solidFill>
                <a:latin typeface="+mn-lt"/>
              </a:defRPr>
            </a:lvl6pPr>
            <a:lvl7pPr>
              <a:lnSpc>
                <a:spcPct val="100000"/>
              </a:lnSpc>
              <a:spcAft>
                <a:spcPts val="600"/>
              </a:spcAft>
              <a:defRPr sz="2000" b="0">
                <a:solidFill>
                  <a:schemeClr val="tx1"/>
                </a:solidFill>
                <a:latin typeface="+mn-lt"/>
              </a:defRPr>
            </a:lvl7pPr>
            <a:lvl8pPr>
              <a:lnSpc>
                <a:spcPct val="100000"/>
              </a:lnSpc>
              <a:spcAft>
                <a:spcPts val="600"/>
              </a:spcAft>
              <a:defRPr sz="2000" b="0">
                <a:solidFill>
                  <a:schemeClr val="tx1"/>
                </a:solidFill>
                <a:latin typeface="+mn-lt"/>
              </a:defRPr>
            </a:lvl8pPr>
            <a:lvl9pPr>
              <a:lnSpc>
                <a:spcPct val="100000"/>
              </a:lnSpc>
              <a:spcAft>
                <a:spcPts val="600"/>
              </a:spcAft>
              <a:defRPr sz="20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Click to add text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  <p:pic>
        <p:nvPicPr>
          <p:cNvPr id="2" name="Picture 1" descr="A picture containing shirt, drawing&#10;&#10;Description automatically generated">
            <a:extLst>
              <a:ext uri="{FF2B5EF4-FFF2-40B4-BE49-F238E27FC236}">
                <a16:creationId xmlns:a16="http://schemas.microsoft.com/office/drawing/2014/main" id="{686E2EE0-73DF-3C52-B459-8202DAF6D6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5314" y="425657"/>
            <a:ext cx="12061372" cy="460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52CE448-7549-46D3-4870-6854DD3B906C}"/>
              </a:ext>
            </a:extLst>
          </p:cNvPr>
          <p:cNvSpPr txBox="1">
            <a:spLocks/>
          </p:cNvSpPr>
          <p:nvPr userDrawn="1"/>
        </p:nvSpPr>
        <p:spPr>
          <a:xfrm>
            <a:off x="152254" y="101657"/>
            <a:ext cx="11041200" cy="460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1350457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GB" noProof="0"/>
              <a:t>Click to add text                                                                                                                                                               Enter &amp; TAB for next text level                                                                                                                                        SHIFT+TAB to go back in levels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  <a:p>
            <a:pPr lvl="5"/>
            <a:r>
              <a:rPr lang="en-GB" noProof="0"/>
              <a:t>6</a:t>
            </a:r>
          </a:p>
          <a:p>
            <a:pPr lvl="6"/>
            <a:r>
              <a:rPr lang="en-GB" noProof="0"/>
              <a:t>7</a:t>
            </a:r>
          </a:p>
          <a:p>
            <a:pPr lvl="7"/>
            <a:r>
              <a:rPr lang="en-GB" noProof="0"/>
              <a:t>8</a:t>
            </a:r>
          </a:p>
          <a:p>
            <a:pPr lvl="8"/>
            <a:r>
              <a:rPr lang="en-GB" noProof="0"/>
              <a:t>9</a:t>
            </a:r>
          </a:p>
        </p:txBody>
      </p:sp>
      <p:sp>
        <p:nvSpPr>
          <p:cNvPr id="13" name="Text Placeholder note">
            <a:extLst>
              <a:ext uri="{FF2B5EF4-FFF2-40B4-BE49-F238E27FC236}">
                <a16:creationId xmlns:a16="http://schemas.microsoft.com/office/drawing/2014/main" id="{2E290DD8-5829-4CF0-B3F6-DBF7FAE0C183}"/>
              </a:ext>
            </a:extLst>
          </p:cNvPr>
          <p:cNvSpPr>
            <a:spLocks noGrp="1"/>
          </p:cNvSpPr>
          <p:nvPr>
            <p:ph type="body" sz="quarter" idx="233" hasCustomPrompt="1"/>
          </p:nvPr>
        </p:nvSpPr>
        <p:spPr>
          <a:xfrm>
            <a:off x="576000" y="5994000"/>
            <a:ext cx="11041200" cy="288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1pPr>
            <a:lvl2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3pPr>
            <a:lvl4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4pPr>
            <a:lvl5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5pPr>
            <a:lvl6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6pPr>
            <a:lvl7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7pPr>
            <a:lvl8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8pPr>
            <a:lvl9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Click to add note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D9DD7-5C0F-40BF-91D9-397928ECCBE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6185100-957D-48C0-A935-5D0F46FE28A5}" type="datetime1">
              <a:rPr lang="en-US" smtClean="0"/>
              <a:t>10/8/2026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45BB2-B770-4E56-876A-11D16C98E07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F2F8E-74D3-4C4C-A640-7E3E0ACAF69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7" name="Picture 6" descr="A picture containing shirt, drawing&#10;&#10;Description automatically generated">
            <a:extLst>
              <a:ext uri="{FF2B5EF4-FFF2-40B4-BE49-F238E27FC236}">
                <a16:creationId xmlns:a16="http://schemas.microsoft.com/office/drawing/2014/main" id="{CC8CF01D-28D1-A588-797A-0DD0924AC5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5314" y="425657"/>
            <a:ext cx="12061372" cy="460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84190E7-7415-03CE-A130-A11CC47525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254" y="101657"/>
            <a:ext cx="11041200" cy="460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Click to add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1011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column content + image C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4511BF2C-6FDB-4024-978B-A8602D158307}"/>
              </a:ext>
            </a:extLst>
          </p:cNvPr>
          <p:cNvSpPr txBox="1"/>
          <p:nvPr userDrawn="1"/>
        </p:nvSpPr>
        <p:spPr>
          <a:xfrm>
            <a:off x="9525" y="-270387"/>
            <a:ext cx="8882627" cy="215444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marL="0" indent="0" algn="l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GB" sz="1400"/>
              <a:t>Right click on picture and choose “</a:t>
            </a:r>
            <a:r>
              <a:rPr lang="en-GB" sz="1400" b="0"/>
              <a:t>Send to Back” </a:t>
            </a:r>
            <a:r>
              <a:rPr lang="en-GB" sz="1400"/>
              <a:t>to get overlay in front</a:t>
            </a:r>
            <a:endParaRPr lang="en-GB" sz="1600">
              <a:solidFill>
                <a:schemeClr val="tx2"/>
              </a:solidFill>
            </a:endParaRPr>
          </a:p>
        </p:txBody>
      </p:sp>
      <p:sp>
        <p:nvSpPr>
          <p:cNvPr id="15" name="Text Placeholder overlay">
            <a:extLst>
              <a:ext uri="{FF2B5EF4-FFF2-40B4-BE49-F238E27FC236}">
                <a16:creationId xmlns:a16="http://schemas.microsoft.com/office/drawing/2014/main" id="{D29E5F34-4C32-480C-A9B9-DD056676066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ltGray">
          <a:xfrm>
            <a:off x="840" y="0"/>
            <a:ext cx="12191160" cy="6858000"/>
          </a:xfrm>
          <a:prstGeom prst="rect">
            <a:avLst/>
          </a:prstGeom>
          <a:solidFill>
            <a:schemeClr val="accent1">
              <a:alpha val="70000"/>
            </a:schemeClr>
          </a:solidFill>
          <a:ln w="0">
            <a:noFill/>
          </a:ln>
        </p:spPr>
        <p:txBody>
          <a:bodyPr wrap="square">
            <a:noAutofit/>
          </a:bodyPr>
          <a:lstStyle>
            <a:lvl1pPr marL="0" indent="0">
              <a:buNone/>
              <a:defRPr sz="133">
                <a:noFill/>
              </a:defRPr>
            </a:lvl1pPr>
          </a:lstStyle>
          <a:p>
            <a:pPr lvl="0"/>
            <a:r>
              <a:rPr lang="en-GB"/>
              <a:t>.</a:t>
            </a:r>
          </a:p>
        </p:txBody>
      </p:sp>
      <p:sp>
        <p:nvSpPr>
          <p:cNvPr id="16" name="Picture Placeholder">
            <a:extLst>
              <a:ext uri="{FF2B5EF4-FFF2-40B4-BE49-F238E27FC236}">
                <a16:creationId xmlns:a16="http://schemas.microsoft.com/office/drawing/2014/main" id="{56C190E3-4144-470F-9492-F224C43E349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white">
          <a:xfrm>
            <a:off x="0" y="-1"/>
            <a:ext cx="12193200" cy="6861600"/>
          </a:xfrm>
          <a:noFill/>
        </p:spPr>
        <p:txBody>
          <a:bodyPr lIns="144000" tIns="36000" bIns="0" anchor="t" anchorCtr="0"/>
          <a:lstStyle>
            <a:lvl1pPr marL="0" indent="0" algn="l"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Click on frame and insert picture using the Insert tab - Pictures or from Templafy Images.</a:t>
            </a:r>
            <a:br>
              <a:rPr lang="en-GB"/>
            </a:br>
            <a:r>
              <a:rPr lang="en-GB"/>
              <a:t>Right click on picture and choose Send to Back to get overlay in front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A9CABC-98CD-43FF-A429-11DB3204292A}"/>
              </a:ext>
            </a:extLst>
          </p:cNvPr>
          <p:cNvSpPr txBox="1"/>
          <p:nvPr userDrawn="1"/>
        </p:nvSpPr>
        <p:spPr>
          <a:xfrm>
            <a:off x="9525" y="6909773"/>
            <a:ext cx="8882627" cy="215444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marL="0" indent="0" algn="l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GB" sz="1400">
                <a:solidFill>
                  <a:schemeClr val="tx1"/>
                </a:solidFill>
              </a:rPr>
              <a:t>You have the option to change the color of the guidepost</a:t>
            </a:r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21" name="Freeform: Shape guidepost">
            <a:extLst>
              <a:ext uri="{FF2B5EF4-FFF2-40B4-BE49-F238E27FC236}">
                <a16:creationId xmlns:a16="http://schemas.microsoft.com/office/drawing/2014/main" id="{9C22143E-5A31-4617-8B8F-E2A2F8C483C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ltGray">
          <a:xfrm>
            <a:off x="837" y="648090"/>
            <a:ext cx="12190435" cy="6209164"/>
          </a:xfrm>
          <a:custGeom>
            <a:avLst/>
            <a:gdLst>
              <a:gd name="connsiteX0" fmla="*/ 0 w 12190435"/>
              <a:gd name="connsiteY0" fmla="*/ 0 h 6209164"/>
              <a:gd name="connsiteX1" fmla="*/ 9256444 w 12190435"/>
              <a:gd name="connsiteY1" fmla="*/ 0 h 6209164"/>
              <a:gd name="connsiteX2" fmla="*/ 11319523 w 12190435"/>
              <a:gd name="connsiteY2" fmla="*/ 770186 h 6209164"/>
              <a:gd name="connsiteX3" fmla="*/ 12184851 w 12190435"/>
              <a:gd name="connsiteY3" fmla="*/ 1641648 h 6209164"/>
              <a:gd name="connsiteX4" fmla="*/ 12184851 w 12190435"/>
              <a:gd name="connsiteY4" fmla="*/ 5646056 h 6209164"/>
              <a:gd name="connsiteX5" fmla="*/ 12190435 w 12190435"/>
              <a:gd name="connsiteY5" fmla="*/ 5646056 h 6209164"/>
              <a:gd name="connsiteX6" fmla="*/ 12190435 w 12190435"/>
              <a:gd name="connsiteY6" fmla="*/ 6209164 h 6209164"/>
              <a:gd name="connsiteX7" fmla="*/ 5542 w 12190435"/>
              <a:gd name="connsiteY7" fmla="*/ 6209164 h 6209164"/>
              <a:gd name="connsiteX8" fmla="*/ 5542 w 12190435"/>
              <a:gd name="connsiteY8" fmla="*/ 6074130 h 6209164"/>
              <a:gd name="connsiteX9" fmla="*/ 0 w 12190435"/>
              <a:gd name="connsiteY9" fmla="*/ 6074130 h 6209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0435" h="6209164">
                <a:moveTo>
                  <a:pt x="0" y="0"/>
                </a:moveTo>
                <a:lnTo>
                  <a:pt x="9256444" y="0"/>
                </a:lnTo>
                <a:cubicBezTo>
                  <a:pt x="10625146" y="0"/>
                  <a:pt x="10750747" y="197983"/>
                  <a:pt x="11319523" y="770186"/>
                </a:cubicBezTo>
                <a:lnTo>
                  <a:pt x="12184851" y="1641648"/>
                </a:lnTo>
                <a:lnTo>
                  <a:pt x="12184851" y="5646056"/>
                </a:lnTo>
                <a:lnTo>
                  <a:pt x="12190435" y="5646056"/>
                </a:lnTo>
                <a:lnTo>
                  <a:pt x="12190435" y="6209164"/>
                </a:lnTo>
                <a:lnTo>
                  <a:pt x="5542" y="6209164"/>
                </a:lnTo>
                <a:lnTo>
                  <a:pt x="5542" y="6074130"/>
                </a:lnTo>
                <a:lnTo>
                  <a:pt x="0" y="607413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 w="0">
            <a:solidFill>
              <a:schemeClr val="accent1">
                <a:alpha val="0"/>
              </a:schemeClr>
            </a:solidFill>
          </a:ln>
        </p:spPr>
        <p:txBody>
          <a:bodyPr wrap="square">
            <a:noAutofit/>
          </a:bodyPr>
          <a:lstStyle>
            <a:lvl1pPr marL="0" indent="0">
              <a:buNone/>
              <a:defRPr sz="133">
                <a:noFill/>
              </a:defRPr>
            </a:lvl1pPr>
          </a:lstStyle>
          <a:p>
            <a:pPr lvl="0"/>
            <a:r>
              <a:rPr lang="en-GB"/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76000" y="2069999"/>
            <a:ext cx="11041200" cy="39196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/>
              <a:t>Click to add text                                                                                                                                                               Enter &amp; TAB for next text level                                                                                                                                        SHIFT+TAB to go back in levels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  <a:p>
            <a:pPr lvl="5"/>
            <a:r>
              <a:rPr lang="en-GB" noProof="0"/>
              <a:t>6</a:t>
            </a:r>
          </a:p>
          <a:p>
            <a:pPr lvl="6"/>
            <a:r>
              <a:rPr lang="en-GB" noProof="0"/>
              <a:t>7</a:t>
            </a:r>
          </a:p>
          <a:p>
            <a:pPr lvl="7"/>
            <a:r>
              <a:rPr lang="en-GB" noProof="0"/>
              <a:t>8</a:t>
            </a:r>
          </a:p>
          <a:p>
            <a:pPr lvl="8"/>
            <a:r>
              <a:rPr lang="en-GB" noProof="0"/>
              <a:t>9</a:t>
            </a:r>
          </a:p>
        </p:txBody>
      </p:sp>
      <p:sp>
        <p:nvSpPr>
          <p:cNvPr id="18" name="Text Placeholder note">
            <a:extLst>
              <a:ext uri="{FF2B5EF4-FFF2-40B4-BE49-F238E27FC236}">
                <a16:creationId xmlns:a16="http://schemas.microsoft.com/office/drawing/2014/main" id="{948B132A-F9A1-4AB7-8050-5CD2776A2B5B}"/>
              </a:ext>
            </a:extLst>
          </p:cNvPr>
          <p:cNvSpPr>
            <a:spLocks noGrp="1"/>
          </p:cNvSpPr>
          <p:nvPr>
            <p:ph type="body" sz="quarter" idx="233" hasCustomPrompt="1"/>
          </p:nvPr>
        </p:nvSpPr>
        <p:spPr>
          <a:xfrm>
            <a:off x="576000" y="5994000"/>
            <a:ext cx="11041200" cy="288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3pPr>
            <a:lvl4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4pPr>
            <a:lvl5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5pPr>
            <a:lvl6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6pPr>
            <a:lvl7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7pPr>
            <a:lvl8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8pPr>
            <a:lvl9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Click to add note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D9DD7-5C0F-40BF-91D9-397928ECCBE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C85E6B5-2B89-4368-80A1-410E24074D52}" type="datetime1">
              <a:rPr lang="en-US" smtClean="0"/>
              <a:t>10/8/2026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45BB2-B770-4E56-876A-11D16C98E07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F2F8E-74D3-4C4C-A640-7E3E0ACAF69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62AA5A-A512-6705-7E4B-306CE8E54D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254" y="101657"/>
            <a:ext cx="11041200" cy="460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Click to add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5979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text + picture/overlay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overlay">
            <a:extLst>
              <a:ext uri="{FF2B5EF4-FFF2-40B4-BE49-F238E27FC236}">
                <a16:creationId xmlns:a16="http://schemas.microsoft.com/office/drawing/2014/main" id="{A2B7CC84-0E4E-478C-AE5F-CE62EC5F06E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07621" y="4"/>
            <a:ext cx="5784380" cy="6857999"/>
          </a:xfrm>
          <a:custGeom>
            <a:avLst/>
            <a:gdLst>
              <a:gd name="connsiteX0" fmla="*/ 1581728 w 5784380"/>
              <a:gd name="connsiteY0" fmla="*/ 0 h 6857999"/>
              <a:gd name="connsiteX1" fmla="*/ 5784380 w 5784380"/>
              <a:gd name="connsiteY1" fmla="*/ 0 h 6857999"/>
              <a:gd name="connsiteX2" fmla="*/ 5784380 w 5784380"/>
              <a:gd name="connsiteY2" fmla="*/ 6857999 h 6857999"/>
              <a:gd name="connsiteX3" fmla="*/ 1425446 w 5784380"/>
              <a:gd name="connsiteY3" fmla="*/ 6857999 h 6857999"/>
              <a:gd name="connsiteX4" fmla="*/ 1268210 w 5784380"/>
              <a:gd name="connsiteY4" fmla="*/ 6697437 h 6857999"/>
              <a:gd name="connsiteX5" fmla="*/ 0 w 5784380"/>
              <a:gd name="connsiteY5" fmla="*/ 3501736 h 6857999"/>
              <a:gd name="connsiteX6" fmla="*/ 1429854 w 5784380"/>
              <a:gd name="connsiteY6" fmla="*/ 140972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84380" h="6857999">
                <a:moveTo>
                  <a:pt x="1581728" y="0"/>
                </a:moveTo>
                <a:lnTo>
                  <a:pt x="5784380" y="0"/>
                </a:lnTo>
                <a:lnTo>
                  <a:pt x="5784380" y="6857999"/>
                </a:lnTo>
                <a:lnTo>
                  <a:pt x="1425446" y="6857999"/>
                </a:lnTo>
                <a:lnTo>
                  <a:pt x="1268210" y="6697437"/>
                </a:lnTo>
                <a:cubicBezTo>
                  <a:pt x="480250" y="5853394"/>
                  <a:pt x="0" y="4732168"/>
                  <a:pt x="0" y="3501736"/>
                </a:cubicBezTo>
                <a:cubicBezTo>
                  <a:pt x="0" y="2189276"/>
                  <a:pt x="546417" y="1001067"/>
                  <a:pt x="1429854" y="140972"/>
                </a:cubicBezTo>
                <a:close/>
              </a:path>
            </a:pathLst>
          </a:custGeom>
          <a:solidFill>
            <a:schemeClr val="accent1">
              <a:alpha val="40000"/>
            </a:schemeClr>
          </a:solidFill>
          <a:ln w="0">
            <a:noFill/>
          </a:ln>
        </p:spPr>
        <p:txBody>
          <a:bodyPr wrap="square">
            <a:noAutofit/>
          </a:bodyPr>
          <a:lstStyle>
            <a:lvl1pPr marL="0" indent="0">
              <a:buNone/>
              <a:defRPr sz="133">
                <a:noFill/>
              </a:defRPr>
            </a:lvl1pPr>
          </a:lstStyle>
          <a:p>
            <a:pPr lvl="0"/>
            <a:r>
              <a:rPr lang="en-GB"/>
              <a:t>.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66C30EE2-BC7B-4FD0-B7A8-FEE354C4B21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407619" y="4"/>
            <a:ext cx="5784380" cy="6856247"/>
          </a:xfrm>
          <a:custGeom>
            <a:avLst/>
            <a:gdLst>
              <a:gd name="connsiteX0" fmla="*/ 1581728 w 5784380"/>
              <a:gd name="connsiteY0" fmla="*/ 0 h 6856247"/>
              <a:gd name="connsiteX1" fmla="*/ 5784380 w 5784380"/>
              <a:gd name="connsiteY1" fmla="*/ 0 h 6856247"/>
              <a:gd name="connsiteX2" fmla="*/ 5784380 w 5784380"/>
              <a:gd name="connsiteY2" fmla="*/ 6856247 h 6856247"/>
              <a:gd name="connsiteX3" fmla="*/ 1423731 w 5784380"/>
              <a:gd name="connsiteY3" fmla="*/ 6856247 h 6856247"/>
              <a:gd name="connsiteX4" fmla="*/ 1268210 w 5784380"/>
              <a:gd name="connsiteY4" fmla="*/ 6697437 h 6856247"/>
              <a:gd name="connsiteX5" fmla="*/ 0 w 5784380"/>
              <a:gd name="connsiteY5" fmla="*/ 3501736 h 6856247"/>
              <a:gd name="connsiteX6" fmla="*/ 1429854 w 5784380"/>
              <a:gd name="connsiteY6" fmla="*/ 140972 h 6856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84380" h="6856247">
                <a:moveTo>
                  <a:pt x="1581728" y="0"/>
                </a:moveTo>
                <a:lnTo>
                  <a:pt x="5784380" y="0"/>
                </a:lnTo>
                <a:lnTo>
                  <a:pt x="5784380" y="6856247"/>
                </a:lnTo>
                <a:lnTo>
                  <a:pt x="1423731" y="6856247"/>
                </a:lnTo>
                <a:lnTo>
                  <a:pt x="1268210" y="6697437"/>
                </a:lnTo>
                <a:cubicBezTo>
                  <a:pt x="480250" y="5853394"/>
                  <a:pt x="0" y="4732168"/>
                  <a:pt x="0" y="3501736"/>
                </a:cubicBezTo>
                <a:cubicBezTo>
                  <a:pt x="0" y="2189276"/>
                  <a:pt x="546417" y="1001067"/>
                  <a:pt x="1429854" y="140972"/>
                </a:cubicBezTo>
                <a:close/>
              </a:path>
            </a:pathLst>
          </a:custGeom>
          <a:noFill/>
        </p:spPr>
        <p:txBody>
          <a:bodyPr wrap="square" lIns="180000" tIns="1368000" rIns="180000" anchor="ctr" anchorCtr="0">
            <a:noAutofit/>
          </a:bodyPr>
          <a:lstStyle>
            <a:lvl1pPr marL="0" indent="0" algn="ctr">
              <a:spcAft>
                <a:spcPts val="0"/>
              </a:spcAft>
              <a:buNone/>
              <a:defRPr sz="1600">
                <a:solidFill>
                  <a:schemeClr val="tx2"/>
                </a:solidFill>
              </a:defRPr>
            </a:lvl1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noProof="0"/>
              <a:t>Click icon to add picture or click on </a:t>
            </a:r>
            <a:br>
              <a:rPr lang="en-GB" noProof="0"/>
            </a:br>
            <a:r>
              <a:rPr lang="en-GB" noProof="0"/>
              <a:t>frame and insert picture from Templafy Images. </a:t>
            </a:r>
            <a:br>
              <a:rPr lang="en-GB" noProof="0"/>
            </a:br>
            <a:r>
              <a:rPr lang="en-GB"/>
              <a:t>Right click on picture and choose Send to Back to get overlay in front</a:t>
            </a:r>
            <a:endParaRPr lang="en-GB" noProof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5648CB-1F60-48C2-ADEE-FF2B9D705B65}"/>
              </a:ext>
            </a:extLst>
          </p:cNvPr>
          <p:cNvSpPr txBox="1"/>
          <p:nvPr userDrawn="1"/>
        </p:nvSpPr>
        <p:spPr>
          <a:xfrm>
            <a:off x="1990726" y="-270387"/>
            <a:ext cx="10155301" cy="215444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1400"/>
              <a:t>Right click on picture and choose “</a:t>
            </a:r>
            <a:r>
              <a:rPr lang="en-GB" sz="1400" b="0"/>
              <a:t>Send to Back” </a:t>
            </a:r>
            <a:r>
              <a:rPr lang="en-GB" sz="1400"/>
              <a:t>to get overlay in front. </a:t>
            </a:r>
            <a:endParaRPr lang="en-GB" sz="140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76000" y="1727199"/>
            <a:ext cx="5374800" cy="4266000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GB" noProof="0"/>
              <a:t>Click to add text                                                           Enter &amp; TAB for next text level                                          SHIFT+TAB to go back in levels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  <a:p>
            <a:pPr lvl="5"/>
            <a:r>
              <a:rPr lang="en-GB" noProof="0"/>
              <a:t>6</a:t>
            </a:r>
          </a:p>
          <a:p>
            <a:pPr lvl="6"/>
            <a:r>
              <a:rPr lang="en-GB" noProof="0"/>
              <a:t>7</a:t>
            </a:r>
          </a:p>
          <a:p>
            <a:pPr lvl="7"/>
            <a:r>
              <a:rPr lang="en-GB" noProof="0"/>
              <a:t>8</a:t>
            </a:r>
          </a:p>
          <a:p>
            <a:pPr lvl="8"/>
            <a:r>
              <a:rPr lang="en-GB" noProof="0"/>
              <a:t>9</a:t>
            </a:r>
          </a:p>
        </p:txBody>
      </p:sp>
      <p:sp>
        <p:nvSpPr>
          <p:cNvPr id="15" name="Text Placeholder note">
            <a:extLst>
              <a:ext uri="{FF2B5EF4-FFF2-40B4-BE49-F238E27FC236}">
                <a16:creationId xmlns:a16="http://schemas.microsoft.com/office/drawing/2014/main" id="{49F1882B-676A-48F2-8EC4-51EFD17D6398}"/>
              </a:ext>
            </a:extLst>
          </p:cNvPr>
          <p:cNvSpPr>
            <a:spLocks noGrp="1"/>
          </p:cNvSpPr>
          <p:nvPr>
            <p:ph type="body" sz="quarter" idx="233" hasCustomPrompt="1"/>
          </p:nvPr>
        </p:nvSpPr>
        <p:spPr>
          <a:xfrm>
            <a:off x="576000" y="5994000"/>
            <a:ext cx="5375539" cy="288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1pPr>
            <a:lvl2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3pPr>
            <a:lvl4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4pPr>
            <a:lvl5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5pPr>
            <a:lvl6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6pPr>
            <a:lvl7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7pPr>
            <a:lvl8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8pPr>
            <a:lvl9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Click to add note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FE5B66-FE35-4EFE-9383-93A0CEA6252C}"/>
              </a:ext>
            </a:extLst>
          </p:cNvPr>
          <p:cNvSpPr>
            <a:spLocks noGrp="1"/>
          </p:cNvSpPr>
          <p:nvPr>
            <p:ph type="dt" sz="half" idx="220"/>
          </p:nvPr>
        </p:nvSpPr>
        <p:spPr/>
        <p:txBody>
          <a:bodyPr/>
          <a:lstStyle/>
          <a:p>
            <a:fld id="{E0580A78-6DC7-4204-BF87-737E1DE41999}" type="datetime1">
              <a:rPr lang="en-US" smtClean="0"/>
              <a:t>10/8/2026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561717-2188-4B1C-A08A-6D385B6C8DB5}"/>
              </a:ext>
            </a:extLst>
          </p:cNvPr>
          <p:cNvSpPr>
            <a:spLocks noGrp="1"/>
          </p:cNvSpPr>
          <p:nvPr>
            <p:ph type="ftr" sz="quarter" idx="2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5528A7DB-3725-468C-BEC5-FD2888252F4A}"/>
              </a:ext>
            </a:extLst>
          </p:cNvPr>
          <p:cNvSpPr>
            <a:spLocks noGrp="1"/>
          </p:cNvSpPr>
          <p:nvPr>
            <p:ph type="sldNum" sz="quarter" idx="22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22452E-DDF5-4B7D-9EF2-BE16C3110428}"/>
              </a:ext>
            </a:extLst>
          </p:cNvPr>
          <p:cNvSpPr txBox="1"/>
          <p:nvPr userDrawn="1"/>
        </p:nvSpPr>
        <p:spPr>
          <a:xfrm>
            <a:off x="3299947" y="6909773"/>
            <a:ext cx="8882627" cy="215444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marL="0" indent="0" algn="r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GB" sz="1400">
                <a:solidFill>
                  <a:schemeClr val="tx1"/>
                </a:solidFill>
              </a:rPr>
              <a:t>You have the option to change the color of the guidepost</a:t>
            </a:r>
            <a:endParaRPr lang="en-GB" sz="1600">
              <a:solidFill>
                <a:schemeClr val="tx1"/>
              </a:solidFill>
            </a:endParaRPr>
          </a:p>
        </p:txBody>
      </p:sp>
      <p:pic>
        <p:nvPicPr>
          <p:cNvPr id="5" name="Picture 4" descr="A picture containing shirt, drawing&#10;&#10;Description automatically generated">
            <a:extLst>
              <a:ext uri="{FF2B5EF4-FFF2-40B4-BE49-F238E27FC236}">
                <a16:creationId xmlns:a16="http://schemas.microsoft.com/office/drawing/2014/main" id="{5CBC804C-DB07-62DE-D94C-41F18A18A5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5314" y="425657"/>
            <a:ext cx="12061372" cy="460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26DC373-E569-523B-AFC1-5C9D5E337F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254" y="101657"/>
            <a:ext cx="11041200" cy="460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Click to add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7359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graphy 1 per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4413F-D7BF-4DE6-99B6-2AF447CF4D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999" y="1727200"/>
            <a:ext cx="3488400" cy="1793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GB" noProof="0"/>
              <a:t>Click to add title</a:t>
            </a:r>
            <a:endParaRPr lang="en-GB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3DB26CC-0BDD-403A-AD54-0CA0E85E349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11435" y="2799939"/>
            <a:ext cx="1728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1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name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CF51E147-8718-449B-A955-22170E6013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11435" y="2936299"/>
            <a:ext cx="1728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3858A2C-89F5-43E3-BD41-B9456C04897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11435" y="3072659"/>
            <a:ext cx="1728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phone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B10715AE-F79F-4E00-8BBE-5BC10CB43CB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11435" y="3209020"/>
            <a:ext cx="1728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mail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08E60EB-D02A-4344-B356-3A7D4172F23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96100" y="1727200"/>
            <a:ext cx="4064400" cy="180001"/>
          </a:xfrm>
        </p:spPr>
        <p:txBody>
          <a:bodyPr/>
          <a:lstStyle>
            <a:lvl1pPr marL="0" indent="0">
              <a:buNone/>
              <a:defRPr sz="1000" b="1" cap="all" baseline="0">
                <a:solidFill>
                  <a:schemeClr val="accent1"/>
                </a:solidFill>
              </a:defRPr>
            </a:lvl1pPr>
            <a:lvl2pPr marL="0" indent="0">
              <a:buNone/>
              <a:defRPr lang="en-US" sz="1000" b="1" kern="1200" cap="all" baseline="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>
              <a:buNone/>
              <a:defRPr lang="en-US" sz="1000" b="1" kern="1200" cap="all" baseline="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>
              <a:buNone/>
              <a:defRPr lang="en-US" sz="1000" b="1" kern="1200" cap="all" baseline="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>
              <a:buNone/>
              <a:defRPr lang="en-US" sz="1000" b="1" kern="1200" cap="all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>
              <a:defRPr lang="en-US" sz="1000" b="1" kern="1200" cap="all" baseline="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>
              <a:defRPr lang="en-US" sz="1000" b="1" kern="1200" cap="all" baseline="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>
              <a:defRPr lang="en-US" sz="1000" b="1" kern="1200" cap="all" baseline="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>
              <a:lnSpc>
                <a:spcPct val="100000"/>
              </a:lnSpc>
              <a:spcAft>
                <a:spcPts val="600"/>
              </a:spcAft>
              <a:defRPr lang="en-US" sz="1000" b="1" kern="1200" cap="all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Click to add </a:t>
            </a:r>
            <a:r>
              <a:rPr lang="en-GB" sz="10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PRACTICE/SECTOR </a:t>
            </a:r>
            <a:endParaRPr lang="en-GB"/>
          </a:p>
          <a:p>
            <a:pPr lvl="1"/>
            <a:endParaRPr lang="en-GB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7125548-193F-47D9-8E06-0359FB40B86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96100" y="1951966"/>
            <a:ext cx="4064400" cy="4040849"/>
          </a:xfrm>
        </p:spPr>
        <p:txBody>
          <a:bodyPr/>
          <a:lstStyle>
            <a:lvl1pPr marL="107997" indent="-107997">
              <a:spcAft>
                <a:spcPts val="300"/>
              </a:spcAft>
              <a:defRPr sz="1000"/>
            </a:lvl1pPr>
            <a:lvl2pPr marL="215995" indent="-107997">
              <a:spcAft>
                <a:spcPts val="300"/>
              </a:spcAft>
              <a:defRPr sz="1000"/>
            </a:lvl2pPr>
            <a:lvl3pPr marL="323992" indent="-107997">
              <a:spcAft>
                <a:spcPts val="300"/>
              </a:spcAft>
              <a:defRPr sz="1000"/>
            </a:lvl3pPr>
            <a:lvl4pPr>
              <a:spcAft>
                <a:spcPts val="31"/>
              </a:spcAft>
              <a:defRPr sz="1000"/>
            </a:lvl4pPr>
            <a:lvl5pPr>
              <a:spcAft>
                <a:spcPts val="31"/>
              </a:spcAft>
              <a:defRPr sz="1000"/>
            </a:lvl5pPr>
            <a:lvl6pPr>
              <a:spcAft>
                <a:spcPts val="31"/>
              </a:spcAft>
              <a:defRPr sz="1000" b="0"/>
            </a:lvl6pPr>
            <a:lvl7pPr>
              <a:spcAft>
                <a:spcPts val="31"/>
              </a:spcAft>
              <a:defRPr sz="1000"/>
            </a:lvl7pPr>
            <a:lvl8pPr>
              <a:spcAft>
                <a:spcPts val="31"/>
              </a:spcAft>
              <a:defRPr sz="1000"/>
            </a:lvl8pPr>
            <a:lvl9pPr>
              <a:lnSpc>
                <a:spcPct val="100000"/>
              </a:lnSpc>
              <a:spcAft>
                <a:spcPts val="300"/>
              </a:spcAft>
              <a:defRPr sz="1000">
                <a:latin typeface="+mn-lt"/>
              </a:defRPr>
            </a:lvl9pPr>
          </a:lstStyle>
          <a:p>
            <a:pPr lvl="0"/>
            <a:r>
              <a:rPr lang="en-GB" noProof="0"/>
              <a:t>Click to add text                                                                                 Enter &amp; TAB for next text level                                                        SHIFT+TAB to go back in levels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949F7532-CE2D-4A2F-9C09-4696C546318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011435" y="1688400"/>
            <a:ext cx="1008000" cy="1008000"/>
          </a:xfrm>
          <a:prstGeom prst="ellipse">
            <a:avLst/>
          </a:prstGeom>
          <a:noFill/>
        </p:spPr>
        <p:txBody>
          <a:bodyPr lIns="0" tIns="0"/>
          <a:lstStyle>
            <a:lvl1pPr marL="0" indent="0" algn="l">
              <a:buNone/>
              <a:defRPr sz="900">
                <a:solidFill>
                  <a:schemeClr val="tx2"/>
                </a:solidFill>
              </a:defRPr>
            </a:lvl1pPr>
          </a:lstStyle>
          <a:p>
            <a:r>
              <a:rPr lang="en-GB"/>
              <a:t>Click icon to add picture or click on frame and insert picture from Templafy Images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22FEA212-4746-4B6E-9B5D-4D873590C5DD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5FDD055-326D-4260-BB1F-6700BFAF81C2}" type="datetime1">
              <a:rPr lang="en-US" smtClean="0"/>
              <a:t>10/8/2026</a:t>
            </a:fld>
            <a:endParaRPr lang="en-GB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7F6958A-FE05-46B0-8B90-06A15B9C705D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8C7E7BC1-AAEE-4D73-B6E5-BB2902E96C8F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3" name="Picture 2" descr="A picture containing shirt, drawing&#10;&#10;Description automatically generated">
            <a:extLst>
              <a:ext uri="{FF2B5EF4-FFF2-40B4-BE49-F238E27FC236}">
                <a16:creationId xmlns:a16="http://schemas.microsoft.com/office/drawing/2014/main" id="{3F4667A9-39C1-9030-70FC-B1A5E8FDCC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5314" y="425657"/>
            <a:ext cx="12061372" cy="460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202907E-8E56-5DE1-40F4-DA631F117B0C}"/>
              </a:ext>
            </a:extLst>
          </p:cNvPr>
          <p:cNvSpPr txBox="1">
            <a:spLocks/>
          </p:cNvSpPr>
          <p:nvPr userDrawn="1"/>
        </p:nvSpPr>
        <p:spPr>
          <a:xfrm>
            <a:off x="152254" y="101657"/>
            <a:ext cx="11041200" cy="460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161864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graphy 2 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3DB26CC-0BDD-403A-AD54-0CA0E85E349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76000" y="2782879"/>
            <a:ext cx="1728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1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name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CF51E147-8718-449B-A955-22170E6013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76000" y="2919239"/>
            <a:ext cx="1728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3858A2C-89F5-43E3-BD41-B9456C04897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76000" y="3055599"/>
            <a:ext cx="1728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phone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B10715AE-F79F-4E00-8BBE-5BC10CB43CB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76000" y="3191960"/>
            <a:ext cx="1728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mail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08E60EB-D02A-4344-B356-3A7D4172F23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462213" y="1727200"/>
            <a:ext cx="3024000" cy="180001"/>
          </a:xfrm>
        </p:spPr>
        <p:txBody>
          <a:bodyPr/>
          <a:lstStyle>
            <a:lvl1pPr marL="0" indent="0">
              <a:buNone/>
              <a:defRPr sz="1000" b="1" cap="all" baseline="0">
                <a:solidFill>
                  <a:schemeClr val="accent1"/>
                </a:solidFill>
              </a:defRPr>
            </a:lvl1pPr>
            <a:lvl2pPr marL="0" indent="0">
              <a:buNone/>
              <a:defRPr lang="en-US" sz="1000" b="1" kern="1200" cap="all" baseline="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>
              <a:buNone/>
              <a:defRPr lang="en-US" sz="1000" b="1" kern="1200" cap="all" baseline="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>
              <a:buNone/>
              <a:defRPr lang="en-US" sz="1000" b="1" kern="1200" cap="all" baseline="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>
              <a:buNone/>
              <a:defRPr lang="en-US" sz="1000" b="1" kern="1200" cap="all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>
              <a:defRPr lang="en-US" sz="1000" b="1" kern="1200" cap="all" baseline="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>
              <a:defRPr lang="en-US" sz="1000" b="1" kern="1200" cap="all" baseline="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>
              <a:defRPr lang="en-US" sz="1000" b="1" kern="1200" cap="all" baseline="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>
              <a:lnSpc>
                <a:spcPct val="100000"/>
              </a:lnSpc>
              <a:spcAft>
                <a:spcPts val="600"/>
              </a:spcAft>
              <a:defRPr lang="en-US" sz="1000" b="1" kern="1200" cap="all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Click to add </a:t>
            </a:r>
            <a:r>
              <a:rPr lang="en-GB" sz="10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PRACTICE/SECTOR </a:t>
            </a:r>
            <a:endParaRPr lang="en-GB"/>
          </a:p>
          <a:p>
            <a:pPr lvl="1"/>
            <a:endParaRPr lang="en-GB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7125548-193F-47D9-8E06-0359FB40B86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462213" y="1951202"/>
            <a:ext cx="3024000" cy="4040849"/>
          </a:xfrm>
        </p:spPr>
        <p:txBody>
          <a:bodyPr/>
          <a:lstStyle>
            <a:lvl1pPr marL="107997" indent="-107997">
              <a:spcAft>
                <a:spcPts val="300"/>
              </a:spcAft>
              <a:defRPr sz="1000"/>
            </a:lvl1pPr>
            <a:lvl2pPr marL="215995" indent="-107997">
              <a:spcAft>
                <a:spcPts val="300"/>
              </a:spcAft>
              <a:defRPr sz="1000"/>
            </a:lvl2pPr>
            <a:lvl3pPr marL="323992" indent="-107997">
              <a:spcAft>
                <a:spcPts val="300"/>
              </a:spcAft>
              <a:defRPr sz="1000"/>
            </a:lvl3pPr>
            <a:lvl4pPr>
              <a:spcAft>
                <a:spcPts val="31"/>
              </a:spcAft>
              <a:defRPr sz="1000"/>
            </a:lvl4pPr>
            <a:lvl5pPr>
              <a:spcAft>
                <a:spcPts val="31"/>
              </a:spcAft>
              <a:defRPr sz="1000"/>
            </a:lvl5pPr>
            <a:lvl6pPr>
              <a:spcAft>
                <a:spcPts val="31"/>
              </a:spcAft>
              <a:defRPr sz="1000" b="0"/>
            </a:lvl6pPr>
            <a:lvl7pPr>
              <a:spcAft>
                <a:spcPts val="31"/>
              </a:spcAft>
              <a:defRPr sz="1000"/>
            </a:lvl7pPr>
            <a:lvl8pPr>
              <a:spcAft>
                <a:spcPts val="31"/>
              </a:spcAft>
              <a:defRPr sz="1000"/>
            </a:lvl8pPr>
            <a:lvl9pPr>
              <a:lnSpc>
                <a:spcPct val="100000"/>
              </a:lnSpc>
              <a:spcAft>
                <a:spcPts val="300"/>
              </a:spcAft>
              <a:defRPr sz="1000">
                <a:latin typeface="+mn-lt"/>
              </a:defRPr>
            </a:lvl9pPr>
          </a:lstStyle>
          <a:p>
            <a:pPr lvl="0"/>
            <a:r>
              <a:rPr lang="en-GB" noProof="0"/>
              <a:t>Click to add text                                                       Enter &amp; TAB for next text level                                 SHIFT+TAB to go back in levels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E4650D57-E571-42EC-98B9-E61F8CA17CC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44805" y="2782879"/>
            <a:ext cx="1728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1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name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607BFD7A-4619-4695-9B5B-657D2202EE4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44805" y="2919239"/>
            <a:ext cx="1728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99638A0D-4686-4B14-8E7E-D867B1D701A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44805" y="3055599"/>
            <a:ext cx="1728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phone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AF791D00-2DDC-47B1-87BF-C3F295F019B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44805" y="3191960"/>
            <a:ext cx="1728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mail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27562B96-831A-4266-B1D6-4F28EB1F1A2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131019" y="1728002"/>
            <a:ext cx="3024000" cy="180001"/>
          </a:xfrm>
        </p:spPr>
        <p:txBody>
          <a:bodyPr/>
          <a:lstStyle>
            <a:lvl1pPr marL="0" indent="0">
              <a:buNone/>
              <a:defRPr sz="1000" b="1" cap="all" baseline="0">
                <a:solidFill>
                  <a:schemeClr val="accent1"/>
                </a:solidFill>
              </a:defRPr>
            </a:lvl1pPr>
            <a:lvl2pPr marL="0" indent="0">
              <a:buNone/>
              <a:defRPr lang="en-US" sz="1000" b="1" kern="1200" cap="all" baseline="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>
              <a:buNone/>
              <a:defRPr lang="en-US" sz="1000" b="1" kern="1200" cap="all" baseline="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>
              <a:buNone/>
              <a:defRPr lang="en-US" sz="1000" b="1" kern="1200" cap="all" baseline="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>
              <a:buNone/>
              <a:defRPr lang="en-US" sz="1000" b="1" kern="1200" cap="all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>
              <a:defRPr lang="en-US" sz="1000" b="1" kern="1200" cap="all" baseline="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>
              <a:defRPr lang="en-US" sz="1000" b="1" kern="1200" cap="all" baseline="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>
              <a:defRPr lang="en-US" sz="1000" b="1" kern="1200" cap="all" baseline="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>
              <a:lnSpc>
                <a:spcPct val="100000"/>
              </a:lnSpc>
              <a:spcAft>
                <a:spcPts val="600"/>
              </a:spcAft>
              <a:defRPr lang="en-US" sz="1000" b="1" kern="1200" cap="all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Click to add </a:t>
            </a:r>
            <a:r>
              <a:rPr lang="en-GB" sz="10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PRACTICE/SECTOR </a:t>
            </a:r>
            <a:endParaRPr lang="en-GB"/>
          </a:p>
          <a:p>
            <a:pPr lvl="1"/>
            <a:endParaRPr lang="en-GB"/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2BB8B504-BF73-4669-9236-CEA6F164F03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131019" y="1951202"/>
            <a:ext cx="3024000" cy="4040849"/>
          </a:xfrm>
        </p:spPr>
        <p:txBody>
          <a:bodyPr/>
          <a:lstStyle>
            <a:lvl1pPr marL="107997" indent="-107997">
              <a:spcAft>
                <a:spcPts val="300"/>
              </a:spcAft>
              <a:defRPr sz="1000"/>
            </a:lvl1pPr>
            <a:lvl2pPr marL="215995" indent="-107997">
              <a:spcAft>
                <a:spcPts val="300"/>
              </a:spcAft>
              <a:defRPr sz="1000"/>
            </a:lvl2pPr>
            <a:lvl3pPr marL="323992" indent="-107997">
              <a:spcAft>
                <a:spcPts val="300"/>
              </a:spcAft>
              <a:defRPr sz="1000"/>
            </a:lvl3pPr>
            <a:lvl4pPr>
              <a:spcAft>
                <a:spcPts val="31"/>
              </a:spcAft>
              <a:defRPr sz="1000"/>
            </a:lvl4pPr>
            <a:lvl5pPr>
              <a:spcAft>
                <a:spcPts val="31"/>
              </a:spcAft>
              <a:defRPr sz="1000"/>
            </a:lvl5pPr>
            <a:lvl6pPr>
              <a:spcAft>
                <a:spcPts val="31"/>
              </a:spcAft>
              <a:defRPr sz="1000" b="0"/>
            </a:lvl6pPr>
            <a:lvl7pPr>
              <a:spcAft>
                <a:spcPts val="31"/>
              </a:spcAft>
              <a:defRPr sz="1000"/>
            </a:lvl7pPr>
            <a:lvl8pPr>
              <a:spcAft>
                <a:spcPts val="31"/>
              </a:spcAft>
              <a:defRPr sz="1000"/>
            </a:lvl8pPr>
            <a:lvl9pPr>
              <a:lnSpc>
                <a:spcPct val="100000"/>
              </a:lnSpc>
              <a:spcAft>
                <a:spcPts val="300"/>
              </a:spcAft>
              <a:defRPr sz="1000">
                <a:latin typeface="+mn-lt"/>
              </a:defRPr>
            </a:lvl9pPr>
          </a:lstStyle>
          <a:p>
            <a:pPr lvl="0"/>
            <a:r>
              <a:rPr lang="en-GB" noProof="0"/>
              <a:t>Click to add text                                                       Enter &amp; TAB for next text level                                 SHIFT+TAB to go back in levels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949F7532-CE2D-4A2F-9C09-4696C546318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6000" y="1728000"/>
            <a:ext cx="943200" cy="943200"/>
          </a:xfrm>
          <a:prstGeom prst="ellipse">
            <a:avLst/>
          </a:prstGeom>
          <a:noFill/>
        </p:spPr>
        <p:txBody>
          <a:bodyPr lIns="0" tIns="0" bIns="0"/>
          <a:lstStyle>
            <a:lvl1pPr marL="0" indent="0" algn="l">
              <a:buNone/>
              <a:defRPr sz="900">
                <a:solidFill>
                  <a:schemeClr val="tx2"/>
                </a:solidFill>
              </a:defRPr>
            </a:lvl1pPr>
          </a:lstStyle>
          <a:p>
            <a:r>
              <a:rPr lang="en-GB"/>
              <a:t>Click icon to add picture or click on frame and insert picture from Templafy Images</a:t>
            </a:r>
          </a:p>
        </p:txBody>
      </p:sp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D9434157-C0CA-46C1-B739-37770036697E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6244805" y="1728000"/>
            <a:ext cx="943200" cy="943200"/>
          </a:xfrm>
          <a:prstGeom prst="ellipse">
            <a:avLst/>
          </a:prstGeom>
          <a:noFill/>
        </p:spPr>
        <p:txBody>
          <a:bodyPr lIns="0" tIns="0" bIns="0"/>
          <a:lstStyle>
            <a:lvl1pPr marL="0" indent="0" algn="l">
              <a:buNone/>
              <a:defRPr sz="900">
                <a:solidFill>
                  <a:schemeClr val="tx2"/>
                </a:solidFill>
              </a:defRPr>
            </a:lvl1pPr>
          </a:lstStyle>
          <a:p>
            <a:r>
              <a:rPr lang="en-GB"/>
              <a:t>Click icon to add picture or click on frame and insert picture from Templafy Images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E2A6BF-B01A-4FCE-A81A-3B15F30F19FA}"/>
              </a:ext>
            </a:extLst>
          </p:cNvPr>
          <p:cNvSpPr>
            <a:spLocks noGrp="1"/>
          </p:cNvSpPr>
          <p:nvPr>
            <p:ph type="dt" sz="half" idx="220"/>
          </p:nvPr>
        </p:nvSpPr>
        <p:spPr/>
        <p:txBody>
          <a:bodyPr/>
          <a:lstStyle/>
          <a:p>
            <a:fld id="{579447E3-41AF-4EC4-8E6F-D19662ECE89A}" type="datetime1">
              <a:rPr lang="en-US" smtClean="0"/>
              <a:t>10/8/2026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C515EC-F25F-48E5-87E3-A9EBCC906E74}"/>
              </a:ext>
            </a:extLst>
          </p:cNvPr>
          <p:cNvSpPr>
            <a:spLocks noGrp="1"/>
          </p:cNvSpPr>
          <p:nvPr>
            <p:ph type="ftr" sz="quarter" idx="22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EE7A63-8B77-4E27-9972-4EC7CF874BD0}"/>
              </a:ext>
            </a:extLst>
          </p:cNvPr>
          <p:cNvSpPr>
            <a:spLocks noGrp="1"/>
          </p:cNvSpPr>
          <p:nvPr>
            <p:ph type="sldNum" sz="quarter" idx="22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5" name="Picture 4" descr="A picture containing shirt, drawing&#10;&#10;Description automatically generated">
            <a:extLst>
              <a:ext uri="{FF2B5EF4-FFF2-40B4-BE49-F238E27FC236}">
                <a16:creationId xmlns:a16="http://schemas.microsoft.com/office/drawing/2014/main" id="{EB960597-2967-484C-8647-3F8030A29B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5314" y="425657"/>
            <a:ext cx="12061372" cy="460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06A59E8-DDDD-AD89-A38B-9ED0AFF10F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254" y="101657"/>
            <a:ext cx="11041200" cy="460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Click to add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4418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10 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F311E7C9-D99A-4738-B510-AFC86D7D3C25}"/>
              </a:ext>
            </a:extLst>
          </p:cNvPr>
          <p:cNvSpPr/>
          <p:nvPr userDrawn="1"/>
        </p:nvSpPr>
        <p:spPr>
          <a:xfrm>
            <a:off x="7371483" y="3865202"/>
            <a:ext cx="1976400" cy="1846799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BCAAC33-1A06-4BCB-93B5-5EADAA334877}"/>
              </a:ext>
            </a:extLst>
          </p:cNvPr>
          <p:cNvSpPr/>
          <p:nvPr/>
        </p:nvSpPr>
        <p:spPr>
          <a:xfrm>
            <a:off x="575121" y="1736669"/>
            <a:ext cx="1976400" cy="1846799"/>
          </a:xfrm>
          <a:prstGeom prst="roundRect">
            <a:avLst>
              <a:gd name="adj" fmla="val 6755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D9DA348-77BA-4EF8-9D1A-DC5E35A347E3}"/>
              </a:ext>
            </a:extLst>
          </p:cNvPr>
          <p:cNvSpPr/>
          <p:nvPr/>
        </p:nvSpPr>
        <p:spPr>
          <a:xfrm>
            <a:off x="2840575" y="1736669"/>
            <a:ext cx="1976400" cy="1846799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EFEA431-E8C3-4237-8477-F3B095765ECF}"/>
              </a:ext>
            </a:extLst>
          </p:cNvPr>
          <p:cNvSpPr/>
          <p:nvPr/>
        </p:nvSpPr>
        <p:spPr>
          <a:xfrm>
            <a:off x="5106029" y="1736669"/>
            <a:ext cx="1976400" cy="1846799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05069C5F-18D7-426F-ACDC-61FC529DDC68}"/>
              </a:ext>
            </a:extLst>
          </p:cNvPr>
          <p:cNvSpPr/>
          <p:nvPr/>
        </p:nvSpPr>
        <p:spPr>
          <a:xfrm>
            <a:off x="7371483" y="1736669"/>
            <a:ext cx="1976400" cy="1846799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4D4B066C-1DFD-4699-B8AD-62DA806ECEB1}"/>
              </a:ext>
            </a:extLst>
          </p:cNvPr>
          <p:cNvSpPr/>
          <p:nvPr/>
        </p:nvSpPr>
        <p:spPr>
          <a:xfrm>
            <a:off x="9636939" y="1736669"/>
            <a:ext cx="1976400" cy="1846799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B3F5684F-BBE6-4B37-A1ED-4EB67A2FEB8C}"/>
              </a:ext>
            </a:extLst>
          </p:cNvPr>
          <p:cNvSpPr/>
          <p:nvPr/>
        </p:nvSpPr>
        <p:spPr>
          <a:xfrm>
            <a:off x="575121" y="3865202"/>
            <a:ext cx="1976400" cy="1846799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CD79A3EF-B724-4DF0-845F-B2944152E71E}"/>
              </a:ext>
            </a:extLst>
          </p:cNvPr>
          <p:cNvSpPr/>
          <p:nvPr/>
        </p:nvSpPr>
        <p:spPr>
          <a:xfrm>
            <a:off x="2840575" y="3865202"/>
            <a:ext cx="1976400" cy="1846799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BF2EB7C2-ACAC-403A-8A8C-4FBCD91F4424}"/>
              </a:ext>
            </a:extLst>
          </p:cNvPr>
          <p:cNvSpPr/>
          <p:nvPr/>
        </p:nvSpPr>
        <p:spPr>
          <a:xfrm>
            <a:off x="5106029" y="3865202"/>
            <a:ext cx="1976400" cy="1846799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755BD8F9-658A-41E4-BE36-664DB6AC2D85}"/>
              </a:ext>
            </a:extLst>
          </p:cNvPr>
          <p:cNvSpPr/>
          <p:nvPr/>
        </p:nvSpPr>
        <p:spPr>
          <a:xfrm>
            <a:off x="9636939" y="3865202"/>
            <a:ext cx="1976400" cy="1846799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3DB26CC-0BDD-403A-AD54-0CA0E85E349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2663" y="2781249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1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name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CF51E147-8718-449B-A955-22170E6013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32663" y="2917609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3858A2C-89F5-43E3-BD41-B9456C04897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32663" y="3053969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phone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B10715AE-F79F-4E00-8BBE-5BC10CB43CB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32663" y="3190330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mail</a:t>
            </a:r>
          </a:p>
        </p:txBody>
      </p:sp>
      <p:sp>
        <p:nvSpPr>
          <p:cNvPr id="65" name="Text Placeholder 4">
            <a:extLst>
              <a:ext uri="{FF2B5EF4-FFF2-40B4-BE49-F238E27FC236}">
                <a16:creationId xmlns:a16="http://schemas.microsoft.com/office/drawing/2014/main" id="{682B17F8-B314-4891-B0D6-6DF5F5F8E29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32663" y="4916502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1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name</a:t>
            </a:r>
          </a:p>
        </p:txBody>
      </p:sp>
      <p:sp>
        <p:nvSpPr>
          <p:cNvPr id="66" name="Text Placeholder 4">
            <a:extLst>
              <a:ext uri="{FF2B5EF4-FFF2-40B4-BE49-F238E27FC236}">
                <a16:creationId xmlns:a16="http://schemas.microsoft.com/office/drawing/2014/main" id="{3B7BF82C-809B-4CF6-8296-5E69B23343E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32663" y="5052862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67" name="Text Placeholder 4">
            <a:extLst>
              <a:ext uri="{FF2B5EF4-FFF2-40B4-BE49-F238E27FC236}">
                <a16:creationId xmlns:a16="http://schemas.microsoft.com/office/drawing/2014/main" id="{883A341D-62B1-4516-8E09-CCF2D26FDC0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32663" y="5189222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phone</a:t>
            </a:r>
          </a:p>
        </p:txBody>
      </p:sp>
      <p:sp>
        <p:nvSpPr>
          <p:cNvPr id="68" name="Text Placeholder 4">
            <a:extLst>
              <a:ext uri="{FF2B5EF4-FFF2-40B4-BE49-F238E27FC236}">
                <a16:creationId xmlns:a16="http://schemas.microsoft.com/office/drawing/2014/main" id="{269E90FE-6BC7-4A17-A3DD-BF2F7F4334C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32663" y="5325583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mail</a:t>
            </a:r>
          </a:p>
        </p:txBody>
      </p:sp>
      <p:sp>
        <p:nvSpPr>
          <p:cNvPr id="70" name="Text Placeholder 4">
            <a:extLst>
              <a:ext uri="{FF2B5EF4-FFF2-40B4-BE49-F238E27FC236}">
                <a16:creationId xmlns:a16="http://schemas.microsoft.com/office/drawing/2014/main" id="{858C7F1B-1A17-4405-8AA0-43EC0184784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999292" y="2781249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1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name</a:t>
            </a:r>
          </a:p>
        </p:txBody>
      </p:sp>
      <p:sp>
        <p:nvSpPr>
          <p:cNvPr id="71" name="Text Placeholder 4">
            <a:extLst>
              <a:ext uri="{FF2B5EF4-FFF2-40B4-BE49-F238E27FC236}">
                <a16:creationId xmlns:a16="http://schemas.microsoft.com/office/drawing/2014/main" id="{170E547E-1170-45E4-9BDB-8C5996E73C2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999292" y="2917609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72" name="Text Placeholder 4">
            <a:extLst>
              <a:ext uri="{FF2B5EF4-FFF2-40B4-BE49-F238E27FC236}">
                <a16:creationId xmlns:a16="http://schemas.microsoft.com/office/drawing/2014/main" id="{55D7BBAD-A7D7-4A1D-9AE1-617F75568DD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999292" y="3053969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phone</a:t>
            </a:r>
          </a:p>
        </p:txBody>
      </p:sp>
      <p:sp>
        <p:nvSpPr>
          <p:cNvPr id="73" name="Text Placeholder 4">
            <a:extLst>
              <a:ext uri="{FF2B5EF4-FFF2-40B4-BE49-F238E27FC236}">
                <a16:creationId xmlns:a16="http://schemas.microsoft.com/office/drawing/2014/main" id="{BEF943DD-1832-438D-8FE7-E62E1DA340C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999292" y="3190330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mail</a:t>
            </a:r>
          </a:p>
        </p:txBody>
      </p:sp>
      <p:sp>
        <p:nvSpPr>
          <p:cNvPr id="75" name="Text Placeholder 4">
            <a:extLst>
              <a:ext uri="{FF2B5EF4-FFF2-40B4-BE49-F238E27FC236}">
                <a16:creationId xmlns:a16="http://schemas.microsoft.com/office/drawing/2014/main" id="{57D839D1-4B89-4D27-B5DF-A38F89D48AB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999292" y="4916502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1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name</a:t>
            </a:r>
          </a:p>
        </p:txBody>
      </p:sp>
      <p:sp>
        <p:nvSpPr>
          <p:cNvPr id="76" name="Text Placeholder 4">
            <a:extLst>
              <a:ext uri="{FF2B5EF4-FFF2-40B4-BE49-F238E27FC236}">
                <a16:creationId xmlns:a16="http://schemas.microsoft.com/office/drawing/2014/main" id="{332424E2-3182-4DFD-807F-6CE100811C1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999292" y="5052862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A48BB944-2D68-4BD4-96AA-611C578EA2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999292" y="5189222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phone</a:t>
            </a:r>
          </a:p>
        </p:txBody>
      </p:sp>
      <p:sp>
        <p:nvSpPr>
          <p:cNvPr id="78" name="Text Placeholder 4">
            <a:extLst>
              <a:ext uri="{FF2B5EF4-FFF2-40B4-BE49-F238E27FC236}">
                <a16:creationId xmlns:a16="http://schemas.microsoft.com/office/drawing/2014/main" id="{45410801-CCF5-4693-A565-C4F63C6090E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999292" y="5325583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mail</a:t>
            </a:r>
          </a:p>
        </p:txBody>
      </p:sp>
      <p:sp>
        <p:nvSpPr>
          <p:cNvPr id="80" name="Text Placeholder 4">
            <a:extLst>
              <a:ext uri="{FF2B5EF4-FFF2-40B4-BE49-F238E27FC236}">
                <a16:creationId xmlns:a16="http://schemas.microsoft.com/office/drawing/2014/main" id="{641AADDF-6E93-4A35-8D16-564B4A51869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264131" y="2781249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1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name</a:t>
            </a:r>
          </a:p>
        </p:txBody>
      </p:sp>
      <p:sp>
        <p:nvSpPr>
          <p:cNvPr id="81" name="Text Placeholder 4">
            <a:extLst>
              <a:ext uri="{FF2B5EF4-FFF2-40B4-BE49-F238E27FC236}">
                <a16:creationId xmlns:a16="http://schemas.microsoft.com/office/drawing/2014/main" id="{1758E3B3-AE4E-434D-9D4F-E44B2D98604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264131" y="2917609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82" name="Text Placeholder 4">
            <a:extLst>
              <a:ext uri="{FF2B5EF4-FFF2-40B4-BE49-F238E27FC236}">
                <a16:creationId xmlns:a16="http://schemas.microsoft.com/office/drawing/2014/main" id="{F53773D8-6309-48EE-A9CA-299551771F7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264131" y="3053969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phone</a:t>
            </a:r>
          </a:p>
        </p:txBody>
      </p:sp>
      <p:sp>
        <p:nvSpPr>
          <p:cNvPr id="83" name="Text Placeholder 4">
            <a:extLst>
              <a:ext uri="{FF2B5EF4-FFF2-40B4-BE49-F238E27FC236}">
                <a16:creationId xmlns:a16="http://schemas.microsoft.com/office/drawing/2014/main" id="{6C0A8E5F-1D8D-4B5F-BA3F-C4B91CEDDB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264131" y="3190330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mail</a:t>
            </a:r>
          </a:p>
        </p:txBody>
      </p:sp>
      <p:sp>
        <p:nvSpPr>
          <p:cNvPr id="85" name="Text Placeholder 4">
            <a:extLst>
              <a:ext uri="{FF2B5EF4-FFF2-40B4-BE49-F238E27FC236}">
                <a16:creationId xmlns:a16="http://schemas.microsoft.com/office/drawing/2014/main" id="{34AD6EE5-DC62-428A-BBB2-ED096A3D8BD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264131" y="4916502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1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name</a:t>
            </a:r>
          </a:p>
        </p:txBody>
      </p:sp>
      <p:sp>
        <p:nvSpPr>
          <p:cNvPr id="86" name="Text Placeholder 4">
            <a:extLst>
              <a:ext uri="{FF2B5EF4-FFF2-40B4-BE49-F238E27FC236}">
                <a16:creationId xmlns:a16="http://schemas.microsoft.com/office/drawing/2014/main" id="{F2B98A8D-5F0D-4814-A444-83F91CBFD79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264131" y="5052862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87" name="Text Placeholder 4">
            <a:extLst>
              <a:ext uri="{FF2B5EF4-FFF2-40B4-BE49-F238E27FC236}">
                <a16:creationId xmlns:a16="http://schemas.microsoft.com/office/drawing/2014/main" id="{8227CEF7-33FD-4CD3-A4EB-955E37245B9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64131" y="5189222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phone</a:t>
            </a:r>
          </a:p>
        </p:txBody>
      </p:sp>
      <p:sp>
        <p:nvSpPr>
          <p:cNvPr id="88" name="Text Placeholder 4">
            <a:extLst>
              <a:ext uri="{FF2B5EF4-FFF2-40B4-BE49-F238E27FC236}">
                <a16:creationId xmlns:a16="http://schemas.microsoft.com/office/drawing/2014/main" id="{7B2D6AFA-C0DD-4618-9EAB-57C49567D94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264131" y="5325583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mail</a:t>
            </a:r>
          </a:p>
        </p:txBody>
      </p:sp>
      <p:sp>
        <p:nvSpPr>
          <p:cNvPr id="90" name="Text Placeholder 4">
            <a:extLst>
              <a:ext uri="{FF2B5EF4-FFF2-40B4-BE49-F238E27FC236}">
                <a16:creationId xmlns:a16="http://schemas.microsoft.com/office/drawing/2014/main" id="{BDFBDEB8-8FC2-425E-82A6-6888AEB82DD1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529864" y="2781249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1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name</a:t>
            </a:r>
          </a:p>
        </p:txBody>
      </p:sp>
      <p:sp>
        <p:nvSpPr>
          <p:cNvPr id="91" name="Text Placeholder 4">
            <a:extLst>
              <a:ext uri="{FF2B5EF4-FFF2-40B4-BE49-F238E27FC236}">
                <a16:creationId xmlns:a16="http://schemas.microsoft.com/office/drawing/2014/main" id="{2BB73286-9C41-4EF3-8945-F7274E651F4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29864" y="2917609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92" name="Text Placeholder 4">
            <a:extLst>
              <a:ext uri="{FF2B5EF4-FFF2-40B4-BE49-F238E27FC236}">
                <a16:creationId xmlns:a16="http://schemas.microsoft.com/office/drawing/2014/main" id="{102D7DDF-C428-4D62-B249-64EF9900BDCD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29864" y="3053969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phone</a:t>
            </a:r>
          </a:p>
        </p:txBody>
      </p:sp>
      <p:sp>
        <p:nvSpPr>
          <p:cNvPr id="93" name="Text Placeholder 4">
            <a:extLst>
              <a:ext uri="{FF2B5EF4-FFF2-40B4-BE49-F238E27FC236}">
                <a16:creationId xmlns:a16="http://schemas.microsoft.com/office/drawing/2014/main" id="{DB5DBE5B-BDCF-447C-9A10-6BB31475F11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529864" y="3190330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mail</a:t>
            </a:r>
          </a:p>
        </p:txBody>
      </p:sp>
      <p:sp>
        <p:nvSpPr>
          <p:cNvPr id="95" name="Text Placeholder 4">
            <a:extLst>
              <a:ext uri="{FF2B5EF4-FFF2-40B4-BE49-F238E27FC236}">
                <a16:creationId xmlns:a16="http://schemas.microsoft.com/office/drawing/2014/main" id="{88F73D50-2D36-4657-9A50-3CF955C7A2F4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529864" y="4916502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1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name</a:t>
            </a:r>
          </a:p>
        </p:txBody>
      </p:sp>
      <p:sp>
        <p:nvSpPr>
          <p:cNvPr id="96" name="Text Placeholder 4">
            <a:extLst>
              <a:ext uri="{FF2B5EF4-FFF2-40B4-BE49-F238E27FC236}">
                <a16:creationId xmlns:a16="http://schemas.microsoft.com/office/drawing/2014/main" id="{1A05975C-3B47-409F-A529-FD6F14396A1A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529864" y="5052862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97" name="Text Placeholder 4">
            <a:extLst>
              <a:ext uri="{FF2B5EF4-FFF2-40B4-BE49-F238E27FC236}">
                <a16:creationId xmlns:a16="http://schemas.microsoft.com/office/drawing/2014/main" id="{03AE4B41-A109-4248-8043-33344EB22707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529864" y="5189222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phone</a:t>
            </a:r>
          </a:p>
        </p:txBody>
      </p:sp>
      <p:sp>
        <p:nvSpPr>
          <p:cNvPr id="98" name="Text Placeholder 4">
            <a:extLst>
              <a:ext uri="{FF2B5EF4-FFF2-40B4-BE49-F238E27FC236}">
                <a16:creationId xmlns:a16="http://schemas.microsoft.com/office/drawing/2014/main" id="{E3982D9F-AE48-4E9A-81A5-B8B03575A83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529864" y="5325583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mail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9A6AE5F2-E454-48D2-AC87-12FF6E2F990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795600" y="2781249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1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name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35E31D78-B262-492E-B9AD-4337DD8D50BF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795600" y="2917609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102" name="Text Placeholder 4">
            <a:extLst>
              <a:ext uri="{FF2B5EF4-FFF2-40B4-BE49-F238E27FC236}">
                <a16:creationId xmlns:a16="http://schemas.microsoft.com/office/drawing/2014/main" id="{A1DDE222-76BC-428B-AF5C-47DE9296E7AE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9795600" y="3053969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phone</a:t>
            </a:r>
          </a:p>
        </p:txBody>
      </p:sp>
      <p:sp>
        <p:nvSpPr>
          <p:cNvPr id="103" name="Text Placeholder 4">
            <a:extLst>
              <a:ext uri="{FF2B5EF4-FFF2-40B4-BE49-F238E27FC236}">
                <a16:creationId xmlns:a16="http://schemas.microsoft.com/office/drawing/2014/main" id="{94F13F0C-B3B9-4860-8E86-C7A1B01B9E15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9795600" y="3190330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mail</a:t>
            </a:r>
          </a:p>
        </p:txBody>
      </p:sp>
      <p:sp>
        <p:nvSpPr>
          <p:cNvPr id="105" name="Text Placeholder 4">
            <a:extLst>
              <a:ext uri="{FF2B5EF4-FFF2-40B4-BE49-F238E27FC236}">
                <a16:creationId xmlns:a16="http://schemas.microsoft.com/office/drawing/2014/main" id="{B7039321-8CFA-45ED-A018-9D30375399FE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795600" y="4916502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1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name</a:t>
            </a:r>
          </a:p>
        </p:txBody>
      </p:sp>
      <p:sp>
        <p:nvSpPr>
          <p:cNvPr id="106" name="Text Placeholder 4">
            <a:extLst>
              <a:ext uri="{FF2B5EF4-FFF2-40B4-BE49-F238E27FC236}">
                <a16:creationId xmlns:a16="http://schemas.microsoft.com/office/drawing/2014/main" id="{30EF88F9-002E-4592-AA92-E259056C6097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9795600" y="5052862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107" name="Text Placeholder 4">
            <a:extLst>
              <a:ext uri="{FF2B5EF4-FFF2-40B4-BE49-F238E27FC236}">
                <a16:creationId xmlns:a16="http://schemas.microsoft.com/office/drawing/2014/main" id="{3647B859-75EE-4AD5-8109-19B05EF58F16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9795600" y="5189222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phone</a:t>
            </a:r>
          </a:p>
        </p:txBody>
      </p:sp>
      <p:sp>
        <p:nvSpPr>
          <p:cNvPr id="108" name="Text Placeholder 4">
            <a:extLst>
              <a:ext uri="{FF2B5EF4-FFF2-40B4-BE49-F238E27FC236}">
                <a16:creationId xmlns:a16="http://schemas.microsoft.com/office/drawing/2014/main" id="{C3EC5D1A-BBB3-46BE-BBAD-0218E4BC4376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795600" y="5325583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mail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949F7532-CE2D-4A2F-9C09-4696C546318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2663" y="1870346"/>
            <a:ext cx="828000" cy="828000"/>
          </a:xfrm>
          <a:prstGeom prst="ellipse">
            <a:avLst/>
          </a:prstGeom>
          <a:noFill/>
        </p:spPr>
        <p:txBody>
          <a:bodyPr lIns="0" tIns="0"/>
          <a:lstStyle>
            <a:lvl1pPr marL="0" indent="0" algn="l">
              <a:buNone/>
              <a:defRPr sz="900">
                <a:solidFill>
                  <a:schemeClr val="tx2"/>
                </a:solidFill>
              </a:defRPr>
            </a:lvl1pPr>
          </a:lstStyle>
          <a:p>
            <a:r>
              <a:rPr lang="en-GB"/>
              <a:t>Click icon to add picture or click on frame and insert picture from Templafy Images</a:t>
            </a:r>
          </a:p>
        </p:txBody>
      </p:sp>
      <p:sp>
        <p:nvSpPr>
          <p:cNvPr id="69" name="Picture Placeholder 7">
            <a:extLst>
              <a:ext uri="{FF2B5EF4-FFF2-40B4-BE49-F238E27FC236}">
                <a16:creationId xmlns:a16="http://schemas.microsoft.com/office/drawing/2014/main" id="{8E9B6044-B4C4-4F6F-8F19-16A35E45CD5A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732663" y="4005599"/>
            <a:ext cx="828000" cy="828000"/>
          </a:xfrm>
          <a:prstGeom prst="ellipse">
            <a:avLst/>
          </a:prstGeom>
          <a:noFill/>
        </p:spPr>
        <p:txBody>
          <a:bodyPr lIns="0" tIns="0"/>
          <a:lstStyle>
            <a:lvl1pPr marL="0" indent="0" algn="l">
              <a:buNone/>
              <a:defRPr sz="900">
                <a:solidFill>
                  <a:schemeClr val="tx2"/>
                </a:solidFill>
              </a:defRPr>
            </a:lvl1pPr>
          </a:lstStyle>
          <a:p>
            <a:r>
              <a:rPr lang="en-GB"/>
              <a:t>Click icon to add picture or click on frame and insert picture from Templafy Images</a:t>
            </a:r>
          </a:p>
        </p:txBody>
      </p:sp>
      <p:sp>
        <p:nvSpPr>
          <p:cNvPr id="74" name="Picture Placeholder 7">
            <a:extLst>
              <a:ext uri="{FF2B5EF4-FFF2-40B4-BE49-F238E27FC236}">
                <a16:creationId xmlns:a16="http://schemas.microsoft.com/office/drawing/2014/main" id="{A408BE1F-5224-4228-985F-B61DF5DDCC9B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2998396" y="1870346"/>
            <a:ext cx="828000" cy="828000"/>
          </a:xfrm>
          <a:prstGeom prst="ellipse">
            <a:avLst/>
          </a:prstGeom>
          <a:noFill/>
        </p:spPr>
        <p:txBody>
          <a:bodyPr lIns="0" tIns="0"/>
          <a:lstStyle>
            <a:lvl1pPr marL="0" indent="0" algn="l">
              <a:buNone/>
              <a:defRPr sz="900">
                <a:solidFill>
                  <a:schemeClr val="tx2"/>
                </a:solidFill>
              </a:defRPr>
            </a:lvl1pPr>
          </a:lstStyle>
          <a:p>
            <a:r>
              <a:rPr lang="en-GB"/>
              <a:t>Click icon to add picture or click on frame and insert picture from Templafy Images</a:t>
            </a:r>
          </a:p>
        </p:txBody>
      </p:sp>
      <p:sp>
        <p:nvSpPr>
          <p:cNvPr id="79" name="Picture Placeholder 7">
            <a:extLst>
              <a:ext uri="{FF2B5EF4-FFF2-40B4-BE49-F238E27FC236}">
                <a16:creationId xmlns:a16="http://schemas.microsoft.com/office/drawing/2014/main" id="{C78697CB-4473-40A4-A973-D405D65EBAAC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2998396" y="4005599"/>
            <a:ext cx="828000" cy="828000"/>
          </a:xfrm>
          <a:prstGeom prst="ellipse">
            <a:avLst/>
          </a:prstGeom>
          <a:noFill/>
        </p:spPr>
        <p:txBody>
          <a:bodyPr lIns="0" tIns="0"/>
          <a:lstStyle>
            <a:lvl1pPr marL="0" indent="0" algn="l">
              <a:buNone/>
              <a:defRPr sz="900">
                <a:solidFill>
                  <a:schemeClr val="tx2"/>
                </a:solidFill>
              </a:defRPr>
            </a:lvl1pPr>
          </a:lstStyle>
          <a:p>
            <a:r>
              <a:rPr lang="en-GB"/>
              <a:t>Click icon to add picture or click on frame and insert picture from Templafy Images</a:t>
            </a:r>
          </a:p>
        </p:txBody>
      </p:sp>
      <p:sp>
        <p:nvSpPr>
          <p:cNvPr id="84" name="Picture Placeholder 7">
            <a:extLst>
              <a:ext uri="{FF2B5EF4-FFF2-40B4-BE49-F238E27FC236}">
                <a16:creationId xmlns:a16="http://schemas.microsoft.com/office/drawing/2014/main" id="{6E613508-9A9E-4E06-B67E-C669FA64B807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5264131" y="1870346"/>
            <a:ext cx="828000" cy="828000"/>
          </a:xfrm>
          <a:prstGeom prst="ellipse">
            <a:avLst/>
          </a:prstGeom>
          <a:noFill/>
        </p:spPr>
        <p:txBody>
          <a:bodyPr lIns="0" tIns="0"/>
          <a:lstStyle>
            <a:lvl1pPr marL="0" indent="0" algn="l">
              <a:buNone/>
              <a:defRPr sz="900">
                <a:solidFill>
                  <a:schemeClr val="tx2"/>
                </a:solidFill>
              </a:defRPr>
            </a:lvl1pPr>
          </a:lstStyle>
          <a:p>
            <a:r>
              <a:rPr lang="en-GB"/>
              <a:t>Click icon to add picture or click on frame and insert picture from Templafy Images</a:t>
            </a:r>
          </a:p>
        </p:txBody>
      </p:sp>
      <p:sp>
        <p:nvSpPr>
          <p:cNvPr id="89" name="Picture Placeholder 7">
            <a:extLst>
              <a:ext uri="{FF2B5EF4-FFF2-40B4-BE49-F238E27FC236}">
                <a16:creationId xmlns:a16="http://schemas.microsoft.com/office/drawing/2014/main" id="{C8EAB2D0-37C5-4194-9309-1D0D192694C8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5264131" y="4005599"/>
            <a:ext cx="828000" cy="828000"/>
          </a:xfrm>
          <a:prstGeom prst="ellipse">
            <a:avLst/>
          </a:prstGeom>
          <a:noFill/>
        </p:spPr>
        <p:txBody>
          <a:bodyPr lIns="0" tIns="0"/>
          <a:lstStyle>
            <a:lvl1pPr marL="0" indent="0" algn="l">
              <a:buNone/>
              <a:defRPr sz="900">
                <a:solidFill>
                  <a:schemeClr val="tx2"/>
                </a:solidFill>
              </a:defRPr>
            </a:lvl1pPr>
          </a:lstStyle>
          <a:p>
            <a:r>
              <a:rPr lang="en-GB"/>
              <a:t>Click icon to add picture or click on frame and insert picture from Templafy Images</a:t>
            </a:r>
          </a:p>
        </p:txBody>
      </p:sp>
      <p:sp>
        <p:nvSpPr>
          <p:cNvPr id="94" name="Picture Placeholder 7">
            <a:extLst>
              <a:ext uri="{FF2B5EF4-FFF2-40B4-BE49-F238E27FC236}">
                <a16:creationId xmlns:a16="http://schemas.microsoft.com/office/drawing/2014/main" id="{EA651F30-C618-46FF-BE3F-505670137BE7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7529864" y="1870346"/>
            <a:ext cx="828000" cy="828000"/>
          </a:xfrm>
          <a:prstGeom prst="ellipse">
            <a:avLst/>
          </a:prstGeom>
          <a:noFill/>
        </p:spPr>
        <p:txBody>
          <a:bodyPr lIns="0" tIns="0"/>
          <a:lstStyle>
            <a:lvl1pPr marL="0" indent="0" algn="l">
              <a:buNone/>
              <a:defRPr sz="900">
                <a:solidFill>
                  <a:schemeClr val="tx2"/>
                </a:solidFill>
              </a:defRPr>
            </a:lvl1pPr>
          </a:lstStyle>
          <a:p>
            <a:r>
              <a:rPr lang="en-GB"/>
              <a:t>Click icon to add picture or click on frame and insert picture from Templafy Images</a:t>
            </a:r>
          </a:p>
        </p:txBody>
      </p:sp>
      <p:sp>
        <p:nvSpPr>
          <p:cNvPr id="99" name="Picture Placeholder 7">
            <a:extLst>
              <a:ext uri="{FF2B5EF4-FFF2-40B4-BE49-F238E27FC236}">
                <a16:creationId xmlns:a16="http://schemas.microsoft.com/office/drawing/2014/main" id="{F6721E5E-7753-4D9B-B051-8E1F9FCD3E5D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7529864" y="4005599"/>
            <a:ext cx="828000" cy="828000"/>
          </a:xfrm>
          <a:prstGeom prst="ellipse">
            <a:avLst/>
          </a:prstGeom>
          <a:noFill/>
        </p:spPr>
        <p:txBody>
          <a:bodyPr lIns="0" tIns="0"/>
          <a:lstStyle>
            <a:lvl1pPr marL="0" indent="0" algn="l">
              <a:buNone/>
              <a:defRPr sz="900">
                <a:solidFill>
                  <a:schemeClr val="tx2"/>
                </a:solidFill>
              </a:defRPr>
            </a:lvl1pPr>
          </a:lstStyle>
          <a:p>
            <a:r>
              <a:rPr lang="en-GB"/>
              <a:t>Click icon to add picture or click on frame and insert picture from Templafy Images</a:t>
            </a:r>
          </a:p>
        </p:txBody>
      </p:sp>
      <p:sp>
        <p:nvSpPr>
          <p:cNvPr id="104" name="Picture Placeholder 7">
            <a:extLst>
              <a:ext uri="{FF2B5EF4-FFF2-40B4-BE49-F238E27FC236}">
                <a16:creationId xmlns:a16="http://schemas.microsoft.com/office/drawing/2014/main" id="{C9F53B58-1349-49CD-8887-14A63E0AB457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9795600" y="1870346"/>
            <a:ext cx="828000" cy="828000"/>
          </a:xfrm>
          <a:prstGeom prst="ellipse">
            <a:avLst/>
          </a:prstGeom>
          <a:noFill/>
        </p:spPr>
        <p:txBody>
          <a:bodyPr lIns="0" tIns="0"/>
          <a:lstStyle>
            <a:lvl1pPr marL="0" indent="0" algn="l">
              <a:buNone/>
              <a:defRPr sz="900">
                <a:solidFill>
                  <a:schemeClr val="tx2"/>
                </a:solidFill>
              </a:defRPr>
            </a:lvl1pPr>
          </a:lstStyle>
          <a:p>
            <a:r>
              <a:rPr lang="en-GB"/>
              <a:t>Click icon to add picture or click on frame and insert picture from Templafy Images</a:t>
            </a:r>
          </a:p>
        </p:txBody>
      </p:sp>
      <p:sp>
        <p:nvSpPr>
          <p:cNvPr id="109" name="Picture Placeholder 7">
            <a:extLst>
              <a:ext uri="{FF2B5EF4-FFF2-40B4-BE49-F238E27FC236}">
                <a16:creationId xmlns:a16="http://schemas.microsoft.com/office/drawing/2014/main" id="{F4C40FF3-6686-4A8F-B47D-3D423D6A5449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9795600" y="4005599"/>
            <a:ext cx="828000" cy="828000"/>
          </a:xfrm>
          <a:prstGeom prst="ellipse">
            <a:avLst/>
          </a:prstGeom>
          <a:noFill/>
        </p:spPr>
        <p:txBody>
          <a:bodyPr lIns="0" tIns="0"/>
          <a:lstStyle>
            <a:lvl1pPr marL="0" indent="0" algn="l">
              <a:buNone/>
              <a:defRPr sz="900">
                <a:solidFill>
                  <a:schemeClr val="tx2"/>
                </a:solidFill>
              </a:defRPr>
            </a:lvl1pPr>
          </a:lstStyle>
          <a:p>
            <a:r>
              <a:rPr lang="en-GB"/>
              <a:t>Click icon to add picture or click on frame and insert picture from Templafy Images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E10FAD-1D75-4A62-B9B3-786B2933CD20}"/>
              </a:ext>
            </a:extLst>
          </p:cNvPr>
          <p:cNvSpPr>
            <a:spLocks noGrp="1"/>
          </p:cNvSpPr>
          <p:nvPr>
            <p:ph type="dt" sz="half" idx="220"/>
          </p:nvPr>
        </p:nvSpPr>
        <p:spPr/>
        <p:txBody>
          <a:bodyPr/>
          <a:lstStyle/>
          <a:p>
            <a:fld id="{D01B232F-0704-43D0-9503-EA4BD72C38CB}" type="datetime1">
              <a:rPr lang="en-US" smtClean="0"/>
              <a:t>10/8/2026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ED44FE-72D7-4C8D-964F-5A861FE04184}"/>
              </a:ext>
            </a:extLst>
          </p:cNvPr>
          <p:cNvSpPr>
            <a:spLocks noGrp="1"/>
          </p:cNvSpPr>
          <p:nvPr>
            <p:ph type="ftr" sz="quarter" idx="22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5E1127-538C-482A-9B71-B25A3AC8C65A}"/>
              </a:ext>
            </a:extLst>
          </p:cNvPr>
          <p:cNvSpPr>
            <a:spLocks noGrp="1"/>
          </p:cNvSpPr>
          <p:nvPr>
            <p:ph type="sldNum" sz="quarter" idx="22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2" name="Picture 1" descr="A picture containing shirt, drawing&#10;&#10;Description automatically generated">
            <a:extLst>
              <a:ext uri="{FF2B5EF4-FFF2-40B4-BE49-F238E27FC236}">
                <a16:creationId xmlns:a16="http://schemas.microsoft.com/office/drawing/2014/main" id="{0F58C98D-3272-B61B-BC7C-40B1800A72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5314" y="425657"/>
            <a:ext cx="12061372" cy="460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ACE95D5-2708-EB9F-7B3C-F0782C8771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254" y="101657"/>
            <a:ext cx="11041200" cy="460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Click to add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1149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8 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F311E7C9-D99A-4738-B510-AFC86D7D3C25}"/>
              </a:ext>
            </a:extLst>
          </p:cNvPr>
          <p:cNvSpPr/>
          <p:nvPr userDrawn="1"/>
        </p:nvSpPr>
        <p:spPr>
          <a:xfrm>
            <a:off x="7371483" y="3865202"/>
            <a:ext cx="1976400" cy="1846799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D9DA348-77BA-4EF8-9D1A-DC5E35A347E3}"/>
              </a:ext>
            </a:extLst>
          </p:cNvPr>
          <p:cNvSpPr/>
          <p:nvPr/>
        </p:nvSpPr>
        <p:spPr>
          <a:xfrm>
            <a:off x="2840575" y="1736669"/>
            <a:ext cx="1976400" cy="1846799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EFEA431-E8C3-4237-8477-F3B095765ECF}"/>
              </a:ext>
            </a:extLst>
          </p:cNvPr>
          <p:cNvSpPr/>
          <p:nvPr/>
        </p:nvSpPr>
        <p:spPr>
          <a:xfrm>
            <a:off x="5106029" y="1736669"/>
            <a:ext cx="1976400" cy="1846799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05069C5F-18D7-426F-ACDC-61FC529DDC68}"/>
              </a:ext>
            </a:extLst>
          </p:cNvPr>
          <p:cNvSpPr/>
          <p:nvPr/>
        </p:nvSpPr>
        <p:spPr>
          <a:xfrm>
            <a:off x="7371483" y="1736669"/>
            <a:ext cx="1976400" cy="1846799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4D4B066C-1DFD-4699-B8AD-62DA806ECEB1}"/>
              </a:ext>
            </a:extLst>
          </p:cNvPr>
          <p:cNvSpPr/>
          <p:nvPr/>
        </p:nvSpPr>
        <p:spPr>
          <a:xfrm>
            <a:off x="9636939" y="1736669"/>
            <a:ext cx="1976400" cy="1846799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CD79A3EF-B724-4DF0-845F-B2944152E71E}"/>
              </a:ext>
            </a:extLst>
          </p:cNvPr>
          <p:cNvSpPr/>
          <p:nvPr/>
        </p:nvSpPr>
        <p:spPr>
          <a:xfrm>
            <a:off x="2840575" y="3865202"/>
            <a:ext cx="1976400" cy="1846799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BF2EB7C2-ACAC-403A-8A8C-4FBCD91F4424}"/>
              </a:ext>
            </a:extLst>
          </p:cNvPr>
          <p:cNvSpPr/>
          <p:nvPr/>
        </p:nvSpPr>
        <p:spPr>
          <a:xfrm>
            <a:off x="5106029" y="3865202"/>
            <a:ext cx="1976400" cy="1846799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755BD8F9-658A-41E4-BE36-664DB6AC2D85}"/>
              </a:ext>
            </a:extLst>
          </p:cNvPr>
          <p:cNvSpPr/>
          <p:nvPr/>
        </p:nvSpPr>
        <p:spPr>
          <a:xfrm>
            <a:off x="9636939" y="3865202"/>
            <a:ext cx="1976400" cy="1846799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FBB936-3584-46FE-B145-F2B99BD4104E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576263" y="1728002"/>
            <a:ext cx="1598612" cy="89592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500" b="1">
                <a:solidFill>
                  <a:schemeClr val="accent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 b="1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 b="1">
                <a:solidFill>
                  <a:schemeClr val="accent1"/>
                </a:solidFill>
                <a:latin typeface="+mn-lt"/>
              </a:defRPr>
            </a:lvl3pPr>
            <a:lvl4pPr>
              <a:lnSpc>
                <a:spcPct val="100000"/>
              </a:lnSpc>
              <a:spcAft>
                <a:spcPts val="0"/>
              </a:spcAft>
              <a:buNone/>
              <a:defRPr sz="1500" b="1">
                <a:solidFill>
                  <a:schemeClr val="accent1"/>
                </a:solidFill>
                <a:latin typeface="+mn-lt"/>
              </a:defRPr>
            </a:lvl4pPr>
            <a:lvl5pPr>
              <a:lnSpc>
                <a:spcPct val="100000"/>
              </a:lnSpc>
              <a:spcAft>
                <a:spcPts val="0"/>
              </a:spcAft>
              <a:buNone/>
              <a:defRPr sz="1500" b="1">
                <a:solidFill>
                  <a:schemeClr val="accent1"/>
                </a:solidFill>
                <a:latin typeface="+mn-lt"/>
              </a:defRPr>
            </a:lvl5pPr>
            <a:lvl6pPr>
              <a:lnSpc>
                <a:spcPct val="100000"/>
              </a:lnSpc>
              <a:buNone/>
              <a:defRPr sz="1500" b="1">
                <a:solidFill>
                  <a:schemeClr val="accent1"/>
                </a:solidFill>
                <a:latin typeface="+mn-lt"/>
              </a:defRPr>
            </a:lvl6pPr>
            <a:lvl7pPr>
              <a:lnSpc>
                <a:spcPct val="100000"/>
              </a:lnSpc>
              <a:spcAft>
                <a:spcPts val="0"/>
              </a:spcAft>
              <a:buNone/>
              <a:defRPr sz="1500" b="1">
                <a:solidFill>
                  <a:schemeClr val="accent1"/>
                </a:solidFill>
                <a:latin typeface="+mn-lt"/>
              </a:defRPr>
            </a:lvl7pPr>
            <a:lvl8pPr>
              <a:lnSpc>
                <a:spcPct val="100000"/>
              </a:lnSpc>
              <a:spcAft>
                <a:spcPts val="0"/>
              </a:spcAft>
              <a:buNone/>
              <a:defRPr sz="1500" b="1">
                <a:solidFill>
                  <a:schemeClr val="accent1"/>
                </a:solidFill>
                <a:latin typeface="+mn-lt"/>
              </a:defRPr>
            </a:lvl8pPr>
            <a:lvl9pPr>
              <a:lnSpc>
                <a:spcPct val="100000"/>
              </a:lnSpc>
              <a:buNone/>
              <a:defRPr sz="1500" b="1">
                <a:solidFill>
                  <a:schemeClr val="accent1"/>
                </a:solidFill>
                <a:latin typeface="+mn-lt"/>
              </a:defRPr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endParaRPr lang="en-GB"/>
          </a:p>
        </p:txBody>
      </p:sp>
      <p:sp>
        <p:nvSpPr>
          <p:cNvPr id="111" name="Text Placeholder 3">
            <a:extLst>
              <a:ext uri="{FF2B5EF4-FFF2-40B4-BE49-F238E27FC236}">
                <a16:creationId xmlns:a16="http://schemas.microsoft.com/office/drawing/2014/main" id="{5ED6FC56-210A-422C-A994-00D3535D0E5F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576263" y="4015540"/>
            <a:ext cx="1598612" cy="89592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500" b="1">
                <a:solidFill>
                  <a:schemeClr val="tx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 b="1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 b="1">
                <a:solidFill>
                  <a:schemeClr val="accent1"/>
                </a:solidFill>
                <a:latin typeface="+mn-lt"/>
              </a:defRPr>
            </a:lvl3pPr>
            <a:lvl4pPr>
              <a:lnSpc>
                <a:spcPct val="100000"/>
              </a:lnSpc>
              <a:spcAft>
                <a:spcPts val="0"/>
              </a:spcAft>
              <a:buNone/>
              <a:defRPr sz="1500" b="1">
                <a:solidFill>
                  <a:schemeClr val="accent1"/>
                </a:solidFill>
                <a:latin typeface="+mn-lt"/>
              </a:defRPr>
            </a:lvl4pPr>
            <a:lvl5pPr>
              <a:lnSpc>
                <a:spcPct val="100000"/>
              </a:lnSpc>
              <a:spcAft>
                <a:spcPts val="0"/>
              </a:spcAft>
              <a:buNone/>
              <a:defRPr sz="1500" b="1">
                <a:solidFill>
                  <a:schemeClr val="accent1"/>
                </a:solidFill>
                <a:latin typeface="+mn-lt"/>
              </a:defRPr>
            </a:lvl5pPr>
            <a:lvl6pPr>
              <a:lnSpc>
                <a:spcPct val="100000"/>
              </a:lnSpc>
              <a:buNone/>
              <a:defRPr sz="1500" b="1">
                <a:solidFill>
                  <a:schemeClr val="accent1"/>
                </a:solidFill>
                <a:latin typeface="+mn-lt"/>
              </a:defRPr>
            </a:lvl6pPr>
            <a:lvl7pPr>
              <a:lnSpc>
                <a:spcPct val="100000"/>
              </a:lnSpc>
              <a:spcAft>
                <a:spcPts val="0"/>
              </a:spcAft>
              <a:buNone/>
              <a:defRPr sz="1500" b="1">
                <a:solidFill>
                  <a:schemeClr val="accent1"/>
                </a:solidFill>
                <a:latin typeface="+mn-lt"/>
              </a:defRPr>
            </a:lvl7pPr>
            <a:lvl8pPr>
              <a:lnSpc>
                <a:spcPct val="100000"/>
              </a:lnSpc>
              <a:spcAft>
                <a:spcPts val="0"/>
              </a:spcAft>
              <a:buNone/>
              <a:defRPr sz="1500" b="1">
                <a:solidFill>
                  <a:schemeClr val="accent1"/>
                </a:solidFill>
                <a:latin typeface="+mn-lt"/>
              </a:defRPr>
            </a:lvl8pPr>
            <a:lvl9pPr>
              <a:lnSpc>
                <a:spcPct val="100000"/>
              </a:lnSpc>
              <a:buNone/>
              <a:defRPr sz="1500" b="1">
                <a:solidFill>
                  <a:schemeClr val="accent1"/>
                </a:solidFill>
                <a:latin typeface="+mn-lt"/>
              </a:defRPr>
            </a:lvl9pPr>
          </a:lstStyle>
          <a:p>
            <a:pPr lvl="0"/>
            <a:r>
              <a:rPr lang="en-GB"/>
              <a:t>Click to add text</a:t>
            </a:r>
          </a:p>
          <a:p>
            <a:pPr lvl="1"/>
            <a:endParaRPr lang="en-GB"/>
          </a:p>
        </p:txBody>
      </p:sp>
      <p:sp>
        <p:nvSpPr>
          <p:cNvPr id="7" name="Text Placeholder 4 flyt 1-2">
            <a:extLst>
              <a:ext uri="{FF2B5EF4-FFF2-40B4-BE49-F238E27FC236}">
                <a16:creationId xmlns:a16="http://schemas.microsoft.com/office/drawing/2014/main" id="{73DB26CC-0BDD-403A-AD54-0CA0E85E349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98396" y="2781249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1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name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CF51E147-8718-449B-A955-22170E6013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998396" y="2917609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3858A2C-89F5-43E3-BD41-B9456C04897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98396" y="3053969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phone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B10715AE-F79F-4E00-8BBE-5BC10CB43CB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98396" y="3190330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mail</a:t>
            </a:r>
          </a:p>
        </p:txBody>
      </p:sp>
      <p:sp>
        <p:nvSpPr>
          <p:cNvPr id="65" name="Text Placeholder 4">
            <a:extLst>
              <a:ext uri="{FF2B5EF4-FFF2-40B4-BE49-F238E27FC236}">
                <a16:creationId xmlns:a16="http://schemas.microsoft.com/office/drawing/2014/main" id="{682B17F8-B314-4891-B0D6-6DF5F5F8E29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98396" y="4916502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1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name</a:t>
            </a:r>
          </a:p>
        </p:txBody>
      </p:sp>
      <p:sp>
        <p:nvSpPr>
          <p:cNvPr id="66" name="Text Placeholder 4">
            <a:extLst>
              <a:ext uri="{FF2B5EF4-FFF2-40B4-BE49-F238E27FC236}">
                <a16:creationId xmlns:a16="http://schemas.microsoft.com/office/drawing/2014/main" id="{3B7BF82C-809B-4CF6-8296-5E69B23343E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98396" y="5052862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67" name="Text Placeholder 4">
            <a:extLst>
              <a:ext uri="{FF2B5EF4-FFF2-40B4-BE49-F238E27FC236}">
                <a16:creationId xmlns:a16="http://schemas.microsoft.com/office/drawing/2014/main" id="{883A341D-62B1-4516-8E09-CCF2D26FDC0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998396" y="5189222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phone</a:t>
            </a:r>
          </a:p>
        </p:txBody>
      </p:sp>
      <p:sp>
        <p:nvSpPr>
          <p:cNvPr id="68" name="Text Placeholder 4">
            <a:extLst>
              <a:ext uri="{FF2B5EF4-FFF2-40B4-BE49-F238E27FC236}">
                <a16:creationId xmlns:a16="http://schemas.microsoft.com/office/drawing/2014/main" id="{269E90FE-6BC7-4A17-A3DD-BF2F7F4334C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98396" y="5325583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mail</a:t>
            </a:r>
          </a:p>
        </p:txBody>
      </p:sp>
      <p:sp>
        <p:nvSpPr>
          <p:cNvPr id="70" name="Text Placeholder 4 flut 2-3">
            <a:extLst>
              <a:ext uri="{FF2B5EF4-FFF2-40B4-BE49-F238E27FC236}">
                <a16:creationId xmlns:a16="http://schemas.microsoft.com/office/drawing/2014/main" id="{858C7F1B-1A17-4405-8AA0-43EC0184784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64131" y="2781249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1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name</a:t>
            </a:r>
          </a:p>
        </p:txBody>
      </p:sp>
      <p:sp>
        <p:nvSpPr>
          <p:cNvPr id="71" name="Text Placeholder 4">
            <a:extLst>
              <a:ext uri="{FF2B5EF4-FFF2-40B4-BE49-F238E27FC236}">
                <a16:creationId xmlns:a16="http://schemas.microsoft.com/office/drawing/2014/main" id="{170E547E-1170-45E4-9BDB-8C5996E73C2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64131" y="2917609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72" name="Text Placeholder 4">
            <a:extLst>
              <a:ext uri="{FF2B5EF4-FFF2-40B4-BE49-F238E27FC236}">
                <a16:creationId xmlns:a16="http://schemas.microsoft.com/office/drawing/2014/main" id="{55D7BBAD-A7D7-4A1D-9AE1-617F75568DD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64131" y="3053969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phone</a:t>
            </a:r>
          </a:p>
        </p:txBody>
      </p:sp>
      <p:sp>
        <p:nvSpPr>
          <p:cNvPr id="73" name="Text Placeholder 4">
            <a:extLst>
              <a:ext uri="{FF2B5EF4-FFF2-40B4-BE49-F238E27FC236}">
                <a16:creationId xmlns:a16="http://schemas.microsoft.com/office/drawing/2014/main" id="{BEF943DD-1832-438D-8FE7-E62E1DA340C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64131" y="3190330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mail</a:t>
            </a:r>
          </a:p>
        </p:txBody>
      </p:sp>
      <p:sp>
        <p:nvSpPr>
          <p:cNvPr id="75" name="Text Placeholder 4">
            <a:extLst>
              <a:ext uri="{FF2B5EF4-FFF2-40B4-BE49-F238E27FC236}">
                <a16:creationId xmlns:a16="http://schemas.microsoft.com/office/drawing/2014/main" id="{57D839D1-4B89-4D27-B5DF-A38F89D48AB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64131" y="4916502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1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name</a:t>
            </a:r>
          </a:p>
        </p:txBody>
      </p:sp>
      <p:sp>
        <p:nvSpPr>
          <p:cNvPr id="76" name="Text Placeholder 4">
            <a:extLst>
              <a:ext uri="{FF2B5EF4-FFF2-40B4-BE49-F238E27FC236}">
                <a16:creationId xmlns:a16="http://schemas.microsoft.com/office/drawing/2014/main" id="{332424E2-3182-4DFD-807F-6CE100811C1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64131" y="5052862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A48BB944-2D68-4BD4-96AA-611C578EA2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264131" y="5189222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phone</a:t>
            </a:r>
          </a:p>
        </p:txBody>
      </p:sp>
      <p:sp>
        <p:nvSpPr>
          <p:cNvPr id="78" name="Text Placeholder 4">
            <a:extLst>
              <a:ext uri="{FF2B5EF4-FFF2-40B4-BE49-F238E27FC236}">
                <a16:creationId xmlns:a16="http://schemas.microsoft.com/office/drawing/2014/main" id="{45410801-CCF5-4693-A565-C4F63C6090E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264131" y="5325583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mail</a:t>
            </a:r>
          </a:p>
        </p:txBody>
      </p:sp>
      <p:sp>
        <p:nvSpPr>
          <p:cNvPr id="80" name="Text Placeholder 4 flyt 3-4">
            <a:extLst>
              <a:ext uri="{FF2B5EF4-FFF2-40B4-BE49-F238E27FC236}">
                <a16:creationId xmlns:a16="http://schemas.microsoft.com/office/drawing/2014/main" id="{641AADDF-6E93-4A35-8D16-564B4A51869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529864" y="2781249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1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name</a:t>
            </a:r>
          </a:p>
        </p:txBody>
      </p:sp>
      <p:sp>
        <p:nvSpPr>
          <p:cNvPr id="81" name="Text Placeholder 4">
            <a:extLst>
              <a:ext uri="{FF2B5EF4-FFF2-40B4-BE49-F238E27FC236}">
                <a16:creationId xmlns:a16="http://schemas.microsoft.com/office/drawing/2014/main" id="{1758E3B3-AE4E-434D-9D4F-E44B2D98604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529864" y="2917609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82" name="Text Placeholder 4">
            <a:extLst>
              <a:ext uri="{FF2B5EF4-FFF2-40B4-BE49-F238E27FC236}">
                <a16:creationId xmlns:a16="http://schemas.microsoft.com/office/drawing/2014/main" id="{F53773D8-6309-48EE-A9CA-299551771F7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529864" y="3053969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phone</a:t>
            </a:r>
          </a:p>
        </p:txBody>
      </p:sp>
      <p:sp>
        <p:nvSpPr>
          <p:cNvPr id="83" name="Text Placeholder 4">
            <a:extLst>
              <a:ext uri="{FF2B5EF4-FFF2-40B4-BE49-F238E27FC236}">
                <a16:creationId xmlns:a16="http://schemas.microsoft.com/office/drawing/2014/main" id="{6C0A8E5F-1D8D-4B5F-BA3F-C4B91CEDDB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529864" y="3190330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mail</a:t>
            </a:r>
          </a:p>
        </p:txBody>
      </p:sp>
      <p:sp>
        <p:nvSpPr>
          <p:cNvPr id="85" name="Text Placeholder 4">
            <a:extLst>
              <a:ext uri="{FF2B5EF4-FFF2-40B4-BE49-F238E27FC236}">
                <a16:creationId xmlns:a16="http://schemas.microsoft.com/office/drawing/2014/main" id="{34AD6EE5-DC62-428A-BBB2-ED096A3D8BD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29864" y="4916502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1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name</a:t>
            </a:r>
          </a:p>
        </p:txBody>
      </p:sp>
      <p:sp>
        <p:nvSpPr>
          <p:cNvPr id="86" name="Text Placeholder 4">
            <a:extLst>
              <a:ext uri="{FF2B5EF4-FFF2-40B4-BE49-F238E27FC236}">
                <a16:creationId xmlns:a16="http://schemas.microsoft.com/office/drawing/2014/main" id="{F2B98A8D-5F0D-4814-A444-83F91CBFD79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9864" y="5052862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87" name="Text Placeholder 4">
            <a:extLst>
              <a:ext uri="{FF2B5EF4-FFF2-40B4-BE49-F238E27FC236}">
                <a16:creationId xmlns:a16="http://schemas.microsoft.com/office/drawing/2014/main" id="{8227CEF7-33FD-4CD3-A4EB-955E37245B9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9864" y="5189222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phone</a:t>
            </a:r>
          </a:p>
        </p:txBody>
      </p:sp>
      <p:sp>
        <p:nvSpPr>
          <p:cNvPr id="88" name="Text Placeholder 4">
            <a:extLst>
              <a:ext uri="{FF2B5EF4-FFF2-40B4-BE49-F238E27FC236}">
                <a16:creationId xmlns:a16="http://schemas.microsoft.com/office/drawing/2014/main" id="{7B2D6AFA-C0DD-4618-9EAB-57C49567D94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9864" y="5325583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mail</a:t>
            </a:r>
          </a:p>
        </p:txBody>
      </p:sp>
      <p:sp>
        <p:nvSpPr>
          <p:cNvPr id="90" name="Text Placeholder 4 flyt 4-5">
            <a:extLst>
              <a:ext uri="{FF2B5EF4-FFF2-40B4-BE49-F238E27FC236}">
                <a16:creationId xmlns:a16="http://schemas.microsoft.com/office/drawing/2014/main" id="{BDFBDEB8-8FC2-425E-82A6-6888AEB82DD1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795600" y="2781249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1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name</a:t>
            </a:r>
          </a:p>
        </p:txBody>
      </p:sp>
      <p:sp>
        <p:nvSpPr>
          <p:cNvPr id="91" name="Text Placeholder 4">
            <a:extLst>
              <a:ext uri="{FF2B5EF4-FFF2-40B4-BE49-F238E27FC236}">
                <a16:creationId xmlns:a16="http://schemas.microsoft.com/office/drawing/2014/main" id="{2BB73286-9C41-4EF3-8945-F7274E651F4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795600" y="2917609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92" name="Text Placeholder 4">
            <a:extLst>
              <a:ext uri="{FF2B5EF4-FFF2-40B4-BE49-F238E27FC236}">
                <a16:creationId xmlns:a16="http://schemas.microsoft.com/office/drawing/2014/main" id="{102D7DDF-C428-4D62-B249-64EF9900BDCD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795600" y="3053969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phone</a:t>
            </a:r>
          </a:p>
        </p:txBody>
      </p:sp>
      <p:sp>
        <p:nvSpPr>
          <p:cNvPr id="93" name="Text Placeholder 4">
            <a:extLst>
              <a:ext uri="{FF2B5EF4-FFF2-40B4-BE49-F238E27FC236}">
                <a16:creationId xmlns:a16="http://schemas.microsoft.com/office/drawing/2014/main" id="{DB5DBE5B-BDCF-447C-9A10-6BB31475F11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9795600" y="3190330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mail</a:t>
            </a:r>
          </a:p>
        </p:txBody>
      </p:sp>
      <p:sp>
        <p:nvSpPr>
          <p:cNvPr id="95" name="Text Placeholder 4">
            <a:extLst>
              <a:ext uri="{FF2B5EF4-FFF2-40B4-BE49-F238E27FC236}">
                <a16:creationId xmlns:a16="http://schemas.microsoft.com/office/drawing/2014/main" id="{88F73D50-2D36-4657-9A50-3CF955C7A2F4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795600" y="4916502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1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name</a:t>
            </a:r>
          </a:p>
        </p:txBody>
      </p:sp>
      <p:sp>
        <p:nvSpPr>
          <p:cNvPr id="96" name="Text Placeholder 4">
            <a:extLst>
              <a:ext uri="{FF2B5EF4-FFF2-40B4-BE49-F238E27FC236}">
                <a16:creationId xmlns:a16="http://schemas.microsoft.com/office/drawing/2014/main" id="{1A05975C-3B47-409F-A529-FD6F14396A1A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795600" y="5052862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97" name="Text Placeholder 4">
            <a:extLst>
              <a:ext uri="{FF2B5EF4-FFF2-40B4-BE49-F238E27FC236}">
                <a16:creationId xmlns:a16="http://schemas.microsoft.com/office/drawing/2014/main" id="{03AE4B41-A109-4248-8043-33344EB22707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795600" y="5189222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phone</a:t>
            </a:r>
          </a:p>
        </p:txBody>
      </p:sp>
      <p:sp>
        <p:nvSpPr>
          <p:cNvPr id="98" name="Text Placeholder 4">
            <a:extLst>
              <a:ext uri="{FF2B5EF4-FFF2-40B4-BE49-F238E27FC236}">
                <a16:creationId xmlns:a16="http://schemas.microsoft.com/office/drawing/2014/main" id="{E3982D9F-AE48-4E9A-81A5-B8B03575A83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795600" y="5325583"/>
            <a:ext cx="1656000" cy="1440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mail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949F7532-CE2D-4A2F-9C09-4696C546318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998396" y="1870346"/>
            <a:ext cx="828000" cy="828000"/>
          </a:xfrm>
          <a:prstGeom prst="ellipse">
            <a:avLst/>
          </a:prstGeom>
          <a:noFill/>
        </p:spPr>
        <p:txBody>
          <a:bodyPr lIns="0" tIns="0"/>
          <a:lstStyle>
            <a:lvl1pPr marL="0" indent="0" algn="l">
              <a:buNone/>
              <a:defRPr sz="900">
                <a:solidFill>
                  <a:schemeClr val="tx2"/>
                </a:solidFill>
              </a:defRPr>
            </a:lvl1pPr>
          </a:lstStyle>
          <a:p>
            <a:r>
              <a:rPr lang="en-GB"/>
              <a:t>Click icon to add picture or click on frame and insert picture from Templafy Images</a:t>
            </a:r>
          </a:p>
        </p:txBody>
      </p:sp>
      <p:sp>
        <p:nvSpPr>
          <p:cNvPr id="69" name="Picture Placeholder 7">
            <a:extLst>
              <a:ext uri="{FF2B5EF4-FFF2-40B4-BE49-F238E27FC236}">
                <a16:creationId xmlns:a16="http://schemas.microsoft.com/office/drawing/2014/main" id="{8E9B6044-B4C4-4F6F-8F19-16A35E45CD5A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998396" y="4005599"/>
            <a:ext cx="828000" cy="828000"/>
          </a:xfrm>
          <a:prstGeom prst="ellipse">
            <a:avLst/>
          </a:prstGeom>
          <a:noFill/>
        </p:spPr>
        <p:txBody>
          <a:bodyPr lIns="0" tIns="0"/>
          <a:lstStyle>
            <a:lvl1pPr marL="0" indent="0" algn="l">
              <a:buNone/>
              <a:defRPr sz="900">
                <a:solidFill>
                  <a:schemeClr val="tx2"/>
                </a:solidFill>
              </a:defRPr>
            </a:lvl1pPr>
          </a:lstStyle>
          <a:p>
            <a:r>
              <a:rPr lang="en-GB"/>
              <a:t>Click icon to add picture or click on frame and insert picture from Templafy Images</a:t>
            </a:r>
          </a:p>
        </p:txBody>
      </p:sp>
      <p:sp>
        <p:nvSpPr>
          <p:cNvPr id="74" name="Picture Placeholder 7">
            <a:extLst>
              <a:ext uri="{FF2B5EF4-FFF2-40B4-BE49-F238E27FC236}">
                <a16:creationId xmlns:a16="http://schemas.microsoft.com/office/drawing/2014/main" id="{A408BE1F-5224-4228-985F-B61DF5DDCC9B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5264131" y="1870346"/>
            <a:ext cx="828000" cy="828000"/>
          </a:xfrm>
          <a:prstGeom prst="ellipse">
            <a:avLst/>
          </a:prstGeom>
          <a:noFill/>
        </p:spPr>
        <p:txBody>
          <a:bodyPr lIns="0" tIns="0"/>
          <a:lstStyle>
            <a:lvl1pPr marL="0" indent="0" algn="l">
              <a:buNone/>
              <a:defRPr sz="900">
                <a:solidFill>
                  <a:schemeClr val="tx2"/>
                </a:solidFill>
              </a:defRPr>
            </a:lvl1pPr>
          </a:lstStyle>
          <a:p>
            <a:r>
              <a:rPr lang="en-GB"/>
              <a:t>Click icon to add picture or click on frame and insert picture from Templafy Images</a:t>
            </a:r>
          </a:p>
        </p:txBody>
      </p:sp>
      <p:sp>
        <p:nvSpPr>
          <p:cNvPr id="79" name="Picture Placeholder 7">
            <a:extLst>
              <a:ext uri="{FF2B5EF4-FFF2-40B4-BE49-F238E27FC236}">
                <a16:creationId xmlns:a16="http://schemas.microsoft.com/office/drawing/2014/main" id="{C78697CB-4473-40A4-A973-D405D65EBAAC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5264131" y="4005599"/>
            <a:ext cx="828000" cy="828000"/>
          </a:xfrm>
          <a:prstGeom prst="ellipse">
            <a:avLst/>
          </a:prstGeom>
          <a:noFill/>
        </p:spPr>
        <p:txBody>
          <a:bodyPr lIns="0" tIns="0"/>
          <a:lstStyle>
            <a:lvl1pPr marL="0" indent="0" algn="l">
              <a:buNone/>
              <a:defRPr sz="900">
                <a:solidFill>
                  <a:schemeClr val="tx2"/>
                </a:solidFill>
              </a:defRPr>
            </a:lvl1pPr>
          </a:lstStyle>
          <a:p>
            <a:r>
              <a:rPr lang="en-GB"/>
              <a:t>Click icon to add picture or click on frame and insert picture from Templafy Images</a:t>
            </a:r>
          </a:p>
        </p:txBody>
      </p:sp>
      <p:sp>
        <p:nvSpPr>
          <p:cNvPr id="84" name="Picture Placeholder 7">
            <a:extLst>
              <a:ext uri="{FF2B5EF4-FFF2-40B4-BE49-F238E27FC236}">
                <a16:creationId xmlns:a16="http://schemas.microsoft.com/office/drawing/2014/main" id="{6E613508-9A9E-4E06-B67E-C669FA64B807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7529864" y="1870346"/>
            <a:ext cx="828000" cy="828000"/>
          </a:xfrm>
          <a:prstGeom prst="ellipse">
            <a:avLst/>
          </a:prstGeom>
          <a:noFill/>
        </p:spPr>
        <p:txBody>
          <a:bodyPr lIns="0" tIns="0"/>
          <a:lstStyle>
            <a:lvl1pPr marL="0" indent="0" algn="l">
              <a:buNone/>
              <a:defRPr sz="900">
                <a:solidFill>
                  <a:schemeClr val="tx2"/>
                </a:solidFill>
              </a:defRPr>
            </a:lvl1pPr>
          </a:lstStyle>
          <a:p>
            <a:r>
              <a:rPr lang="en-GB"/>
              <a:t>Click icon to add picture or click on frame and insert picture from Templafy Images</a:t>
            </a:r>
          </a:p>
        </p:txBody>
      </p:sp>
      <p:sp>
        <p:nvSpPr>
          <p:cNvPr id="89" name="Picture Placeholder 7">
            <a:extLst>
              <a:ext uri="{FF2B5EF4-FFF2-40B4-BE49-F238E27FC236}">
                <a16:creationId xmlns:a16="http://schemas.microsoft.com/office/drawing/2014/main" id="{C8EAB2D0-37C5-4194-9309-1D0D192694C8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7529864" y="4005599"/>
            <a:ext cx="828000" cy="828000"/>
          </a:xfrm>
          <a:prstGeom prst="ellipse">
            <a:avLst/>
          </a:prstGeom>
          <a:noFill/>
        </p:spPr>
        <p:txBody>
          <a:bodyPr lIns="0" tIns="0"/>
          <a:lstStyle>
            <a:lvl1pPr marL="0" indent="0" algn="l">
              <a:buNone/>
              <a:defRPr sz="900">
                <a:solidFill>
                  <a:schemeClr val="tx2"/>
                </a:solidFill>
              </a:defRPr>
            </a:lvl1pPr>
          </a:lstStyle>
          <a:p>
            <a:r>
              <a:rPr lang="en-GB"/>
              <a:t>Click icon to add picture or click on frame and insert picture from Templafy Images</a:t>
            </a:r>
          </a:p>
        </p:txBody>
      </p:sp>
      <p:sp>
        <p:nvSpPr>
          <p:cNvPr id="94" name="Picture Placeholder 7">
            <a:extLst>
              <a:ext uri="{FF2B5EF4-FFF2-40B4-BE49-F238E27FC236}">
                <a16:creationId xmlns:a16="http://schemas.microsoft.com/office/drawing/2014/main" id="{EA651F30-C618-46FF-BE3F-505670137BE7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9795600" y="1870346"/>
            <a:ext cx="828000" cy="828000"/>
          </a:xfrm>
          <a:prstGeom prst="ellipse">
            <a:avLst/>
          </a:prstGeom>
          <a:noFill/>
        </p:spPr>
        <p:txBody>
          <a:bodyPr lIns="0" tIns="0"/>
          <a:lstStyle>
            <a:lvl1pPr marL="0" indent="0" algn="l">
              <a:buNone/>
              <a:defRPr sz="900">
                <a:solidFill>
                  <a:schemeClr val="tx2"/>
                </a:solidFill>
              </a:defRPr>
            </a:lvl1pPr>
          </a:lstStyle>
          <a:p>
            <a:r>
              <a:rPr lang="en-GB"/>
              <a:t>Click icon to add picture or click on frame and insert picture from Templafy Images</a:t>
            </a:r>
          </a:p>
        </p:txBody>
      </p:sp>
      <p:sp>
        <p:nvSpPr>
          <p:cNvPr id="99" name="Picture Placeholder 7 flyt 4-5">
            <a:extLst>
              <a:ext uri="{FF2B5EF4-FFF2-40B4-BE49-F238E27FC236}">
                <a16:creationId xmlns:a16="http://schemas.microsoft.com/office/drawing/2014/main" id="{F6721E5E-7753-4D9B-B051-8E1F9FCD3E5D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9795600" y="4005599"/>
            <a:ext cx="828000" cy="828000"/>
          </a:xfrm>
          <a:prstGeom prst="ellipse">
            <a:avLst/>
          </a:prstGeom>
          <a:noFill/>
        </p:spPr>
        <p:txBody>
          <a:bodyPr lIns="0" tIns="0"/>
          <a:lstStyle>
            <a:lvl1pPr marL="0" indent="0" algn="l">
              <a:buNone/>
              <a:defRPr sz="900">
                <a:solidFill>
                  <a:schemeClr val="tx2"/>
                </a:solidFill>
              </a:defRPr>
            </a:lvl1pPr>
          </a:lstStyle>
          <a:p>
            <a:r>
              <a:rPr lang="en-GB"/>
              <a:t>Click icon to add picture or click on frame and insert picture from Templafy Images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681107-7363-45B2-BFEB-3E0FB7C50CF0}"/>
              </a:ext>
            </a:extLst>
          </p:cNvPr>
          <p:cNvSpPr>
            <a:spLocks noGrp="1"/>
          </p:cNvSpPr>
          <p:nvPr>
            <p:ph type="dt" sz="half" idx="220"/>
          </p:nvPr>
        </p:nvSpPr>
        <p:spPr/>
        <p:txBody>
          <a:bodyPr/>
          <a:lstStyle/>
          <a:p>
            <a:fld id="{D75FEC7C-1C55-44C9-879A-A4A6DA3E471A}" type="datetime1">
              <a:rPr lang="en-US" smtClean="0"/>
              <a:t>10/8/2026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0FBC46-CA84-4021-B6AF-871EC8361FA2}"/>
              </a:ext>
            </a:extLst>
          </p:cNvPr>
          <p:cNvSpPr>
            <a:spLocks noGrp="1"/>
          </p:cNvSpPr>
          <p:nvPr>
            <p:ph type="ftr" sz="quarter" idx="22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B0F9F42-788B-4F50-9267-B933F04EE835}"/>
              </a:ext>
            </a:extLst>
          </p:cNvPr>
          <p:cNvSpPr>
            <a:spLocks noGrp="1"/>
          </p:cNvSpPr>
          <p:nvPr>
            <p:ph type="sldNum" sz="quarter" idx="22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2" name="Picture 1" descr="A picture containing shirt, drawing&#10;&#10;Description automatically generated">
            <a:extLst>
              <a:ext uri="{FF2B5EF4-FFF2-40B4-BE49-F238E27FC236}">
                <a16:creationId xmlns:a16="http://schemas.microsoft.com/office/drawing/2014/main" id="{D26C2C1E-49C8-DFBA-8484-7B5E6C846A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5314" y="425657"/>
            <a:ext cx="12061372" cy="460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D40AE4A-2D37-2B6B-7FE8-8229D9E6EA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254" y="101657"/>
            <a:ext cx="11041200" cy="460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Click to add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0199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B2F1989F-8586-49D7-A4E8-B72A888E6A5A}"/>
              </a:ext>
            </a:extLst>
          </p:cNvPr>
          <p:cNvSpPr/>
          <p:nvPr userDrawn="1"/>
        </p:nvSpPr>
        <p:spPr>
          <a:xfrm>
            <a:off x="2835079" y="3865202"/>
            <a:ext cx="1976400" cy="1846799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BC22C900-9E3D-4D19-9195-BDD7CFA67068}"/>
              </a:ext>
            </a:extLst>
          </p:cNvPr>
          <p:cNvSpPr/>
          <p:nvPr userDrawn="1"/>
        </p:nvSpPr>
        <p:spPr>
          <a:xfrm>
            <a:off x="5112905" y="1736669"/>
            <a:ext cx="1976400" cy="1846799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DDF14694-5A90-4939-AE56-B78A6DE435A0}"/>
              </a:ext>
            </a:extLst>
          </p:cNvPr>
          <p:cNvSpPr/>
          <p:nvPr userDrawn="1"/>
        </p:nvSpPr>
        <p:spPr>
          <a:xfrm>
            <a:off x="7381261" y="1736669"/>
            <a:ext cx="1976400" cy="1846799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4C205805-EFC8-4811-B82D-F27E34762837}"/>
              </a:ext>
            </a:extLst>
          </p:cNvPr>
          <p:cNvSpPr/>
          <p:nvPr userDrawn="1"/>
        </p:nvSpPr>
        <p:spPr>
          <a:xfrm>
            <a:off x="7381261" y="3865202"/>
            <a:ext cx="1976400" cy="1846799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4F0AC683-D42D-413F-BA28-CCB4AD3133E8}"/>
              </a:ext>
            </a:extLst>
          </p:cNvPr>
          <p:cNvSpPr/>
          <p:nvPr userDrawn="1"/>
        </p:nvSpPr>
        <p:spPr>
          <a:xfrm>
            <a:off x="9646716" y="1736669"/>
            <a:ext cx="1976400" cy="1846799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36" name="Rectangle: Rounded Corners 135">
            <a:extLst>
              <a:ext uri="{FF2B5EF4-FFF2-40B4-BE49-F238E27FC236}">
                <a16:creationId xmlns:a16="http://schemas.microsoft.com/office/drawing/2014/main" id="{D6AE0762-596F-477B-8BFA-3F1C181FD485}"/>
              </a:ext>
            </a:extLst>
          </p:cNvPr>
          <p:cNvSpPr/>
          <p:nvPr userDrawn="1"/>
        </p:nvSpPr>
        <p:spPr>
          <a:xfrm>
            <a:off x="9646716" y="3865202"/>
            <a:ext cx="1976400" cy="1846799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BCAAC33-1A06-4BCB-93B5-5EADAA334877}"/>
              </a:ext>
            </a:extLst>
          </p:cNvPr>
          <p:cNvSpPr/>
          <p:nvPr/>
        </p:nvSpPr>
        <p:spPr>
          <a:xfrm>
            <a:off x="575121" y="1736669"/>
            <a:ext cx="1976400" cy="1846799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BF2EB7C2-ACAC-403A-8A8C-4FBCD91F4424}"/>
              </a:ext>
            </a:extLst>
          </p:cNvPr>
          <p:cNvSpPr/>
          <p:nvPr userDrawn="1"/>
        </p:nvSpPr>
        <p:spPr>
          <a:xfrm>
            <a:off x="5112905" y="3865202"/>
            <a:ext cx="1976400" cy="1846799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09FCBC1C-4687-4C34-8125-36422B87ECF6}"/>
              </a:ext>
            </a:extLst>
          </p:cNvPr>
          <p:cNvSpPr/>
          <p:nvPr userDrawn="1"/>
        </p:nvSpPr>
        <p:spPr>
          <a:xfrm>
            <a:off x="575121" y="3865202"/>
            <a:ext cx="1976400" cy="1846799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996D9E4C-035D-41B9-B361-AEBFEED7405C}"/>
              </a:ext>
            </a:extLst>
          </p:cNvPr>
          <p:cNvSpPr/>
          <p:nvPr userDrawn="1"/>
        </p:nvSpPr>
        <p:spPr>
          <a:xfrm>
            <a:off x="2835079" y="1736669"/>
            <a:ext cx="1976400" cy="1846799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3DB26CC-0BDD-403A-AD54-0CA0E85E349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0000" y="1879200"/>
            <a:ext cx="1656000" cy="1051844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 cap="all" baseline="0">
                <a:solidFill>
                  <a:schemeClr val="accent1"/>
                </a:solidFill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accent1"/>
                </a:solidFill>
              </a:defRPr>
            </a:lvl3pPr>
            <a:lvl4pPr marL="107997" indent="-107997">
              <a:spcAft>
                <a:spcPts val="0"/>
              </a:spcAft>
              <a:buFont typeface="Arial" panose="020B0604020202020204" pitchFamily="34" charset="0"/>
              <a:buChar char="•"/>
              <a:defRPr sz="1000" b="0">
                <a:solidFill>
                  <a:schemeClr val="tx2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>
                <a:solidFill>
                  <a:schemeClr val="tx2"/>
                </a:solidFill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0">
                <a:solidFill>
                  <a:schemeClr val="tx2"/>
                </a:solidFill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Font typeface="Arial" panose="020B0604020202020204" pitchFamily="34" charset="0"/>
              <a:buChar char="​"/>
              <a:defRPr sz="1000" b="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Click to add text         Enter &amp; TAB for next text level                      SHIFT+TAB to go back in levels</a:t>
            </a:r>
            <a:endParaRPr lang="en-GB"/>
          </a:p>
          <a:p>
            <a:pPr lvl="1"/>
            <a:r>
              <a:rPr lang="en-GB"/>
              <a:t>2</a:t>
            </a:r>
          </a:p>
          <a:p>
            <a:pPr lvl="2"/>
            <a:r>
              <a:rPr lang="en-GB"/>
              <a:t>3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  <p:sp>
        <p:nvSpPr>
          <p:cNvPr id="113" name="Text Placeholder 4">
            <a:extLst>
              <a:ext uri="{FF2B5EF4-FFF2-40B4-BE49-F238E27FC236}">
                <a16:creationId xmlns:a16="http://schemas.microsoft.com/office/drawing/2014/main" id="{97AB10C8-124B-4190-8226-A8D274175C4C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720000" y="4017600"/>
            <a:ext cx="1656000" cy="1051844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 cap="all" baseline="0">
                <a:solidFill>
                  <a:schemeClr val="accent1"/>
                </a:solidFill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accent1"/>
                </a:solidFill>
              </a:defRPr>
            </a:lvl3pPr>
            <a:lvl4pPr marL="107997" indent="-107997">
              <a:spcAft>
                <a:spcPts val="0"/>
              </a:spcAft>
              <a:buFont typeface="Arial" panose="020B0604020202020204" pitchFamily="34" charset="0"/>
              <a:buChar char="•"/>
              <a:defRPr sz="1000" b="0">
                <a:solidFill>
                  <a:schemeClr val="tx2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>
                <a:solidFill>
                  <a:schemeClr val="tx2"/>
                </a:solidFill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0">
                <a:solidFill>
                  <a:schemeClr val="tx2"/>
                </a:solidFill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Font typeface="Arial" panose="020B0604020202020204" pitchFamily="34" charset="0"/>
              <a:buChar char="​"/>
              <a:defRPr sz="1000" b="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Click to add text         Enter &amp; TAB for next text level                      SHIFT+TAB to go back in levels</a:t>
            </a:r>
            <a:endParaRPr lang="en-GB"/>
          </a:p>
          <a:p>
            <a:pPr lvl="1"/>
            <a:r>
              <a:rPr lang="en-GB"/>
              <a:t>2</a:t>
            </a:r>
          </a:p>
          <a:p>
            <a:pPr lvl="2"/>
            <a:r>
              <a:rPr lang="en-GB"/>
              <a:t>3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  <p:sp>
        <p:nvSpPr>
          <p:cNvPr id="116" name="Text Placeholder 4">
            <a:extLst>
              <a:ext uri="{FF2B5EF4-FFF2-40B4-BE49-F238E27FC236}">
                <a16:creationId xmlns:a16="http://schemas.microsoft.com/office/drawing/2014/main" id="{588A9AEA-3050-4620-8668-3DC05E7F46FC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2988000" y="1879200"/>
            <a:ext cx="1656000" cy="1051844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 cap="all" baseline="0">
                <a:solidFill>
                  <a:schemeClr val="accent1"/>
                </a:solidFill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accent1"/>
                </a:solidFill>
              </a:defRPr>
            </a:lvl3pPr>
            <a:lvl4pPr marL="107997" indent="-107997">
              <a:spcAft>
                <a:spcPts val="0"/>
              </a:spcAft>
              <a:buFont typeface="Arial" panose="020B0604020202020204" pitchFamily="34" charset="0"/>
              <a:buChar char="•"/>
              <a:defRPr sz="1000" b="0">
                <a:solidFill>
                  <a:schemeClr val="tx2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>
                <a:solidFill>
                  <a:schemeClr val="tx2"/>
                </a:solidFill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0">
                <a:solidFill>
                  <a:schemeClr val="tx2"/>
                </a:solidFill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Font typeface="Arial" panose="020B0604020202020204" pitchFamily="34" charset="0"/>
              <a:buChar char="​"/>
              <a:defRPr sz="1000" b="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Click to add text         Enter &amp; TAB for next text level                      SHIFT+TAB to go back in levels</a:t>
            </a:r>
            <a:endParaRPr lang="en-GB"/>
          </a:p>
          <a:p>
            <a:pPr lvl="1"/>
            <a:r>
              <a:rPr lang="en-GB"/>
              <a:t>2</a:t>
            </a:r>
          </a:p>
          <a:p>
            <a:pPr lvl="2"/>
            <a:r>
              <a:rPr lang="en-GB"/>
              <a:t>3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  <p:sp>
        <p:nvSpPr>
          <p:cNvPr id="119" name="Text Placeholder 4">
            <a:extLst>
              <a:ext uri="{FF2B5EF4-FFF2-40B4-BE49-F238E27FC236}">
                <a16:creationId xmlns:a16="http://schemas.microsoft.com/office/drawing/2014/main" id="{D727E795-2BCB-41FC-8F7A-73BF8A93C3B8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2988000" y="4017600"/>
            <a:ext cx="1656000" cy="1051844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 cap="all" baseline="0">
                <a:solidFill>
                  <a:schemeClr val="accent1"/>
                </a:solidFill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accent1"/>
                </a:solidFill>
              </a:defRPr>
            </a:lvl3pPr>
            <a:lvl4pPr marL="107997" indent="-107997">
              <a:spcAft>
                <a:spcPts val="0"/>
              </a:spcAft>
              <a:buFont typeface="Arial" panose="020B0604020202020204" pitchFamily="34" charset="0"/>
              <a:buChar char="•"/>
              <a:defRPr sz="1000" b="0">
                <a:solidFill>
                  <a:schemeClr val="tx2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>
                <a:solidFill>
                  <a:schemeClr val="tx2"/>
                </a:solidFill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0">
                <a:solidFill>
                  <a:schemeClr val="tx2"/>
                </a:solidFill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Font typeface="Arial" panose="020B0604020202020204" pitchFamily="34" charset="0"/>
              <a:buChar char="​"/>
              <a:defRPr sz="1000" b="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Click to add text         Enter &amp; TAB for next text level                      SHIFT+TAB to go back in levels</a:t>
            </a:r>
            <a:endParaRPr lang="en-GB"/>
          </a:p>
          <a:p>
            <a:pPr lvl="1"/>
            <a:r>
              <a:rPr lang="en-GB"/>
              <a:t>2</a:t>
            </a:r>
          </a:p>
          <a:p>
            <a:pPr lvl="2"/>
            <a:r>
              <a:rPr lang="en-GB"/>
              <a:t>3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  <p:sp>
        <p:nvSpPr>
          <p:cNvPr id="122" name="Text Placeholder 4">
            <a:extLst>
              <a:ext uri="{FF2B5EF4-FFF2-40B4-BE49-F238E27FC236}">
                <a16:creationId xmlns:a16="http://schemas.microsoft.com/office/drawing/2014/main" id="{A26D718F-8E2B-4499-8DDD-38FBA5DCD554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5256000" y="1879200"/>
            <a:ext cx="1656000" cy="1051844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 cap="all" baseline="0">
                <a:solidFill>
                  <a:schemeClr val="accent1"/>
                </a:solidFill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accent1"/>
                </a:solidFill>
              </a:defRPr>
            </a:lvl3pPr>
            <a:lvl4pPr marL="107997" indent="-107997">
              <a:spcAft>
                <a:spcPts val="0"/>
              </a:spcAft>
              <a:buFont typeface="Arial" panose="020B0604020202020204" pitchFamily="34" charset="0"/>
              <a:buChar char="•"/>
              <a:defRPr sz="1000" b="0">
                <a:solidFill>
                  <a:schemeClr val="tx2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>
                <a:solidFill>
                  <a:schemeClr val="tx2"/>
                </a:solidFill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0">
                <a:solidFill>
                  <a:schemeClr val="tx2"/>
                </a:solidFill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Font typeface="Arial" panose="020B0604020202020204" pitchFamily="34" charset="0"/>
              <a:buChar char="​"/>
              <a:defRPr sz="1000" b="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Click to add text         Enter &amp; TAB for next text level                      SHIFT+TAB to go back in levels</a:t>
            </a:r>
            <a:endParaRPr lang="en-GB"/>
          </a:p>
          <a:p>
            <a:pPr lvl="1"/>
            <a:r>
              <a:rPr lang="en-GB"/>
              <a:t>2</a:t>
            </a:r>
          </a:p>
          <a:p>
            <a:pPr lvl="2"/>
            <a:r>
              <a:rPr lang="en-GB"/>
              <a:t>3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  <p:sp>
        <p:nvSpPr>
          <p:cNvPr id="125" name="Text Placeholder 4">
            <a:extLst>
              <a:ext uri="{FF2B5EF4-FFF2-40B4-BE49-F238E27FC236}">
                <a16:creationId xmlns:a16="http://schemas.microsoft.com/office/drawing/2014/main" id="{F3E4CDB3-BA5D-4850-A94A-C2EB22D2EBA4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5256000" y="4017600"/>
            <a:ext cx="1656000" cy="1051844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 cap="all" baseline="0">
                <a:solidFill>
                  <a:schemeClr val="accent1"/>
                </a:solidFill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accent1"/>
                </a:solidFill>
              </a:defRPr>
            </a:lvl3pPr>
            <a:lvl4pPr marL="107997" indent="-107997">
              <a:spcAft>
                <a:spcPts val="0"/>
              </a:spcAft>
              <a:buFont typeface="Arial" panose="020B0604020202020204" pitchFamily="34" charset="0"/>
              <a:buChar char="•"/>
              <a:defRPr sz="1000" b="0">
                <a:solidFill>
                  <a:schemeClr val="tx2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>
                <a:solidFill>
                  <a:schemeClr val="tx2"/>
                </a:solidFill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0">
                <a:solidFill>
                  <a:schemeClr val="tx2"/>
                </a:solidFill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Font typeface="Arial" panose="020B0604020202020204" pitchFamily="34" charset="0"/>
              <a:buChar char="​"/>
              <a:defRPr sz="1000" b="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Click to add text         Enter &amp; TAB for next text level                      SHIFT+TAB to go back in levels</a:t>
            </a:r>
            <a:endParaRPr lang="en-GB"/>
          </a:p>
          <a:p>
            <a:pPr lvl="1"/>
            <a:r>
              <a:rPr lang="en-GB"/>
              <a:t>2</a:t>
            </a:r>
          </a:p>
          <a:p>
            <a:pPr lvl="2"/>
            <a:r>
              <a:rPr lang="en-GB"/>
              <a:t>3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  <p:sp>
        <p:nvSpPr>
          <p:cNvPr id="128" name="Text Placeholder 4">
            <a:extLst>
              <a:ext uri="{FF2B5EF4-FFF2-40B4-BE49-F238E27FC236}">
                <a16:creationId xmlns:a16="http://schemas.microsoft.com/office/drawing/2014/main" id="{3D0FC05F-66A2-4E8F-A6A9-76203A674120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7524000" y="1879200"/>
            <a:ext cx="1656000" cy="1051844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 cap="all" baseline="0">
                <a:solidFill>
                  <a:schemeClr val="accent1"/>
                </a:solidFill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accent1"/>
                </a:solidFill>
              </a:defRPr>
            </a:lvl3pPr>
            <a:lvl4pPr marL="107997" indent="-107997">
              <a:spcAft>
                <a:spcPts val="0"/>
              </a:spcAft>
              <a:buFont typeface="Arial" panose="020B0604020202020204" pitchFamily="34" charset="0"/>
              <a:buChar char="•"/>
              <a:defRPr sz="1000" b="0">
                <a:solidFill>
                  <a:schemeClr val="tx2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>
                <a:solidFill>
                  <a:schemeClr val="tx2"/>
                </a:solidFill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0">
                <a:solidFill>
                  <a:schemeClr val="tx2"/>
                </a:solidFill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Font typeface="Arial" panose="020B0604020202020204" pitchFamily="34" charset="0"/>
              <a:buChar char="​"/>
              <a:defRPr sz="1000" b="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Click to add text         Enter &amp; TAB for next text level                      SHIFT+TAB to go back in levels</a:t>
            </a:r>
            <a:endParaRPr lang="en-GB"/>
          </a:p>
          <a:p>
            <a:pPr lvl="1"/>
            <a:r>
              <a:rPr lang="en-GB"/>
              <a:t>2</a:t>
            </a:r>
          </a:p>
          <a:p>
            <a:pPr lvl="2"/>
            <a:r>
              <a:rPr lang="en-GB"/>
              <a:t>3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  <p:sp>
        <p:nvSpPr>
          <p:cNvPr id="131" name="Text Placeholder 4">
            <a:extLst>
              <a:ext uri="{FF2B5EF4-FFF2-40B4-BE49-F238E27FC236}">
                <a16:creationId xmlns:a16="http://schemas.microsoft.com/office/drawing/2014/main" id="{762E128A-EB89-406E-B52A-ADD2CBD358D0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7524000" y="4017600"/>
            <a:ext cx="1656000" cy="1051844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 cap="all" baseline="0">
                <a:solidFill>
                  <a:schemeClr val="accent1"/>
                </a:solidFill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accent1"/>
                </a:solidFill>
              </a:defRPr>
            </a:lvl3pPr>
            <a:lvl4pPr marL="107997" indent="-107997">
              <a:spcAft>
                <a:spcPts val="0"/>
              </a:spcAft>
              <a:buFont typeface="Arial" panose="020B0604020202020204" pitchFamily="34" charset="0"/>
              <a:buChar char="•"/>
              <a:defRPr sz="1000" b="0">
                <a:solidFill>
                  <a:schemeClr val="tx2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>
                <a:solidFill>
                  <a:schemeClr val="tx2"/>
                </a:solidFill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0">
                <a:solidFill>
                  <a:schemeClr val="tx2"/>
                </a:solidFill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Font typeface="Arial" panose="020B0604020202020204" pitchFamily="34" charset="0"/>
              <a:buChar char="​"/>
              <a:defRPr sz="1000" b="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Click to add text         Enter &amp; TAB for next text level                      SHIFT+TAB to go back in levels</a:t>
            </a:r>
            <a:endParaRPr lang="en-GB"/>
          </a:p>
          <a:p>
            <a:pPr lvl="1"/>
            <a:r>
              <a:rPr lang="en-GB"/>
              <a:t>2</a:t>
            </a:r>
          </a:p>
          <a:p>
            <a:pPr lvl="2"/>
            <a:r>
              <a:rPr lang="en-GB"/>
              <a:t>3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  <p:sp>
        <p:nvSpPr>
          <p:cNvPr id="134" name="Text Placeholder 4">
            <a:extLst>
              <a:ext uri="{FF2B5EF4-FFF2-40B4-BE49-F238E27FC236}">
                <a16:creationId xmlns:a16="http://schemas.microsoft.com/office/drawing/2014/main" id="{5C79BD97-DFE9-45DE-9534-B0075EA8AF71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9792000" y="1879200"/>
            <a:ext cx="1656000" cy="1051844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 cap="all" baseline="0">
                <a:solidFill>
                  <a:schemeClr val="accent1"/>
                </a:solidFill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accent1"/>
                </a:solidFill>
              </a:defRPr>
            </a:lvl3pPr>
            <a:lvl4pPr marL="107997" indent="-107997">
              <a:spcAft>
                <a:spcPts val="0"/>
              </a:spcAft>
              <a:buFont typeface="Arial" panose="020B0604020202020204" pitchFamily="34" charset="0"/>
              <a:buChar char="•"/>
              <a:defRPr sz="1000" b="0">
                <a:solidFill>
                  <a:schemeClr val="tx2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>
                <a:solidFill>
                  <a:schemeClr val="tx2"/>
                </a:solidFill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0">
                <a:solidFill>
                  <a:schemeClr val="tx2"/>
                </a:solidFill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Font typeface="Arial" panose="020B0604020202020204" pitchFamily="34" charset="0"/>
              <a:buChar char="​"/>
              <a:defRPr sz="1000" b="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Click to add text         Enter &amp; TAB for next text level                      SHIFT+TAB to go back in levels</a:t>
            </a:r>
            <a:endParaRPr lang="en-GB"/>
          </a:p>
          <a:p>
            <a:pPr lvl="1"/>
            <a:r>
              <a:rPr lang="en-GB"/>
              <a:t>2</a:t>
            </a:r>
          </a:p>
          <a:p>
            <a:pPr lvl="2"/>
            <a:r>
              <a:rPr lang="en-GB"/>
              <a:t>3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  <p:sp>
        <p:nvSpPr>
          <p:cNvPr id="137" name="Text Placeholder 4">
            <a:extLst>
              <a:ext uri="{FF2B5EF4-FFF2-40B4-BE49-F238E27FC236}">
                <a16:creationId xmlns:a16="http://schemas.microsoft.com/office/drawing/2014/main" id="{C733F646-CB2C-4766-8A1F-BABC42A21E4A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9792000" y="4017600"/>
            <a:ext cx="1656000" cy="1051844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 cap="all" baseline="0">
                <a:solidFill>
                  <a:schemeClr val="accent1"/>
                </a:solidFill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accent1"/>
                </a:solidFill>
              </a:defRPr>
            </a:lvl3pPr>
            <a:lvl4pPr marL="107997" indent="-107997">
              <a:spcAft>
                <a:spcPts val="0"/>
              </a:spcAft>
              <a:buFont typeface="Arial" panose="020B0604020202020204" pitchFamily="34" charset="0"/>
              <a:buChar char="•"/>
              <a:defRPr sz="1000" b="0">
                <a:solidFill>
                  <a:schemeClr val="tx2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>
                <a:solidFill>
                  <a:schemeClr val="tx2"/>
                </a:solidFill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0">
                <a:solidFill>
                  <a:schemeClr val="tx2"/>
                </a:solidFill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Font typeface="Arial" panose="020B0604020202020204" pitchFamily="34" charset="0"/>
              <a:buChar char="​"/>
              <a:defRPr sz="1000" b="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Click to add text         Enter &amp; TAB for next text level                      SHIFT+TAB to go back in levels</a:t>
            </a:r>
            <a:endParaRPr lang="en-GB"/>
          </a:p>
          <a:p>
            <a:pPr lvl="1"/>
            <a:r>
              <a:rPr lang="en-GB"/>
              <a:t>2</a:t>
            </a:r>
          </a:p>
          <a:p>
            <a:pPr lvl="2"/>
            <a:r>
              <a:rPr lang="en-GB"/>
              <a:t>3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2AC7E8-A328-41BB-9543-3876F8313A51}"/>
              </a:ext>
            </a:extLst>
          </p:cNvPr>
          <p:cNvSpPr>
            <a:spLocks noGrp="1"/>
          </p:cNvSpPr>
          <p:nvPr>
            <p:ph sz="quarter" idx="72" hasCustomPrompt="1"/>
          </p:nvPr>
        </p:nvSpPr>
        <p:spPr>
          <a:xfrm>
            <a:off x="720000" y="3034658"/>
            <a:ext cx="1656000" cy="356240"/>
          </a:xfrm>
        </p:spPr>
        <p:txBody>
          <a:bodyPr/>
          <a:lstStyle>
            <a:lvl1pPr marL="0" indent="0">
              <a:buNone/>
              <a:defRPr sz="800"/>
            </a:lvl1pPr>
            <a:lvl2pPr marL="179996" indent="0">
              <a:buNone/>
              <a:defRPr/>
            </a:lvl2pPr>
            <a:lvl3pPr marL="359991" indent="0"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/>
              <a:t>Zoom and click picture icon to insert logo</a:t>
            </a:r>
          </a:p>
        </p:txBody>
      </p:sp>
      <p:sp>
        <p:nvSpPr>
          <p:cNvPr id="114" name="Content Placeholder 3">
            <a:extLst>
              <a:ext uri="{FF2B5EF4-FFF2-40B4-BE49-F238E27FC236}">
                <a16:creationId xmlns:a16="http://schemas.microsoft.com/office/drawing/2014/main" id="{5858A9E8-7C39-4B10-8FBB-DAC901839C3D}"/>
              </a:ext>
            </a:extLst>
          </p:cNvPr>
          <p:cNvSpPr>
            <a:spLocks noGrp="1"/>
          </p:cNvSpPr>
          <p:nvPr>
            <p:ph sz="quarter" idx="74" hasCustomPrompt="1"/>
          </p:nvPr>
        </p:nvSpPr>
        <p:spPr>
          <a:xfrm>
            <a:off x="720000" y="5166000"/>
            <a:ext cx="1656000" cy="356240"/>
          </a:xfrm>
        </p:spPr>
        <p:txBody>
          <a:bodyPr/>
          <a:lstStyle>
            <a:lvl1pPr marL="0" indent="0">
              <a:buNone/>
              <a:defRPr sz="800"/>
            </a:lvl1pPr>
            <a:lvl2pPr marL="179996" indent="0">
              <a:buNone/>
              <a:defRPr/>
            </a:lvl2pPr>
            <a:lvl3pPr marL="359991" indent="0"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/>
              <a:t>Zoom and click picture icon to insert logo</a:t>
            </a:r>
          </a:p>
        </p:txBody>
      </p:sp>
      <p:sp>
        <p:nvSpPr>
          <p:cNvPr id="117" name="Content Placeholder 3">
            <a:extLst>
              <a:ext uri="{FF2B5EF4-FFF2-40B4-BE49-F238E27FC236}">
                <a16:creationId xmlns:a16="http://schemas.microsoft.com/office/drawing/2014/main" id="{CAAFCE05-8F97-4E0D-A31D-496BB3B4B4FD}"/>
              </a:ext>
            </a:extLst>
          </p:cNvPr>
          <p:cNvSpPr>
            <a:spLocks noGrp="1"/>
          </p:cNvSpPr>
          <p:nvPr>
            <p:ph sz="quarter" idx="76" hasCustomPrompt="1"/>
          </p:nvPr>
        </p:nvSpPr>
        <p:spPr>
          <a:xfrm>
            <a:off x="2988000" y="3034658"/>
            <a:ext cx="1656000" cy="356240"/>
          </a:xfrm>
        </p:spPr>
        <p:txBody>
          <a:bodyPr/>
          <a:lstStyle>
            <a:lvl1pPr marL="0" indent="0">
              <a:buNone/>
              <a:defRPr sz="800"/>
            </a:lvl1pPr>
            <a:lvl2pPr marL="179996" indent="0">
              <a:buNone/>
              <a:defRPr/>
            </a:lvl2pPr>
            <a:lvl3pPr marL="359991" indent="0"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/>
              <a:t>Zoom and click picture icon to insert logo</a:t>
            </a:r>
          </a:p>
        </p:txBody>
      </p:sp>
      <p:sp>
        <p:nvSpPr>
          <p:cNvPr id="120" name="Content Placeholder 3">
            <a:extLst>
              <a:ext uri="{FF2B5EF4-FFF2-40B4-BE49-F238E27FC236}">
                <a16:creationId xmlns:a16="http://schemas.microsoft.com/office/drawing/2014/main" id="{340A22AB-213A-42E0-B7E7-C72B2BB68E9F}"/>
              </a:ext>
            </a:extLst>
          </p:cNvPr>
          <p:cNvSpPr>
            <a:spLocks noGrp="1"/>
          </p:cNvSpPr>
          <p:nvPr>
            <p:ph sz="quarter" idx="78" hasCustomPrompt="1"/>
          </p:nvPr>
        </p:nvSpPr>
        <p:spPr>
          <a:xfrm>
            <a:off x="2988000" y="5166000"/>
            <a:ext cx="1656000" cy="356240"/>
          </a:xfrm>
        </p:spPr>
        <p:txBody>
          <a:bodyPr/>
          <a:lstStyle>
            <a:lvl1pPr marL="0" indent="0">
              <a:buNone/>
              <a:defRPr sz="800"/>
            </a:lvl1pPr>
            <a:lvl2pPr marL="179996" indent="0">
              <a:buNone/>
              <a:defRPr/>
            </a:lvl2pPr>
            <a:lvl3pPr marL="359991" indent="0"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/>
              <a:t>Zoom and click picture icon to insert logo</a:t>
            </a:r>
          </a:p>
        </p:txBody>
      </p:sp>
      <p:sp>
        <p:nvSpPr>
          <p:cNvPr id="123" name="Content Placeholder 3">
            <a:extLst>
              <a:ext uri="{FF2B5EF4-FFF2-40B4-BE49-F238E27FC236}">
                <a16:creationId xmlns:a16="http://schemas.microsoft.com/office/drawing/2014/main" id="{8223CE9D-FBF0-4F4A-A2D9-2AD67DF5F29D}"/>
              </a:ext>
            </a:extLst>
          </p:cNvPr>
          <p:cNvSpPr>
            <a:spLocks noGrp="1"/>
          </p:cNvSpPr>
          <p:nvPr>
            <p:ph sz="quarter" idx="80" hasCustomPrompt="1"/>
          </p:nvPr>
        </p:nvSpPr>
        <p:spPr>
          <a:xfrm>
            <a:off x="5256000" y="3034658"/>
            <a:ext cx="1656000" cy="356240"/>
          </a:xfrm>
        </p:spPr>
        <p:txBody>
          <a:bodyPr/>
          <a:lstStyle>
            <a:lvl1pPr marL="0" indent="0">
              <a:buNone/>
              <a:defRPr sz="800"/>
            </a:lvl1pPr>
            <a:lvl2pPr marL="179996" indent="0">
              <a:buNone/>
              <a:defRPr/>
            </a:lvl2pPr>
            <a:lvl3pPr marL="359991" indent="0"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/>
              <a:t>Zoom and click picture icon to insert logo</a:t>
            </a:r>
          </a:p>
        </p:txBody>
      </p:sp>
      <p:sp>
        <p:nvSpPr>
          <p:cNvPr id="126" name="Content Placeholder 3">
            <a:extLst>
              <a:ext uri="{FF2B5EF4-FFF2-40B4-BE49-F238E27FC236}">
                <a16:creationId xmlns:a16="http://schemas.microsoft.com/office/drawing/2014/main" id="{08A1CF3B-F4E5-4283-99B0-930D2F9F9B7F}"/>
              </a:ext>
            </a:extLst>
          </p:cNvPr>
          <p:cNvSpPr>
            <a:spLocks noGrp="1"/>
          </p:cNvSpPr>
          <p:nvPr>
            <p:ph sz="quarter" idx="82" hasCustomPrompt="1"/>
          </p:nvPr>
        </p:nvSpPr>
        <p:spPr>
          <a:xfrm>
            <a:off x="5256000" y="5166000"/>
            <a:ext cx="1656000" cy="356240"/>
          </a:xfrm>
        </p:spPr>
        <p:txBody>
          <a:bodyPr/>
          <a:lstStyle>
            <a:lvl1pPr marL="0" indent="0">
              <a:buNone/>
              <a:defRPr sz="800"/>
            </a:lvl1pPr>
            <a:lvl2pPr marL="179996" indent="0">
              <a:buNone/>
              <a:defRPr/>
            </a:lvl2pPr>
            <a:lvl3pPr marL="359991" indent="0"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/>
              <a:t>Zoom and click picture icon to insert logo</a:t>
            </a:r>
          </a:p>
        </p:txBody>
      </p:sp>
      <p:sp>
        <p:nvSpPr>
          <p:cNvPr id="129" name="Content Placeholder 3">
            <a:extLst>
              <a:ext uri="{FF2B5EF4-FFF2-40B4-BE49-F238E27FC236}">
                <a16:creationId xmlns:a16="http://schemas.microsoft.com/office/drawing/2014/main" id="{110B8D61-C288-44C5-A505-281FAC5F13B9}"/>
              </a:ext>
            </a:extLst>
          </p:cNvPr>
          <p:cNvSpPr>
            <a:spLocks noGrp="1"/>
          </p:cNvSpPr>
          <p:nvPr>
            <p:ph sz="quarter" idx="84" hasCustomPrompt="1"/>
          </p:nvPr>
        </p:nvSpPr>
        <p:spPr>
          <a:xfrm>
            <a:off x="7524000" y="3034658"/>
            <a:ext cx="1656000" cy="356240"/>
          </a:xfrm>
        </p:spPr>
        <p:txBody>
          <a:bodyPr/>
          <a:lstStyle>
            <a:lvl1pPr marL="0" indent="0">
              <a:buNone/>
              <a:defRPr sz="800"/>
            </a:lvl1pPr>
            <a:lvl2pPr marL="179996" indent="0">
              <a:buNone/>
              <a:defRPr/>
            </a:lvl2pPr>
            <a:lvl3pPr marL="359991" indent="0"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/>
              <a:t>Zoom and click picture icon to insert logo</a:t>
            </a:r>
          </a:p>
        </p:txBody>
      </p:sp>
      <p:sp>
        <p:nvSpPr>
          <p:cNvPr id="132" name="Content Placeholder 3">
            <a:extLst>
              <a:ext uri="{FF2B5EF4-FFF2-40B4-BE49-F238E27FC236}">
                <a16:creationId xmlns:a16="http://schemas.microsoft.com/office/drawing/2014/main" id="{B7C2C1A5-71BF-4B9D-A1A6-9BF032DA423F}"/>
              </a:ext>
            </a:extLst>
          </p:cNvPr>
          <p:cNvSpPr>
            <a:spLocks noGrp="1"/>
          </p:cNvSpPr>
          <p:nvPr>
            <p:ph sz="quarter" idx="86" hasCustomPrompt="1"/>
          </p:nvPr>
        </p:nvSpPr>
        <p:spPr>
          <a:xfrm>
            <a:off x="7524000" y="5166000"/>
            <a:ext cx="1656000" cy="356240"/>
          </a:xfrm>
        </p:spPr>
        <p:txBody>
          <a:bodyPr/>
          <a:lstStyle>
            <a:lvl1pPr marL="0" indent="0">
              <a:buNone/>
              <a:defRPr sz="800"/>
            </a:lvl1pPr>
            <a:lvl2pPr marL="179996" indent="0">
              <a:buNone/>
              <a:defRPr/>
            </a:lvl2pPr>
            <a:lvl3pPr marL="359991" indent="0"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/>
              <a:t>Zoom and click picture icon to insert logo</a:t>
            </a:r>
          </a:p>
        </p:txBody>
      </p:sp>
      <p:sp>
        <p:nvSpPr>
          <p:cNvPr id="135" name="Content Placeholder 3">
            <a:extLst>
              <a:ext uri="{FF2B5EF4-FFF2-40B4-BE49-F238E27FC236}">
                <a16:creationId xmlns:a16="http://schemas.microsoft.com/office/drawing/2014/main" id="{1225193C-3443-4E21-85C0-980B77B73F0D}"/>
              </a:ext>
            </a:extLst>
          </p:cNvPr>
          <p:cNvSpPr>
            <a:spLocks noGrp="1"/>
          </p:cNvSpPr>
          <p:nvPr>
            <p:ph sz="quarter" idx="88" hasCustomPrompt="1"/>
          </p:nvPr>
        </p:nvSpPr>
        <p:spPr>
          <a:xfrm>
            <a:off x="9792000" y="3034658"/>
            <a:ext cx="1656000" cy="356240"/>
          </a:xfrm>
        </p:spPr>
        <p:txBody>
          <a:bodyPr/>
          <a:lstStyle>
            <a:lvl1pPr marL="0" indent="0">
              <a:buNone/>
              <a:defRPr sz="800"/>
            </a:lvl1pPr>
            <a:lvl2pPr marL="179996" indent="0">
              <a:buNone/>
              <a:defRPr/>
            </a:lvl2pPr>
            <a:lvl3pPr marL="359991" indent="0"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/>
              <a:t>Zoom and click picture icon to insert logo</a:t>
            </a:r>
          </a:p>
        </p:txBody>
      </p:sp>
      <p:sp>
        <p:nvSpPr>
          <p:cNvPr id="138" name="Content Placeholder 3">
            <a:extLst>
              <a:ext uri="{FF2B5EF4-FFF2-40B4-BE49-F238E27FC236}">
                <a16:creationId xmlns:a16="http://schemas.microsoft.com/office/drawing/2014/main" id="{79ACB951-53AB-4A9D-BDF8-C1F80B8FC264}"/>
              </a:ext>
            </a:extLst>
          </p:cNvPr>
          <p:cNvSpPr>
            <a:spLocks noGrp="1"/>
          </p:cNvSpPr>
          <p:nvPr>
            <p:ph sz="quarter" idx="90" hasCustomPrompt="1"/>
          </p:nvPr>
        </p:nvSpPr>
        <p:spPr>
          <a:xfrm>
            <a:off x="9792000" y="5166000"/>
            <a:ext cx="1656000" cy="356240"/>
          </a:xfrm>
        </p:spPr>
        <p:txBody>
          <a:bodyPr/>
          <a:lstStyle>
            <a:lvl1pPr marL="0" indent="0">
              <a:buNone/>
              <a:defRPr sz="800"/>
            </a:lvl1pPr>
            <a:lvl2pPr marL="179996" indent="0">
              <a:buNone/>
              <a:defRPr/>
            </a:lvl2pPr>
            <a:lvl3pPr marL="359991" indent="0"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/>
              <a:t>Zoom and click picture icon to insert logo</a:t>
            </a:r>
          </a:p>
        </p:txBody>
      </p:sp>
      <p:sp>
        <p:nvSpPr>
          <p:cNvPr id="41" name="Text Placeholder note">
            <a:extLst>
              <a:ext uri="{FF2B5EF4-FFF2-40B4-BE49-F238E27FC236}">
                <a16:creationId xmlns:a16="http://schemas.microsoft.com/office/drawing/2014/main" id="{B1A4912D-7CF6-4F1C-8838-D8946B142FFD}"/>
              </a:ext>
            </a:extLst>
          </p:cNvPr>
          <p:cNvSpPr>
            <a:spLocks noGrp="1"/>
          </p:cNvSpPr>
          <p:nvPr>
            <p:ph type="body" sz="quarter" idx="233" hasCustomPrompt="1"/>
          </p:nvPr>
        </p:nvSpPr>
        <p:spPr>
          <a:xfrm>
            <a:off x="576000" y="5994000"/>
            <a:ext cx="11041200" cy="288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1pPr>
            <a:lvl2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3pPr>
            <a:lvl4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4pPr>
            <a:lvl5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5pPr>
            <a:lvl6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6pPr>
            <a:lvl7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7pPr>
            <a:lvl8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8pPr>
            <a:lvl9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Click to add note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D065AE-5467-4B6A-8619-9375C4E31644}"/>
              </a:ext>
            </a:extLst>
          </p:cNvPr>
          <p:cNvSpPr>
            <a:spLocks noGrp="1"/>
          </p:cNvSpPr>
          <p:nvPr>
            <p:ph type="dt" sz="half" idx="220"/>
          </p:nvPr>
        </p:nvSpPr>
        <p:spPr/>
        <p:txBody>
          <a:bodyPr/>
          <a:lstStyle/>
          <a:p>
            <a:fld id="{B20808AC-FBA4-4A7D-8912-46D6941F3338}" type="datetime1">
              <a:rPr lang="en-US" smtClean="0"/>
              <a:t>10/8/2026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070849-3049-43B2-910F-28E867C0BFA1}"/>
              </a:ext>
            </a:extLst>
          </p:cNvPr>
          <p:cNvSpPr>
            <a:spLocks noGrp="1"/>
          </p:cNvSpPr>
          <p:nvPr>
            <p:ph type="ftr" sz="quarter" idx="22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880D053-FF9D-43C8-94A9-0351A6D8E7CD}"/>
              </a:ext>
            </a:extLst>
          </p:cNvPr>
          <p:cNvSpPr>
            <a:spLocks noGrp="1"/>
          </p:cNvSpPr>
          <p:nvPr>
            <p:ph type="sldNum" sz="quarter" idx="22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2" name="Picture 1" descr="A picture containing shirt, drawing&#10;&#10;Description automatically generated">
            <a:extLst>
              <a:ext uri="{FF2B5EF4-FFF2-40B4-BE49-F238E27FC236}">
                <a16:creationId xmlns:a16="http://schemas.microsoft.com/office/drawing/2014/main" id="{742F94BD-0BF8-8F9E-FFEB-335F9A620D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5314" y="425657"/>
            <a:ext cx="12061372" cy="460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2322A21-9AC9-2C52-DB03-76A8CBC1C0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254" y="101657"/>
            <a:ext cx="11041200" cy="460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Click to add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1066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s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D96A203C-4BAF-4877-A51B-684BF96F9CED}"/>
              </a:ext>
            </a:extLst>
          </p:cNvPr>
          <p:cNvSpPr/>
          <p:nvPr userDrawn="1"/>
        </p:nvSpPr>
        <p:spPr>
          <a:xfrm>
            <a:off x="7369683" y="3154392"/>
            <a:ext cx="1976400" cy="1149351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A4714D2E-BFE8-4D7B-907B-6F81D3E04112}"/>
              </a:ext>
            </a:extLst>
          </p:cNvPr>
          <p:cNvSpPr/>
          <p:nvPr userDrawn="1"/>
        </p:nvSpPr>
        <p:spPr>
          <a:xfrm>
            <a:off x="7369683" y="4572118"/>
            <a:ext cx="1976400" cy="1149351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B3896B6F-FCA5-4B6D-92E1-77E384063B44}"/>
              </a:ext>
            </a:extLst>
          </p:cNvPr>
          <p:cNvSpPr/>
          <p:nvPr userDrawn="1"/>
        </p:nvSpPr>
        <p:spPr>
          <a:xfrm>
            <a:off x="575121" y="1736669"/>
            <a:ext cx="1976400" cy="1149351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AAB90A47-473C-481C-89E4-B55FDADFBC68}"/>
              </a:ext>
            </a:extLst>
          </p:cNvPr>
          <p:cNvSpPr/>
          <p:nvPr userDrawn="1"/>
        </p:nvSpPr>
        <p:spPr>
          <a:xfrm>
            <a:off x="2839975" y="1736669"/>
            <a:ext cx="1976400" cy="1149351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A64E9A21-F352-4435-9B7A-E67AFE39098A}"/>
              </a:ext>
            </a:extLst>
          </p:cNvPr>
          <p:cNvSpPr/>
          <p:nvPr userDrawn="1"/>
        </p:nvSpPr>
        <p:spPr>
          <a:xfrm>
            <a:off x="5104829" y="1736669"/>
            <a:ext cx="1976400" cy="1149351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9EEA213D-B7AB-4DAB-8F28-CBC4817ACFC0}"/>
              </a:ext>
            </a:extLst>
          </p:cNvPr>
          <p:cNvSpPr/>
          <p:nvPr userDrawn="1"/>
        </p:nvSpPr>
        <p:spPr>
          <a:xfrm>
            <a:off x="7369683" y="1736669"/>
            <a:ext cx="1976400" cy="1149351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6EC62FCA-1564-42C6-86A2-AE6BBB8DE30F}"/>
              </a:ext>
            </a:extLst>
          </p:cNvPr>
          <p:cNvSpPr/>
          <p:nvPr userDrawn="1"/>
        </p:nvSpPr>
        <p:spPr>
          <a:xfrm>
            <a:off x="9634539" y="1736669"/>
            <a:ext cx="1976400" cy="1149351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325FD23B-9F29-4B7C-B34E-897F756E9896}"/>
              </a:ext>
            </a:extLst>
          </p:cNvPr>
          <p:cNvSpPr/>
          <p:nvPr userDrawn="1"/>
        </p:nvSpPr>
        <p:spPr>
          <a:xfrm>
            <a:off x="575121" y="3154392"/>
            <a:ext cx="1976400" cy="1149351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FD6FEDBE-A448-4163-B0E1-78949A314DE6}"/>
              </a:ext>
            </a:extLst>
          </p:cNvPr>
          <p:cNvSpPr/>
          <p:nvPr userDrawn="1"/>
        </p:nvSpPr>
        <p:spPr>
          <a:xfrm>
            <a:off x="2839975" y="3154392"/>
            <a:ext cx="1976400" cy="1149351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13C62003-E36E-4EC1-8065-4ACB3D7356EB}"/>
              </a:ext>
            </a:extLst>
          </p:cNvPr>
          <p:cNvSpPr/>
          <p:nvPr userDrawn="1"/>
        </p:nvSpPr>
        <p:spPr>
          <a:xfrm>
            <a:off x="5104829" y="3154392"/>
            <a:ext cx="1976400" cy="1149351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C6151087-834C-42AA-B4CE-C88AF13552A0}"/>
              </a:ext>
            </a:extLst>
          </p:cNvPr>
          <p:cNvSpPr/>
          <p:nvPr userDrawn="1"/>
        </p:nvSpPr>
        <p:spPr>
          <a:xfrm>
            <a:off x="9634539" y="3154392"/>
            <a:ext cx="1976400" cy="1149351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ECF901DB-A08A-4635-B9CF-FD2ECDFB75D5}"/>
              </a:ext>
            </a:extLst>
          </p:cNvPr>
          <p:cNvSpPr/>
          <p:nvPr userDrawn="1"/>
        </p:nvSpPr>
        <p:spPr>
          <a:xfrm>
            <a:off x="575121" y="4572118"/>
            <a:ext cx="1976400" cy="1149351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6C0575D3-EA40-44A1-93A3-3E82602583E7}"/>
              </a:ext>
            </a:extLst>
          </p:cNvPr>
          <p:cNvSpPr/>
          <p:nvPr userDrawn="1"/>
        </p:nvSpPr>
        <p:spPr>
          <a:xfrm>
            <a:off x="2839975" y="4572118"/>
            <a:ext cx="1976400" cy="1149351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2FDA715F-298A-4529-9B1B-39C5B88A8660}"/>
              </a:ext>
            </a:extLst>
          </p:cNvPr>
          <p:cNvSpPr/>
          <p:nvPr userDrawn="1"/>
        </p:nvSpPr>
        <p:spPr>
          <a:xfrm>
            <a:off x="5104829" y="4572118"/>
            <a:ext cx="1976400" cy="1149351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AC95AC8A-E776-4AF5-B198-F30B96FE2B09}"/>
              </a:ext>
            </a:extLst>
          </p:cNvPr>
          <p:cNvSpPr/>
          <p:nvPr userDrawn="1"/>
        </p:nvSpPr>
        <p:spPr>
          <a:xfrm>
            <a:off x="9634539" y="4572118"/>
            <a:ext cx="1976400" cy="1149351"/>
          </a:xfrm>
          <a:prstGeom prst="roundRect">
            <a:avLst>
              <a:gd name="adj" fmla="val 675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3DB26CC-0BDD-403A-AD54-0CA0E85E349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0000" y="1879200"/>
            <a:ext cx="1602000" cy="846000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 cap="all" baseline="0">
                <a:solidFill>
                  <a:schemeClr val="accent1"/>
                </a:solidFill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accent1"/>
                </a:solidFill>
              </a:defRPr>
            </a:lvl3pPr>
            <a:lvl4pPr marL="107997" indent="-107997">
              <a:spcAft>
                <a:spcPts val="0"/>
              </a:spcAft>
              <a:buFont typeface="Arial" panose="020B0604020202020204" pitchFamily="34" charset="0"/>
              <a:buChar char="•"/>
              <a:defRPr sz="1000" b="0">
                <a:solidFill>
                  <a:schemeClr val="tx2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>
                <a:solidFill>
                  <a:schemeClr val="tx2"/>
                </a:solidFill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Font typeface="Arial" panose="020B0604020202020204" pitchFamily="34" charset="0"/>
              <a:buChar char="​"/>
              <a:defRPr sz="1000" b="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Click to add text         Enter &amp; TAB for next text level                      SHIFT+TAB to go back in levels</a:t>
            </a:r>
            <a:endParaRPr lang="en-GB"/>
          </a:p>
          <a:p>
            <a:pPr lvl="1"/>
            <a:r>
              <a:rPr lang="en-GB"/>
              <a:t>2</a:t>
            </a:r>
          </a:p>
          <a:p>
            <a:pPr lvl="2"/>
            <a:r>
              <a:rPr lang="en-GB"/>
              <a:t>3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endParaRPr lang="en-GB"/>
          </a:p>
        </p:txBody>
      </p:sp>
      <p:sp>
        <p:nvSpPr>
          <p:cNvPr id="52" name="Text Placeholder 4">
            <a:extLst>
              <a:ext uri="{FF2B5EF4-FFF2-40B4-BE49-F238E27FC236}">
                <a16:creationId xmlns:a16="http://schemas.microsoft.com/office/drawing/2014/main" id="{08DD4C1F-C9F2-4040-910E-945F163AF5D6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720000" y="3297600"/>
            <a:ext cx="1602000" cy="846000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 cap="all" baseline="0">
                <a:solidFill>
                  <a:schemeClr val="accent1"/>
                </a:solidFill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accent1"/>
                </a:solidFill>
              </a:defRPr>
            </a:lvl3pPr>
            <a:lvl4pPr marL="107997" indent="-107997">
              <a:spcAft>
                <a:spcPts val="0"/>
              </a:spcAft>
              <a:buFont typeface="Arial" panose="020B0604020202020204" pitchFamily="34" charset="0"/>
              <a:buChar char="•"/>
              <a:defRPr sz="1000" b="0">
                <a:solidFill>
                  <a:schemeClr val="tx2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>
                <a:solidFill>
                  <a:schemeClr val="tx2"/>
                </a:solidFill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Font typeface="Arial" panose="020B0604020202020204" pitchFamily="34" charset="0"/>
              <a:buChar char="​"/>
              <a:defRPr sz="1000" b="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Click to add text         Enter &amp; TAB for next text level                      SHIFT+TAB to go back in levels</a:t>
            </a:r>
            <a:endParaRPr lang="en-GB"/>
          </a:p>
          <a:p>
            <a:pPr lvl="1"/>
            <a:r>
              <a:rPr lang="en-GB"/>
              <a:t>2</a:t>
            </a:r>
          </a:p>
          <a:p>
            <a:pPr lvl="2"/>
            <a:r>
              <a:rPr lang="en-GB"/>
              <a:t>3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endParaRPr lang="en-GB"/>
          </a:p>
        </p:txBody>
      </p:sp>
      <p:sp>
        <p:nvSpPr>
          <p:cNvPr id="54" name="Text Placeholder 4">
            <a:extLst>
              <a:ext uri="{FF2B5EF4-FFF2-40B4-BE49-F238E27FC236}">
                <a16:creationId xmlns:a16="http://schemas.microsoft.com/office/drawing/2014/main" id="{883012AC-146D-486B-A1F4-DE209A048000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720000" y="4716000"/>
            <a:ext cx="1602000" cy="846000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 cap="all" baseline="0">
                <a:solidFill>
                  <a:schemeClr val="accent1"/>
                </a:solidFill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accent1"/>
                </a:solidFill>
              </a:defRPr>
            </a:lvl3pPr>
            <a:lvl4pPr marL="107997" indent="-107997">
              <a:spcAft>
                <a:spcPts val="0"/>
              </a:spcAft>
              <a:buFont typeface="Arial" panose="020B0604020202020204" pitchFamily="34" charset="0"/>
              <a:buChar char="•"/>
              <a:defRPr sz="1000" b="0">
                <a:solidFill>
                  <a:schemeClr val="tx2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>
                <a:solidFill>
                  <a:schemeClr val="tx2"/>
                </a:solidFill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Font typeface="Arial" panose="020B0604020202020204" pitchFamily="34" charset="0"/>
              <a:buChar char="​"/>
              <a:defRPr sz="1000" b="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Click to add text         Enter &amp; TAB for next text level                      SHIFT+TAB to go back in levels</a:t>
            </a:r>
            <a:endParaRPr lang="en-GB"/>
          </a:p>
          <a:p>
            <a:pPr lvl="1"/>
            <a:r>
              <a:rPr lang="en-GB"/>
              <a:t>2</a:t>
            </a:r>
          </a:p>
          <a:p>
            <a:pPr lvl="2"/>
            <a:r>
              <a:rPr lang="en-GB"/>
              <a:t>3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endParaRPr lang="en-GB"/>
          </a:p>
        </p:txBody>
      </p:sp>
      <p:sp>
        <p:nvSpPr>
          <p:cNvPr id="55" name="Text Placeholder 4">
            <a:extLst>
              <a:ext uri="{FF2B5EF4-FFF2-40B4-BE49-F238E27FC236}">
                <a16:creationId xmlns:a16="http://schemas.microsoft.com/office/drawing/2014/main" id="{F505C01A-0975-4315-8310-E612BB1F30F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2984400" y="1879200"/>
            <a:ext cx="1602000" cy="846000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 cap="all" baseline="0">
                <a:solidFill>
                  <a:schemeClr val="accent1"/>
                </a:solidFill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accent1"/>
                </a:solidFill>
              </a:defRPr>
            </a:lvl3pPr>
            <a:lvl4pPr marL="107997" indent="-107997">
              <a:spcAft>
                <a:spcPts val="0"/>
              </a:spcAft>
              <a:buFont typeface="Arial" panose="020B0604020202020204" pitchFamily="34" charset="0"/>
              <a:buChar char="•"/>
              <a:defRPr sz="1000" b="0">
                <a:solidFill>
                  <a:schemeClr val="tx2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>
                <a:solidFill>
                  <a:schemeClr val="tx2"/>
                </a:solidFill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Font typeface="Arial" panose="020B0604020202020204" pitchFamily="34" charset="0"/>
              <a:buChar char="​"/>
              <a:defRPr sz="1000" b="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Click to add text         Enter &amp; TAB for next text level                      SHIFT+TAB to go back in levels</a:t>
            </a:r>
            <a:endParaRPr lang="en-GB"/>
          </a:p>
          <a:p>
            <a:pPr lvl="1"/>
            <a:r>
              <a:rPr lang="en-GB"/>
              <a:t>2</a:t>
            </a:r>
          </a:p>
          <a:p>
            <a:pPr lvl="2"/>
            <a:r>
              <a:rPr lang="en-GB"/>
              <a:t>3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endParaRPr lang="en-GB"/>
          </a:p>
        </p:txBody>
      </p:sp>
      <p:sp>
        <p:nvSpPr>
          <p:cNvPr id="56" name="Text Placeholder 4">
            <a:extLst>
              <a:ext uri="{FF2B5EF4-FFF2-40B4-BE49-F238E27FC236}">
                <a16:creationId xmlns:a16="http://schemas.microsoft.com/office/drawing/2014/main" id="{CAED6F11-3E13-46A0-B2E1-40B954F78148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2984400" y="3297600"/>
            <a:ext cx="1602000" cy="846000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 cap="all" baseline="0">
                <a:solidFill>
                  <a:schemeClr val="accent1"/>
                </a:solidFill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accent1"/>
                </a:solidFill>
              </a:defRPr>
            </a:lvl3pPr>
            <a:lvl4pPr marL="107997" indent="-107997">
              <a:spcAft>
                <a:spcPts val="0"/>
              </a:spcAft>
              <a:buFont typeface="Arial" panose="020B0604020202020204" pitchFamily="34" charset="0"/>
              <a:buChar char="•"/>
              <a:defRPr sz="1000" b="0">
                <a:solidFill>
                  <a:schemeClr val="tx2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>
                <a:solidFill>
                  <a:schemeClr val="tx2"/>
                </a:solidFill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Font typeface="Arial" panose="020B0604020202020204" pitchFamily="34" charset="0"/>
              <a:buChar char="​"/>
              <a:defRPr sz="1000" b="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Click to add text         Enter &amp; TAB for next text level                      SHIFT+TAB to go back in levels</a:t>
            </a:r>
            <a:endParaRPr lang="en-GB"/>
          </a:p>
          <a:p>
            <a:pPr lvl="1"/>
            <a:r>
              <a:rPr lang="en-GB"/>
              <a:t>2</a:t>
            </a:r>
          </a:p>
          <a:p>
            <a:pPr lvl="2"/>
            <a:r>
              <a:rPr lang="en-GB"/>
              <a:t>3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endParaRPr lang="en-GB"/>
          </a:p>
        </p:txBody>
      </p:sp>
      <p:sp>
        <p:nvSpPr>
          <p:cNvPr id="57" name="Text Placeholder 4">
            <a:extLst>
              <a:ext uri="{FF2B5EF4-FFF2-40B4-BE49-F238E27FC236}">
                <a16:creationId xmlns:a16="http://schemas.microsoft.com/office/drawing/2014/main" id="{959E2D92-418E-4A8F-8CBC-58F2A012579C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984400" y="4716000"/>
            <a:ext cx="1602000" cy="846000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 cap="all" baseline="0">
                <a:solidFill>
                  <a:schemeClr val="accent1"/>
                </a:solidFill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accent1"/>
                </a:solidFill>
              </a:defRPr>
            </a:lvl3pPr>
            <a:lvl4pPr marL="107997" indent="-107997">
              <a:spcAft>
                <a:spcPts val="0"/>
              </a:spcAft>
              <a:buFont typeface="Arial" panose="020B0604020202020204" pitchFamily="34" charset="0"/>
              <a:buChar char="•"/>
              <a:defRPr sz="1000" b="0">
                <a:solidFill>
                  <a:schemeClr val="tx2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>
                <a:solidFill>
                  <a:schemeClr val="tx2"/>
                </a:solidFill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Font typeface="Arial" panose="020B0604020202020204" pitchFamily="34" charset="0"/>
              <a:buChar char="​"/>
              <a:defRPr sz="1000" b="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Click to add text         Enter &amp; TAB for next text level                      SHIFT+TAB to go back in levels</a:t>
            </a:r>
            <a:endParaRPr lang="en-GB"/>
          </a:p>
          <a:p>
            <a:pPr lvl="1"/>
            <a:r>
              <a:rPr lang="en-GB"/>
              <a:t>2</a:t>
            </a:r>
          </a:p>
          <a:p>
            <a:pPr lvl="2"/>
            <a:r>
              <a:rPr lang="en-GB"/>
              <a:t>3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endParaRPr lang="en-GB"/>
          </a:p>
        </p:txBody>
      </p:sp>
      <p:sp>
        <p:nvSpPr>
          <p:cNvPr id="58" name="Text Placeholder 4">
            <a:extLst>
              <a:ext uri="{FF2B5EF4-FFF2-40B4-BE49-F238E27FC236}">
                <a16:creationId xmlns:a16="http://schemas.microsoft.com/office/drawing/2014/main" id="{4ACF9434-FBB5-43EA-B649-1AC690B31541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5248800" y="1879200"/>
            <a:ext cx="1602000" cy="846000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 cap="all" baseline="0">
                <a:solidFill>
                  <a:schemeClr val="accent1"/>
                </a:solidFill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accent1"/>
                </a:solidFill>
              </a:defRPr>
            </a:lvl3pPr>
            <a:lvl4pPr marL="107997" indent="-107997">
              <a:spcAft>
                <a:spcPts val="0"/>
              </a:spcAft>
              <a:buFont typeface="Arial" panose="020B0604020202020204" pitchFamily="34" charset="0"/>
              <a:buChar char="•"/>
              <a:defRPr sz="1000" b="0">
                <a:solidFill>
                  <a:schemeClr val="tx2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>
                <a:solidFill>
                  <a:schemeClr val="tx2"/>
                </a:solidFill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Font typeface="Arial" panose="020B0604020202020204" pitchFamily="34" charset="0"/>
              <a:buChar char="​"/>
              <a:defRPr sz="1000" b="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Click to add text         Enter &amp; TAB for next text level                      SHIFT+TAB to go back in levels</a:t>
            </a:r>
            <a:endParaRPr lang="en-GB"/>
          </a:p>
          <a:p>
            <a:pPr lvl="1"/>
            <a:r>
              <a:rPr lang="en-GB"/>
              <a:t>2</a:t>
            </a:r>
          </a:p>
          <a:p>
            <a:pPr lvl="2"/>
            <a:r>
              <a:rPr lang="en-GB"/>
              <a:t>3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endParaRPr lang="en-GB"/>
          </a:p>
        </p:txBody>
      </p:sp>
      <p:sp>
        <p:nvSpPr>
          <p:cNvPr id="59" name="Text Placeholder 4">
            <a:extLst>
              <a:ext uri="{FF2B5EF4-FFF2-40B4-BE49-F238E27FC236}">
                <a16:creationId xmlns:a16="http://schemas.microsoft.com/office/drawing/2014/main" id="{05DAD9D3-9763-45DE-9EDA-2B2873243757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5248800" y="3297600"/>
            <a:ext cx="1602000" cy="846000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 cap="all" baseline="0">
                <a:solidFill>
                  <a:schemeClr val="accent1"/>
                </a:solidFill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accent1"/>
                </a:solidFill>
              </a:defRPr>
            </a:lvl3pPr>
            <a:lvl4pPr marL="107997" indent="-107997">
              <a:spcAft>
                <a:spcPts val="0"/>
              </a:spcAft>
              <a:buFont typeface="Arial" panose="020B0604020202020204" pitchFamily="34" charset="0"/>
              <a:buChar char="•"/>
              <a:defRPr sz="1000" b="0">
                <a:solidFill>
                  <a:schemeClr val="tx2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>
                <a:solidFill>
                  <a:schemeClr val="tx2"/>
                </a:solidFill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Font typeface="Arial" panose="020B0604020202020204" pitchFamily="34" charset="0"/>
              <a:buChar char="​"/>
              <a:defRPr sz="1000" b="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Click to add text         Enter &amp; TAB for next text level                      SHIFT+TAB to go back in levels</a:t>
            </a:r>
            <a:endParaRPr lang="en-GB"/>
          </a:p>
          <a:p>
            <a:pPr lvl="1"/>
            <a:r>
              <a:rPr lang="en-GB"/>
              <a:t>2</a:t>
            </a:r>
          </a:p>
          <a:p>
            <a:pPr lvl="2"/>
            <a:r>
              <a:rPr lang="en-GB"/>
              <a:t>3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endParaRPr lang="en-GB"/>
          </a:p>
        </p:txBody>
      </p:sp>
      <p:sp>
        <p:nvSpPr>
          <p:cNvPr id="60" name="Text Placeholder 4">
            <a:extLst>
              <a:ext uri="{FF2B5EF4-FFF2-40B4-BE49-F238E27FC236}">
                <a16:creationId xmlns:a16="http://schemas.microsoft.com/office/drawing/2014/main" id="{398F698D-B7C7-4E35-9D0E-93405C8EE5E8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5248800" y="4716000"/>
            <a:ext cx="1602000" cy="846000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 cap="all" baseline="0">
                <a:solidFill>
                  <a:schemeClr val="accent1"/>
                </a:solidFill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accent1"/>
                </a:solidFill>
              </a:defRPr>
            </a:lvl3pPr>
            <a:lvl4pPr marL="107997" indent="-107997">
              <a:spcAft>
                <a:spcPts val="0"/>
              </a:spcAft>
              <a:buFont typeface="Arial" panose="020B0604020202020204" pitchFamily="34" charset="0"/>
              <a:buChar char="•"/>
              <a:defRPr sz="1000" b="0">
                <a:solidFill>
                  <a:schemeClr val="tx2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>
                <a:solidFill>
                  <a:schemeClr val="tx2"/>
                </a:solidFill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Font typeface="Arial" panose="020B0604020202020204" pitchFamily="34" charset="0"/>
              <a:buChar char="​"/>
              <a:defRPr sz="1000" b="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Click to add text         Enter &amp; TAB for next text level                      SHIFT+TAB to go back in levels</a:t>
            </a:r>
            <a:endParaRPr lang="en-GB"/>
          </a:p>
          <a:p>
            <a:pPr lvl="1"/>
            <a:r>
              <a:rPr lang="en-GB"/>
              <a:t>2</a:t>
            </a:r>
          </a:p>
          <a:p>
            <a:pPr lvl="2"/>
            <a:r>
              <a:rPr lang="en-GB"/>
              <a:t>3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endParaRPr lang="en-GB"/>
          </a:p>
        </p:txBody>
      </p:sp>
      <p:sp>
        <p:nvSpPr>
          <p:cNvPr id="61" name="Text Placeholder 4">
            <a:extLst>
              <a:ext uri="{FF2B5EF4-FFF2-40B4-BE49-F238E27FC236}">
                <a16:creationId xmlns:a16="http://schemas.microsoft.com/office/drawing/2014/main" id="{46F64CC8-36F7-462D-AC43-BC8A76A9E241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7513200" y="1879200"/>
            <a:ext cx="1602000" cy="846000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 cap="all" baseline="0">
                <a:solidFill>
                  <a:schemeClr val="accent1"/>
                </a:solidFill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accent1"/>
                </a:solidFill>
              </a:defRPr>
            </a:lvl3pPr>
            <a:lvl4pPr marL="107997" indent="-107997">
              <a:spcAft>
                <a:spcPts val="0"/>
              </a:spcAft>
              <a:buFont typeface="Arial" panose="020B0604020202020204" pitchFamily="34" charset="0"/>
              <a:buChar char="•"/>
              <a:defRPr sz="1000" b="0">
                <a:solidFill>
                  <a:schemeClr val="tx2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>
                <a:solidFill>
                  <a:schemeClr val="tx2"/>
                </a:solidFill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Font typeface="Arial" panose="020B0604020202020204" pitchFamily="34" charset="0"/>
              <a:buChar char="​"/>
              <a:defRPr sz="1000" b="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Click to add text         Enter &amp; TAB for next text level                      SHIFT+TAB to go back in levels</a:t>
            </a:r>
            <a:endParaRPr lang="en-GB"/>
          </a:p>
          <a:p>
            <a:pPr lvl="1"/>
            <a:r>
              <a:rPr lang="en-GB"/>
              <a:t>2</a:t>
            </a:r>
          </a:p>
          <a:p>
            <a:pPr lvl="2"/>
            <a:r>
              <a:rPr lang="en-GB"/>
              <a:t>3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endParaRPr lang="en-GB"/>
          </a:p>
        </p:txBody>
      </p:sp>
      <p:sp>
        <p:nvSpPr>
          <p:cNvPr id="62" name="Text Placeholder 4">
            <a:extLst>
              <a:ext uri="{FF2B5EF4-FFF2-40B4-BE49-F238E27FC236}">
                <a16:creationId xmlns:a16="http://schemas.microsoft.com/office/drawing/2014/main" id="{DD9080FA-A3EC-4E19-972D-93FE7DE92E0C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7513200" y="3297600"/>
            <a:ext cx="1602000" cy="846000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 cap="all" baseline="0">
                <a:solidFill>
                  <a:schemeClr val="accent1"/>
                </a:solidFill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accent1"/>
                </a:solidFill>
              </a:defRPr>
            </a:lvl3pPr>
            <a:lvl4pPr marL="107997" indent="-107997">
              <a:spcAft>
                <a:spcPts val="0"/>
              </a:spcAft>
              <a:buFont typeface="Arial" panose="020B0604020202020204" pitchFamily="34" charset="0"/>
              <a:buChar char="•"/>
              <a:defRPr sz="1000" b="0">
                <a:solidFill>
                  <a:schemeClr val="tx2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>
                <a:solidFill>
                  <a:schemeClr val="tx2"/>
                </a:solidFill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Font typeface="Arial" panose="020B0604020202020204" pitchFamily="34" charset="0"/>
              <a:buChar char="​"/>
              <a:defRPr sz="1000" b="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Click to add text         Enter &amp; TAB for next text level                      SHIFT+TAB to go back in levels</a:t>
            </a:r>
            <a:endParaRPr lang="en-GB"/>
          </a:p>
          <a:p>
            <a:pPr lvl="1"/>
            <a:r>
              <a:rPr lang="en-GB"/>
              <a:t>2</a:t>
            </a:r>
          </a:p>
          <a:p>
            <a:pPr lvl="2"/>
            <a:r>
              <a:rPr lang="en-GB"/>
              <a:t>3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endParaRPr lang="en-GB"/>
          </a:p>
        </p:txBody>
      </p:sp>
      <p:sp>
        <p:nvSpPr>
          <p:cNvPr id="63" name="Text Placeholder 4">
            <a:extLst>
              <a:ext uri="{FF2B5EF4-FFF2-40B4-BE49-F238E27FC236}">
                <a16:creationId xmlns:a16="http://schemas.microsoft.com/office/drawing/2014/main" id="{767EDC62-2425-45EE-972F-0274E22BF0D3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7513200" y="4716000"/>
            <a:ext cx="1602000" cy="846000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 cap="all" baseline="0">
                <a:solidFill>
                  <a:schemeClr val="accent1"/>
                </a:solidFill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accent1"/>
                </a:solidFill>
              </a:defRPr>
            </a:lvl3pPr>
            <a:lvl4pPr marL="107997" indent="-107997">
              <a:spcAft>
                <a:spcPts val="0"/>
              </a:spcAft>
              <a:buFont typeface="Arial" panose="020B0604020202020204" pitchFamily="34" charset="0"/>
              <a:buChar char="•"/>
              <a:defRPr sz="1000" b="0">
                <a:solidFill>
                  <a:schemeClr val="tx2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>
                <a:solidFill>
                  <a:schemeClr val="tx2"/>
                </a:solidFill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Font typeface="Arial" panose="020B0604020202020204" pitchFamily="34" charset="0"/>
              <a:buChar char="​"/>
              <a:defRPr sz="1000" b="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Click to add text         Enter &amp; TAB for next text level                      SHIFT+TAB to go back in levels</a:t>
            </a:r>
            <a:endParaRPr lang="en-GB"/>
          </a:p>
          <a:p>
            <a:pPr lvl="1"/>
            <a:r>
              <a:rPr lang="en-GB"/>
              <a:t>2</a:t>
            </a:r>
          </a:p>
          <a:p>
            <a:pPr lvl="2"/>
            <a:r>
              <a:rPr lang="en-GB"/>
              <a:t>3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endParaRPr lang="en-GB"/>
          </a:p>
        </p:txBody>
      </p:sp>
      <p:sp>
        <p:nvSpPr>
          <p:cNvPr id="64" name="Text Placeholder 4">
            <a:extLst>
              <a:ext uri="{FF2B5EF4-FFF2-40B4-BE49-F238E27FC236}">
                <a16:creationId xmlns:a16="http://schemas.microsoft.com/office/drawing/2014/main" id="{3174B7C9-1CFE-407B-8F5C-86AC3DB2E71B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9781200" y="1879200"/>
            <a:ext cx="1602000" cy="846000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 cap="all" baseline="0">
                <a:solidFill>
                  <a:schemeClr val="accent1"/>
                </a:solidFill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accent1"/>
                </a:solidFill>
              </a:defRPr>
            </a:lvl3pPr>
            <a:lvl4pPr marL="107997" indent="-107997">
              <a:spcAft>
                <a:spcPts val="0"/>
              </a:spcAft>
              <a:buFont typeface="Arial" panose="020B0604020202020204" pitchFamily="34" charset="0"/>
              <a:buChar char="•"/>
              <a:defRPr sz="1000" b="0">
                <a:solidFill>
                  <a:schemeClr val="tx2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>
                <a:solidFill>
                  <a:schemeClr val="tx2"/>
                </a:solidFill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Font typeface="Arial" panose="020B0604020202020204" pitchFamily="34" charset="0"/>
              <a:buChar char="​"/>
              <a:defRPr sz="1000" b="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Click to add text         Enter &amp; TAB for next text level                      SHIFT+TAB to go back in levels</a:t>
            </a:r>
            <a:endParaRPr lang="en-GB"/>
          </a:p>
          <a:p>
            <a:pPr lvl="1"/>
            <a:r>
              <a:rPr lang="en-GB"/>
              <a:t>2</a:t>
            </a:r>
          </a:p>
          <a:p>
            <a:pPr lvl="2"/>
            <a:r>
              <a:rPr lang="en-GB"/>
              <a:t>3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endParaRPr lang="en-GB"/>
          </a:p>
        </p:txBody>
      </p:sp>
      <p:sp>
        <p:nvSpPr>
          <p:cNvPr id="65" name="Text Placeholder 4">
            <a:extLst>
              <a:ext uri="{FF2B5EF4-FFF2-40B4-BE49-F238E27FC236}">
                <a16:creationId xmlns:a16="http://schemas.microsoft.com/office/drawing/2014/main" id="{D5ED233C-7B2C-4BA4-AC5C-B9EBCD8DCF3F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9781200" y="3297600"/>
            <a:ext cx="1602000" cy="846000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 cap="all" baseline="0">
                <a:solidFill>
                  <a:schemeClr val="accent1"/>
                </a:solidFill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accent1"/>
                </a:solidFill>
              </a:defRPr>
            </a:lvl3pPr>
            <a:lvl4pPr marL="107997" indent="-107997">
              <a:spcAft>
                <a:spcPts val="0"/>
              </a:spcAft>
              <a:buFont typeface="Arial" panose="020B0604020202020204" pitchFamily="34" charset="0"/>
              <a:buChar char="•"/>
              <a:defRPr sz="1000" b="0">
                <a:solidFill>
                  <a:schemeClr val="tx2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>
                <a:solidFill>
                  <a:schemeClr val="tx2"/>
                </a:solidFill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Font typeface="Arial" panose="020B0604020202020204" pitchFamily="34" charset="0"/>
              <a:buChar char="​"/>
              <a:defRPr sz="1000" b="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Click to add text         Enter &amp; TAB for next text level                      SHIFT+TAB to go back in levels</a:t>
            </a:r>
            <a:endParaRPr lang="en-GB"/>
          </a:p>
          <a:p>
            <a:pPr lvl="1"/>
            <a:r>
              <a:rPr lang="en-GB"/>
              <a:t>2</a:t>
            </a:r>
          </a:p>
          <a:p>
            <a:pPr lvl="2"/>
            <a:r>
              <a:rPr lang="en-GB"/>
              <a:t>3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endParaRPr lang="en-GB"/>
          </a:p>
        </p:txBody>
      </p:sp>
      <p:sp>
        <p:nvSpPr>
          <p:cNvPr id="66" name="Text Placeholder 4">
            <a:extLst>
              <a:ext uri="{FF2B5EF4-FFF2-40B4-BE49-F238E27FC236}">
                <a16:creationId xmlns:a16="http://schemas.microsoft.com/office/drawing/2014/main" id="{197F3C28-C967-49AB-9223-39EE41D9E86A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9781200" y="4716000"/>
            <a:ext cx="1602000" cy="846000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 cap="all" baseline="0">
                <a:solidFill>
                  <a:schemeClr val="accent1"/>
                </a:solidFill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accent1"/>
                </a:solidFill>
              </a:defRPr>
            </a:lvl3pPr>
            <a:lvl4pPr marL="107997" indent="-107997">
              <a:spcAft>
                <a:spcPts val="0"/>
              </a:spcAft>
              <a:buFont typeface="Arial" panose="020B0604020202020204" pitchFamily="34" charset="0"/>
              <a:buChar char="•"/>
              <a:defRPr sz="1000" b="0">
                <a:solidFill>
                  <a:schemeClr val="tx2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 b="1">
                <a:solidFill>
                  <a:schemeClr val="tx2"/>
                </a:solidFill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Char char="​"/>
              <a:defRPr sz="10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Font typeface="Arial" panose="020B0604020202020204" pitchFamily="34" charset="0"/>
              <a:buChar char="​"/>
              <a:defRPr sz="1000" b="0">
                <a:solidFill>
                  <a:schemeClr val="tx2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Click to add text         Enter &amp; TAB for next text level                      SHIFT+TAB to go back in levels</a:t>
            </a:r>
            <a:endParaRPr lang="en-GB"/>
          </a:p>
          <a:p>
            <a:pPr lvl="1"/>
            <a:r>
              <a:rPr lang="en-GB"/>
              <a:t>2</a:t>
            </a:r>
          </a:p>
          <a:p>
            <a:pPr lvl="2"/>
            <a:r>
              <a:rPr lang="en-GB"/>
              <a:t>3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endParaRPr lang="en-GB"/>
          </a:p>
        </p:txBody>
      </p:sp>
      <p:sp>
        <p:nvSpPr>
          <p:cNvPr id="69" name="Text Placeholder note">
            <a:extLst>
              <a:ext uri="{FF2B5EF4-FFF2-40B4-BE49-F238E27FC236}">
                <a16:creationId xmlns:a16="http://schemas.microsoft.com/office/drawing/2014/main" id="{5A85FA5D-FD54-48AB-BDA3-69292015C81E}"/>
              </a:ext>
            </a:extLst>
          </p:cNvPr>
          <p:cNvSpPr>
            <a:spLocks noGrp="1"/>
          </p:cNvSpPr>
          <p:nvPr>
            <p:ph type="body" sz="quarter" idx="233" hasCustomPrompt="1"/>
          </p:nvPr>
        </p:nvSpPr>
        <p:spPr>
          <a:xfrm>
            <a:off x="576000" y="5994000"/>
            <a:ext cx="11041200" cy="288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1pPr>
            <a:lvl2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3pPr>
            <a:lvl4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4pPr>
            <a:lvl5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5pPr>
            <a:lvl6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6pPr>
            <a:lvl7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7pPr>
            <a:lvl8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8pPr>
            <a:lvl9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Click to add note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D2C2C9-5AB3-4071-89F1-AA5D33D3738E}"/>
              </a:ext>
            </a:extLst>
          </p:cNvPr>
          <p:cNvSpPr>
            <a:spLocks noGrp="1"/>
          </p:cNvSpPr>
          <p:nvPr>
            <p:ph type="dt" sz="half" idx="220"/>
          </p:nvPr>
        </p:nvSpPr>
        <p:spPr/>
        <p:txBody>
          <a:bodyPr/>
          <a:lstStyle/>
          <a:p>
            <a:fld id="{A9D83B2F-D9B1-4A5E-9888-C1F752930E85}" type="datetime1">
              <a:rPr lang="en-US" smtClean="0"/>
              <a:t>10/8/2026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11D99F-A878-44EE-A59A-3E793590041A}"/>
              </a:ext>
            </a:extLst>
          </p:cNvPr>
          <p:cNvSpPr>
            <a:spLocks noGrp="1"/>
          </p:cNvSpPr>
          <p:nvPr>
            <p:ph type="ftr" sz="quarter" idx="22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80C26E-D322-4DC1-ADF7-BEF3ACD61A6D}"/>
              </a:ext>
            </a:extLst>
          </p:cNvPr>
          <p:cNvSpPr>
            <a:spLocks noGrp="1"/>
          </p:cNvSpPr>
          <p:nvPr>
            <p:ph type="sldNum" sz="quarter" idx="22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2" name="Picture 1" descr="A picture containing shirt, drawing&#10;&#10;Description automatically generated">
            <a:extLst>
              <a:ext uri="{FF2B5EF4-FFF2-40B4-BE49-F238E27FC236}">
                <a16:creationId xmlns:a16="http://schemas.microsoft.com/office/drawing/2014/main" id="{7288EBC8-22F6-CD46-6A7D-FE9CBE0EF6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5314" y="425657"/>
            <a:ext cx="12061372" cy="460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E035FB8-2CDA-E7F1-AE5D-802B02552D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254" y="101657"/>
            <a:ext cx="11041200" cy="460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Click to add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54500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s +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E1F0D999-B881-4265-B9B7-F3E5083B0C13}"/>
              </a:ext>
            </a:extLst>
          </p:cNvPr>
          <p:cNvSpPr>
            <a:spLocks noGrp="1"/>
          </p:cNvSpPr>
          <p:nvPr>
            <p:ph type="pic" sz="quarter" idx="222" hasCustomPrompt="1"/>
          </p:nvPr>
        </p:nvSpPr>
        <p:spPr>
          <a:xfrm>
            <a:off x="4352263" y="2051824"/>
            <a:ext cx="3488400" cy="1011600"/>
          </a:xfrm>
          <a:prstGeom prst="round2SameRect">
            <a:avLst>
              <a:gd name="adj1" fmla="val 12886"/>
              <a:gd name="adj2" fmla="val 0"/>
            </a:avLst>
          </a:prstGeom>
          <a:solidFill>
            <a:schemeClr val="bg2"/>
          </a:solidFill>
        </p:spPr>
        <p:txBody>
          <a:bodyPr lIns="36000" tIns="0" anchor="t" anchorCtr="0"/>
          <a:lstStyle>
            <a:lvl1pPr marL="0" indent="0" algn="l">
              <a:buNone/>
              <a:defRPr sz="1051">
                <a:solidFill>
                  <a:schemeClr val="tx2"/>
                </a:solidFill>
              </a:defRPr>
            </a:lvl1pPr>
          </a:lstStyle>
          <a:p>
            <a:r>
              <a:rPr lang="en-GB"/>
              <a:t>Click icon to add picture or click on frame and insert picture from Templafy Images</a:t>
            </a:r>
          </a:p>
        </p:txBody>
      </p:sp>
      <p:sp>
        <p:nvSpPr>
          <p:cNvPr id="24" name="Picture Placeholder 7">
            <a:extLst>
              <a:ext uri="{FF2B5EF4-FFF2-40B4-BE49-F238E27FC236}">
                <a16:creationId xmlns:a16="http://schemas.microsoft.com/office/drawing/2014/main" id="{8E14E794-B542-45D4-B45E-2FEC7E05483B}"/>
              </a:ext>
            </a:extLst>
          </p:cNvPr>
          <p:cNvSpPr>
            <a:spLocks noGrp="1"/>
          </p:cNvSpPr>
          <p:nvPr>
            <p:ph type="pic" sz="quarter" idx="225" hasCustomPrompt="1"/>
          </p:nvPr>
        </p:nvSpPr>
        <p:spPr>
          <a:xfrm>
            <a:off x="8128800" y="2051824"/>
            <a:ext cx="3488400" cy="1011600"/>
          </a:xfrm>
          <a:prstGeom prst="round2SameRect">
            <a:avLst>
              <a:gd name="adj1" fmla="val 12886"/>
              <a:gd name="adj2" fmla="val 0"/>
            </a:avLst>
          </a:prstGeom>
          <a:solidFill>
            <a:schemeClr val="bg2"/>
          </a:solidFill>
        </p:spPr>
        <p:txBody>
          <a:bodyPr lIns="36000" tIns="0" anchor="t" anchorCtr="0"/>
          <a:lstStyle>
            <a:lvl1pPr marL="0" indent="0" algn="l">
              <a:buNone/>
              <a:defRPr sz="1051">
                <a:solidFill>
                  <a:schemeClr val="tx2"/>
                </a:solidFill>
              </a:defRPr>
            </a:lvl1pPr>
          </a:lstStyle>
          <a:p>
            <a:r>
              <a:rPr lang="en-GB"/>
              <a:t>Click icon to add picture or click on frame and insert picture from Templafy Images</a:t>
            </a:r>
          </a:p>
        </p:txBody>
      </p:sp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9C4460D6-70DF-48BE-8E18-9D62976099D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672" y="2051824"/>
            <a:ext cx="3488400" cy="1011600"/>
          </a:xfrm>
          <a:prstGeom prst="round2SameRect">
            <a:avLst>
              <a:gd name="adj1" fmla="val 12886"/>
              <a:gd name="adj2" fmla="val 0"/>
            </a:avLst>
          </a:prstGeom>
          <a:solidFill>
            <a:schemeClr val="bg2"/>
          </a:solidFill>
        </p:spPr>
        <p:txBody>
          <a:bodyPr lIns="36000" tIns="0" anchor="t" anchorCtr="0"/>
          <a:lstStyle>
            <a:lvl1pPr marL="0" indent="0" algn="l">
              <a:buNone/>
              <a:defRPr sz="1051">
                <a:solidFill>
                  <a:schemeClr val="tx2"/>
                </a:solidFill>
              </a:defRPr>
            </a:lvl1pPr>
          </a:lstStyle>
          <a:p>
            <a:r>
              <a:rPr lang="en-GB"/>
              <a:t>Click icon to add picture or click on frame and insert picture from Templafy Images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D39A032-CC51-4C27-B9A0-8EEE94407AF4}"/>
              </a:ext>
            </a:extLst>
          </p:cNvPr>
          <p:cNvSpPr>
            <a:spLocks noGrp="1"/>
          </p:cNvSpPr>
          <p:nvPr>
            <p:ph type="body" sz="quarter" idx="220" hasCustomPrompt="1"/>
          </p:nvPr>
        </p:nvSpPr>
        <p:spPr>
          <a:xfrm>
            <a:off x="574672" y="3060636"/>
            <a:ext cx="3489328" cy="2565401"/>
          </a:xfrm>
          <a:prstGeom prst="round2SameRect">
            <a:avLst>
              <a:gd name="adj1" fmla="val 0"/>
              <a:gd name="adj2" fmla="val 6302"/>
            </a:avLst>
          </a:prstGeom>
          <a:solidFill>
            <a:schemeClr val="bg2">
              <a:lumMod val="40000"/>
              <a:lumOff val="60000"/>
            </a:schemeClr>
          </a:solidFill>
        </p:spPr>
        <p:txBody>
          <a:bodyPr lIns="180000" tIns="432000" rIns="180000" bIns="432000"/>
          <a:lstStyle>
            <a:lvl1pPr marL="0" indent="0">
              <a:spcAft>
                <a:spcPts val="1400"/>
              </a:spcAft>
              <a:buFont typeface="Arial" panose="020B0604020202020204" pitchFamily="34" charset="0"/>
              <a:buChar char="​"/>
              <a:defRPr sz="1800" b="1">
                <a:solidFill>
                  <a:schemeClr val="accent1"/>
                </a:solidFill>
              </a:defRPr>
            </a:lvl1pPr>
            <a:lvl2pPr marL="0" indent="0">
              <a:buFont typeface="Arial" panose="020B0604020202020204" pitchFamily="34" charset="0"/>
              <a:buChar char="​"/>
              <a:defRPr sz="1200"/>
            </a:lvl2pPr>
            <a:lvl3pPr marL="143996" indent="-143996"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add text           Enter &amp; TAB for next text level                                  SHIFT+TAB to go back in levels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13A18A77-81D6-454C-B733-017A1837CF58}"/>
              </a:ext>
            </a:extLst>
          </p:cNvPr>
          <p:cNvSpPr>
            <a:spLocks noGrp="1"/>
          </p:cNvSpPr>
          <p:nvPr>
            <p:ph type="body" sz="quarter" idx="221" hasCustomPrompt="1"/>
          </p:nvPr>
        </p:nvSpPr>
        <p:spPr>
          <a:xfrm>
            <a:off x="574672" y="3315600"/>
            <a:ext cx="3488400" cy="190500"/>
          </a:xfrm>
        </p:spPr>
        <p:txBody>
          <a:bodyPr lIns="180000" rIns="180000"/>
          <a:lstStyle>
            <a:lvl1pPr marL="0" indent="0">
              <a:buNone/>
              <a:defRPr sz="1000"/>
            </a:lvl1pPr>
          </a:lstStyle>
          <a:p>
            <a:pPr lvl="0"/>
            <a:r>
              <a:rPr lang="en-GB"/>
              <a:t>Click to add eyebrow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A39C43DA-70D9-487D-BD41-4A0673C0654E}"/>
              </a:ext>
            </a:extLst>
          </p:cNvPr>
          <p:cNvSpPr>
            <a:spLocks noGrp="1"/>
          </p:cNvSpPr>
          <p:nvPr>
            <p:ph type="body" sz="quarter" idx="223" hasCustomPrompt="1"/>
          </p:nvPr>
        </p:nvSpPr>
        <p:spPr>
          <a:xfrm>
            <a:off x="4352263" y="3060636"/>
            <a:ext cx="3489328" cy="2565401"/>
          </a:xfrm>
          <a:prstGeom prst="round2SameRect">
            <a:avLst>
              <a:gd name="adj1" fmla="val 0"/>
              <a:gd name="adj2" fmla="val 6302"/>
            </a:avLst>
          </a:prstGeom>
          <a:solidFill>
            <a:schemeClr val="bg2">
              <a:lumMod val="40000"/>
              <a:lumOff val="60000"/>
            </a:schemeClr>
          </a:solidFill>
        </p:spPr>
        <p:txBody>
          <a:bodyPr lIns="180000" tIns="432000" rIns="180000" bIns="432000"/>
          <a:lstStyle>
            <a:lvl1pPr marL="0" indent="0">
              <a:spcAft>
                <a:spcPts val="1400"/>
              </a:spcAft>
              <a:buFont typeface="Arial" panose="020B0604020202020204" pitchFamily="34" charset="0"/>
              <a:buChar char="​"/>
              <a:defRPr sz="1800" b="1">
                <a:solidFill>
                  <a:schemeClr val="accent1"/>
                </a:solidFill>
              </a:defRPr>
            </a:lvl1pPr>
            <a:lvl2pPr marL="0" indent="0">
              <a:buFont typeface="Arial" panose="020B0604020202020204" pitchFamily="34" charset="0"/>
              <a:buChar char="​"/>
              <a:defRPr sz="1200"/>
            </a:lvl2pPr>
            <a:lvl3pPr marL="143996" indent="-143996"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add text           Enter &amp; TAB for next text level                                  SHIFT+TAB to go back in levels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4F829E74-627D-4C87-87A6-F114EA88D9DC}"/>
              </a:ext>
            </a:extLst>
          </p:cNvPr>
          <p:cNvSpPr>
            <a:spLocks noGrp="1"/>
          </p:cNvSpPr>
          <p:nvPr>
            <p:ph type="body" sz="quarter" idx="224" hasCustomPrompt="1"/>
          </p:nvPr>
        </p:nvSpPr>
        <p:spPr>
          <a:xfrm>
            <a:off x="4352263" y="3315600"/>
            <a:ext cx="3488400" cy="190500"/>
          </a:xfrm>
        </p:spPr>
        <p:txBody>
          <a:bodyPr lIns="180000" rIns="180000"/>
          <a:lstStyle>
            <a:lvl1pPr marL="0" indent="0">
              <a:buNone/>
              <a:defRPr sz="1000"/>
            </a:lvl1pPr>
          </a:lstStyle>
          <a:p>
            <a:pPr lvl="0"/>
            <a:r>
              <a:rPr lang="en-GB"/>
              <a:t>Click to add eyebrow</a:t>
            </a:r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CCE548B8-C829-4163-8C36-ED96CD7AA4FE}"/>
              </a:ext>
            </a:extLst>
          </p:cNvPr>
          <p:cNvSpPr>
            <a:spLocks noGrp="1"/>
          </p:cNvSpPr>
          <p:nvPr>
            <p:ph type="body" sz="quarter" idx="226" hasCustomPrompt="1"/>
          </p:nvPr>
        </p:nvSpPr>
        <p:spPr>
          <a:xfrm>
            <a:off x="8128800" y="3060636"/>
            <a:ext cx="3489328" cy="2565401"/>
          </a:xfrm>
          <a:prstGeom prst="round2SameRect">
            <a:avLst>
              <a:gd name="adj1" fmla="val 0"/>
              <a:gd name="adj2" fmla="val 6302"/>
            </a:avLst>
          </a:prstGeom>
          <a:solidFill>
            <a:schemeClr val="bg2">
              <a:lumMod val="40000"/>
              <a:lumOff val="60000"/>
            </a:schemeClr>
          </a:solidFill>
        </p:spPr>
        <p:txBody>
          <a:bodyPr lIns="180000" tIns="432000" rIns="180000" bIns="432000"/>
          <a:lstStyle>
            <a:lvl1pPr marL="0" indent="0">
              <a:spcAft>
                <a:spcPts val="1400"/>
              </a:spcAft>
              <a:buFont typeface="Arial" panose="020B0604020202020204" pitchFamily="34" charset="0"/>
              <a:buChar char="​"/>
              <a:defRPr sz="1800" b="1">
                <a:solidFill>
                  <a:schemeClr val="accent1"/>
                </a:solidFill>
              </a:defRPr>
            </a:lvl1pPr>
            <a:lvl2pPr marL="0" indent="0">
              <a:buFont typeface="Arial" panose="020B0604020202020204" pitchFamily="34" charset="0"/>
              <a:buChar char="​"/>
              <a:defRPr sz="1200"/>
            </a:lvl2pPr>
            <a:lvl3pPr marL="143996" indent="-143996"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add text           Enter &amp; TAB for next text level                                  SHIFT+TAB to go back in levels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F4D79688-8CCA-4793-9FDD-CDEE72B6E23B}"/>
              </a:ext>
            </a:extLst>
          </p:cNvPr>
          <p:cNvSpPr>
            <a:spLocks noGrp="1"/>
          </p:cNvSpPr>
          <p:nvPr>
            <p:ph type="body" sz="quarter" idx="227" hasCustomPrompt="1"/>
          </p:nvPr>
        </p:nvSpPr>
        <p:spPr>
          <a:xfrm>
            <a:off x="8128800" y="3315600"/>
            <a:ext cx="3488400" cy="190500"/>
          </a:xfrm>
        </p:spPr>
        <p:txBody>
          <a:bodyPr lIns="180000" rIns="180000"/>
          <a:lstStyle>
            <a:lvl1pPr marL="0" indent="0">
              <a:buNone/>
              <a:defRPr sz="1000"/>
            </a:lvl1pPr>
          </a:lstStyle>
          <a:p>
            <a:pPr lvl="0"/>
            <a:r>
              <a:rPr lang="en-GB"/>
              <a:t>Click to add eyebrow</a:t>
            </a:r>
          </a:p>
        </p:txBody>
      </p:sp>
      <p:sp>
        <p:nvSpPr>
          <p:cNvPr id="18" name="Text Placeholder note">
            <a:extLst>
              <a:ext uri="{FF2B5EF4-FFF2-40B4-BE49-F238E27FC236}">
                <a16:creationId xmlns:a16="http://schemas.microsoft.com/office/drawing/2014/main" id="{848AA251-AE57-4689-8B51-C2F5872224BE}"/>
              </a:ext>
            </a:extLst>
          </p:cNvPr>
          <p:cNvSpPr>
            <a:spLocks noGrp="1"/>
          </p:cNvSpPr>
          <p:nvPr>
            <p:ph type="body" sz="quarter" idx="233" hasCustomPrompt="1"/>
          </p:nvPr>
        </p:nvSpPr>
        <p:spPr>
          <a:xfrm>
            <a:off x="576000" y="5994000"/>
            <a:ext cx="11041200" cy="288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1pPr>
            <a:lvl2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3pPr>
            <a:lvl4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4pPr>
            <a:lvl5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5pPr>
            <a:lvl6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6pPr>
            <a:lvl7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7pPr>
            <a:lvl8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8pPr>
            <a:lvl9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Click to add note</a:t>
            </a:r>
          </a:p>
        </p:txBody>
      </p:sp>
      <p:sp>
        <p:nvSpPr>
          <p:cNvPr id="30" name="Date Placeholder 29">
            <a:extLst>
              <a:ext uri="{FF2B5EF4-FFF2-40B4-BE49-F238E27FC236}">
                <a16:creationId xmlns:a16="http://schemas.microsoft.com/office/drawing/2014/main" id="{09301D80-5696-489F-89D4-58D4D52B082A}"/>
              </a:ext>
            </a:extLst>
          </p:cNvPr>
          <p:cNvSpPr>
            <a:spLocks noGrp="1"/>
          </p:cNvSpPr>
          <p:nvPr>
            <p:ph type="dt" sz="half" idx="228"/>
          </p:nvPr>
        </p:nvSpPr>
        <p:spPr/>
        <p:txBody>
          <a:bodyPr/>
          <a:lstStyle/>
          <a:p>
            <a:fld id="{2363F501-778A-4066-830A-4E2D2F0C537B}" type="datetime1">
              <a:rPr lang="en-US" smtClean="0"/>
              <a:t>10/8/2026</a:t>
            </a:fld>
            <a:endParaRPr lang="en-GB"/>
          </a:p>
        </p:txBody>
      </p:sp>
      <p:sp>
        <p:nvSpPr>
          <p:cNvPr id="31" name="Footer Placeholder 30">
            <a:extLst>
              <a:ext uri="{FF2B5EF4-FFF2-40B4-BE49-F238E27FC236}">
                <a16:creationId xmlns:a16="http://schemas.microsoft.com/office/drawing/2014/main" id="{1E553415-68F4-4FFD-8A7F-002152A64B37}"/>
              </a:ext>
            </a:extLst>
          </p:cNvPr>
          <p:cNvSpPr>
            <a:spLocks noGrp="1"/>
          </p:cNvSpPr>
          <p:nvPr>
            <p:ph type="ftr" sz="quarter" idx="229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7EFB209A-F76C-4969-A27F-D0C8DCC5AC83}"/>
              </a:ext>
            </a:extLst>
          </p:cNvPr>
          <p:cNvSpPr>
            <a:spLocks noGrp="1"/>
          </p:cNvSpPr>
          <p:nvPr>
            <p:ph type="sldNum" sz="quarter" idx="230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3" name="Picture 2" descr="A picture containing shirt, drawing&#10;&#10;Description automatically generated">
            <a:extLst>
              <a:ext uri="{FF2B5EF4-FFF2-40B4-BE49-F238E27FC236}">
                <a16:creationId xmlns:a16="http://schemas.microsoft.com/office/drawing/2014/main" id="{B5BCF4A5-AF8A-F680-2F92-50002C556F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5314" y="425657"/>
            <a:ext cx="12061372" cy="460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443FD55-0D8A-5A50-4A63-39B37E727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254" y="101657"/>
            <a:ext cx="11041200" cy="460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Click to add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0699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eport: Title +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E09B968-61B7-45EB-A6BB-A568137E60D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76000" y="1728000"/>
            <a:ext cx="5374800" cy="4266000"/>
          </a:xfrm>
        </p:spPr>
        <p:txBody>
          <a:bodyPr/>
          <a:lstStyle>
            <a:lvl1pPr marL="107997" indent="-107997">
              <a:spcAft>
                <a:spcPts val="300"/>
              </a:spcAft>
              <a:defRPr sz="900"/>
            </a:lvl1pPr>
            <a:lvl2pPr marL="215995" indent="-107997">
              <a:spcAft>
                <a:spcPts val="300"/>
              </a:spcAft>
              <a:defRPr sz="900"/>
            </a:lvl2pPr>
            <a:lvl3pPr marL="323992" indent="-107997">
              <a:spcAft>
                <a:spcPts val="300"/>
              </a:spcAft>
              <a:defRPr sz="900"/>
            </a:lvl3pPr>
            <a:lvl4pPr>
              <a:spcAft>
                <a:spcPts val="1000"/>
              </a:spcAft>
              <a:defRPr sz="900" cap="all" baseline="0">
                <a:solidFill>
                  <a:schemeClr val="accent1"/>
                </a:solidFill>
              </a:defRPr>
            </a:lvl4pPr>
            <a:lvl5pPr>
              <a:defRPr sz="900"/>
            </a:lvl5pPr>
            <a:lvl6pPr marL="179996" indent="-179996">
              <a:spcAft>
                <a:spcPts val="600"/>
              </a:spcAft>
              <a:buFont typeface="Arial" panose="020B0604020202020204" pitchFamily="34" charset="0"/>
              <a:buChar char="•"/>
              <a:defRPr sz="1600" b="0"/>
            </a:lvl6pPr>
            <a:lvl7pPr marL="359991" indent="-179996">
              <a:spcAft>
                <a:spcPts val="600"/>
              </a:spcAft>
              <a:buFont typeface="Arial" panose="020B0604020202020204" pitchFamily="34" charset="0"/>
              <a:buChar char="•"/>
              <a:defRPr sz="1600" b="0"/>
            </a:lvl7pPr>
            <a:lvl8pPr marL="539987" indent="-179996">
              <a:spcAft>
                <a:spcPts val="600"/>
              </a:spcAft>
              <a:buFont typeface="Arial" panose="020B0604020202020204" pitchFamily="34" charset="0"/>
              <a:buChar char="•"/>
              <a:defRPr sz="1600" b="0"/>
            </a:lvl8pPr>
          </a:lstStyle>
          <a:p>
            <a:pPr lvl="0"/>
            <a:r>
              <a:rPr lang="en-GB" noProof="0"/>
              <a:t>Click to add text                                                                                                                                     Enter &amp; TAB for next text level                                                                                                            SHIFT+TAB to go back in levels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5E935795-93AE-416A-A002-B16E63D2FBA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42400" y="1728000"/>
            <a:ext cx="5374800" cy="4266000"/>
          </a:xfrm>
        </p:spPr>
        <p:txBody>
          <a:bodyPr/>
          <a:lstStyle>
            <a:lvl1pPr marL="107997" indent="-107997">
              <a:spcAft>
                <a:spcPts val="300"/>
              </a:spcAft>
              <a:defRPr sz="900"/>
            </a:lvl1pPr>
            <a:lvl2pPr marL="215995" indent="-107997">
              <a:spcAft>
                <a:spcPts val="300"/>
              </a:spcAft>
              <a:defRPr sz="900"/>
            </a:lvl2pPr>
            <a:lvl3pPr marL="323992" indent="-107997">
              <a:spcAft>
                <a:spcPts val="300"/>
              </a:spcAft>
              <a:defRPr sz="900"/>
            </a:lvl3pPr>
            <a:lvl4pPr>
              <a:spcAft>
                <a:spcPts val="1000"/>
              </a:spcAft>
              <a:defRPr sz="900" cap="all" baseline="0">
                <a:solidFill>
                  <a:schemeClr val="accent1"/>
                </a:solidFill>
              </a:defRPr>
            </a:lvl4pPr>
            <a:lvl5pPr>
              <a:defRPr sz="900"/>
            </a:lvl5pPr>
            <a:lvl6pPr marL="179996" indent="-179996">
              <a:spcAft>
                <a:spcPts val="600"/>
              </a:spcAft>
              <a:buFont typeface="Arial" panose="020B0604020202020204" pitchFamily="34" charset="0"/>
              <a:buChar char="•"/>
              <a:defRPr sz="1600" b="0"/>
            </a:lvl6pPr>
            <a:lvl7pPr marL="359991" indent="-179996">
              <a:spcAft>
                <a:spcPts val="600"/>
              </a:spcAft>
              <a:buFont typeface="Arial" panose="020B0604020202020204" pitchFamily="34" charset="0"/>
              <a:buChar char="•"/>
              <a:defRPr sz="1600" b="0"/>
            </a:lvl7pPr>
            <a:lvl8pPr marL="539987" indent="-179996">
              <a:spcAft>
                <a:spcPts val="600"/>
              </a:spcAft>
              <a:buFont typeface="Arial" panose="020B0604020202020204" pitchFamily="34" charset="0"/>
              <a:buChar char="•"/>
              <a:defRPr sz="1600" b="0"/>
            </a:lvl8pPr>
          </a:lstStyle>
          <a:p>
            <a:pPr lvl="0"/>
            <a:r>
              <a:rPr lang="en-GB" noProof="0"/>
              <a:t>Click to add text                                                                                                                                     Enter &amp; TAB for next text level                                                                                                            SHIFT+TAB to go back in levels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  <p:sp>
        <p:nvSpPr>
          <p:cNvPr id="13" name="Text Placeholder note">
            <a:extLst>
              <a:ext uri="{FF2B5EF4-FFF2-40B4-BE49-F238E27FC236}">
                <a16:creationId xmlns:a16="http://schemas.microsoft.com/office/drawing/2014/main" id="{8433E5DD-2764-408A-8BF5-9E0011C5C087}"/>
              </a:ext>
            </a:extLst>
          </p:cNvPr>
          <p:cNvSpPr>
            <a:spLocks noGrp="1"/>
          </p:cNvSpPr>
          <p:nvPr>
            <p:ph type="body" sz="quarter" idx="233" hasCustomPrompt="1"/>
          </p:nvPr>
        </p:nvSpPr>
        <p:spPr>
          <a:xfrm>
            <a:off x="576000" y="5994000"/>
            <a:ext cx="11041200" cy="288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1pPr>
            <a:lvl2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3pPr>
            <a:lvl4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4pPr>
            <a:lvl5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5pPr>
            <a:lvl6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6pPr>
            <a:lvl7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7pPr>
            <a:lvl8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8pPr>
            <a:lvl9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Click to add note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8D3A32A-DC78-424F-A5F9-6672EEAE3C28}"/>
              </a:ext>
            </a:extLst>
          </p:cNvPr>
          <p:cNvSpPr>
            <a:spLocks noGrp="1"/>
          </p:cNvSpPr>
          <p:nvPr>
            <p:ph type="dt" sz="half" idx="220"/>
          </p:nvPr>
        </p:nvSpPr>
        <p:spPr/>
        <p:txBody>
          <a:bodyPr/>
          <a:lstStyle/>
          <a:p>
            <a:fld id="{A6D87D29-0198-41EE-B7EC-F47DF7D29B9D}" type="datetime1">
              <a:rPr lang="en-US" smtClean="0"/>
              <a:t>10/8/2026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C8ED045-8984-4E4F-B319-19DA000B0DF1}"/>
              </a:ext>
            </a:extLst>
          </p:cNvPr>
          <p:cNvSpPr>
            <a:spLocks noGrp="1"/>
          </p:cNvSpPr>
          <p:nvPr>
            <p:ph type="ftr" sz="quarter" idx="22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2EBBEA2-FEF0-46EC-A1B6-8C333EF3618B}"/>
              </a:ext>
            </a:extLst>
          </p:cNvPr>
          <p:cNvSpPr>
            <a:spLocks noGrp="1"/>
          </p:cNvSpPr>
          <p:nvPr>
            <p:ph type="sldNum" sz="quarter" idx="22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3" name="Picture 2" descr="A picture containing shirt, drawing&#10;&#10;Description automatically generated">
            <a:extLst>
              <a:ext uri="{FF2B5EF4-FFF2-40B4-BE49-F238E27FC236}">
                <a16:creationId xmlns:a16="http://schemas.microsoft.com/office/drawing/2014/main" id="{9F63A565-2B1A-1FC0-0EAE-A19CEFAF4B1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5314" y="425657"/>
            <a:ext cx="12061372" cy="460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F8F5AF06-1547-8C2D-EE2D-2E10C152D4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254" y="101657"/>
            <a:ext cx="11041200" cy="460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Click to add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94008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eport: Title + 3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E09B968-61B7-45EB-A6BB-A568137E60D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76000" y="1728000"/>
            <a:ext cx="3488000" cy="4266000"/>
          </a:xfrm>
        </p:spPr>
        <p:txBody>
          <a:bodyPr/>
          <a:lstStyle>
            <a:lvl1pPr marL="107997" indent="-107997">
              <a:spcAft>
                <a:spcPts val="300"/>
              </a:spcAft>
              <a:defRPr sz="900"/>
            </a:lvl1pPr>
            <a:lvl2pPr marL="215995" indent="-107997">
              <a:spcAft>
                <a:spcPts val="300"/>
              </a:spcAft>
              <a:defRPr sz="900"/>
            </a:lvl2pPr>
            <a:lvl3pPr marL="323992" indent="-107997">
              <a:spcAft>
                <a:spcPts val="300"/>
              </a:spcAft>
              <a:defRPr sz="900"/>
            </a:lvl3pPr>
            <a:lvl4pPr>
              <a:spcAft>
                <a:spcPts val="1000"/>
              </a:spcAft>
              <a:defRPr sz="900" cap="all" baseline="0">
                <a:solidFill>
                  <a:schemeClr val="accent1"/>
                </a:solidFill>
              </a:defRPr>
            </a:lvl4pPr>
            <a:lvl5pPr>
              <a:defRPr sz="900"/>
            </a:lvl5pPr>
            <a:lvl6pPr marL="179996" indent="-179996">
              <a:spcAft>
                <a:spcPts val="600"/>
              </a:spcAft>
              <a:buFont typeface="Arial" panose="020B0604020202020204" pitchFamily="34" charset="0"/>
              <a:buChar char="•"/>
              <a:defRPr sz="1600" b="0"/>
            </a:lvl6pPr>
            <a:lvl7pPr marL="359991" indent="-179996">
              <a:spcAft>
                <a:spcPts val="600"/>
              </a:spcAft>
              <a:buFont typeface="Arial" panose="020B0604020202020204" pitchFamily="34" charset="0"/>
              <a:buChar char="•"/>
              <a:defRPr sz="1600" b="0"/>
            </a:lvl7pPr>
            <a:lvl8pPr marL="539987" indent="-179996">
              <a:spcAft>
                <a:spcPts val="600"/>
              </a:spcAft>
              <a:buFont typeface="Arial" panose="020B0604020202020204" pitchFamily="34" charset="0"/>
              <a:buChar char="•"/>
              <a:defRPr sz="1600" b="0"/>
            </a:lvl8pPr>
          </a:lstStyle>
          <a:p>
            <a:pPr lvl="0"/>
            <a:r>
              <a:rPr lang="en-GB" noProof="0"/>
              <a:t>Click to add text                                                                               Enter &amp; TAB for next text level                                                        SHIFT+TAB to go back in levels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5E935795-93AE-416A-A002-B16E63D2FBA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353402" y="1728000"/>
            <a:ext cx="3487263" cy="4266000"/>
          </a:xfrm>
        </p:spPr>
        <p:txBody>
          <a:bodyPr/>
          <a:lstStyle>
            <a:lvl1pPr marL="107997" indent="-107997">
              <a:spcAft>
                <a:spcPts val="300"/>
              </a:spcAft>
              <a:defRPr sz="900"/>
            </a:lvl1pPr>
            <a:lvl2pPr marL="215995" indent="-107997">
              <a:spcAft>
                <a:spcPts val="300"/>
              </a:spcAft>
              <a:defRPr sz="900"/>
            </a:lvl2pPr>
            <a:lvl3pPr marL="323992" indent="-107997">
              <a:spcAft>
                <a:spcPts val="300"/>
              </a:spcAft>
              <a:defRPr sz="900"/>
            </a:lvl3pPr>
            <a:lvl4pPr>
              <a:spcAft>
                <a:spcPts val="1000"/>
              </a:spcAft>
              <a:defRPr sz="900" cap="all" baseline="0">
                <a:solidFill>
                  <a:schemeClr val="accent1"/>
                </a:solidFill>
              </a:defRPr>
            </a:lvl4pPr>
            <a:lvl5pPr>
              <a:defRPr sz="900"/>
            </a:lvl5pPr>
            <a:lvl6pPr marL="179996" indent="-179996">
              <a:spcAft>
                <a:spcPts val="600"/>
              </a:spcAft>
              <a:buFont typeface="Arial" panose="020B0604020202020204" pitchFamily="34" charset="0"/>
              <a:buChar char="•"/>
              <a:defRPr sz="1600" b="0"/>
            </a:lvl6pPr>
            <a:lvl7pPr marL="359991" indent="-179996">
              <a:spcAft>
                <a:spcPts val="600"/>
              </a:spcAft>
              <a:buFont typeface="Arial" panose="020B0604020202020204" pitchFamily="34" charset="0"/>
              <a:buChar char="•"/>
              <a:defRPr sz="1600" b="0"/>
            </a:lvl7pPr>
            <a:lvl8pPr marL="539987" indent="-179996">
              <a:spcAft>
                <a:spcPts val="600"/>
              </a:spcAft>
              <a:buFont typeface="Arial" panose="020B0604020202020204" pitchFamily="34" charset="0"/>
              <a:buChar char="•"/>
              <a:defRPr sz="1600" b="0"/>
            </a:lvl8pPr>
          </a:lstStyle>
          <a:p>
            <a:pPr lvl="0"/>
            <a:r>
              <a:rPr lang="en-GB" noProof="0"/>
              <a:t>Click to add text                                                                               Enter &amp; TAB for next text level                                                        SHIFT+TAB to go back in levels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B473FACA-8940-412A-9B74-907CCFA6BC95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129938" y="1728000"/>
            <a:ext cx="3487263" cy="4266000"/>
          </a:xfrm>
        </p:spPr>
        <p:txBody>
          <a:bodyPr/>
          <a:lstStyle>
            <a:lvl1pPr marL="107997" indent="-107997">
              <a:spcAft>
                <a:spcPts val="300"/>
              </a:spcAft>
              <a:defRPr sz="900"/>
            </a:lvl1pPr>
            <a:lvl2pPr marL="215995" indent="-107997">
              <a:spcAft>
                <a:spcPts val="300"/>
              </a:spcAft>
              <a:defRPr sz="900"/>
            </a:lvl2pPr>
            <a:lvl3pPr marL="323992" indent="-107997">
              <a:spcAft>
                <a:spcPts val="300"/>
              </a:spcAft>
              <a:defRPr sz="900"/>
            </a:lvl3pPr>
            <a:lvl4pPr>
              <a:spcAft>
                <a:spcPts val="1000"/>
              </a:spcAft>
              <a:defRPr sz="900" cap="all" baseline="0">
                <a:solidFill>
                  <a:schemeClr val="accent1"/>
                </a:solidFill>
              </a:defRPr>
            </a:lvl4pPr>
            <a:lvl5pPr>
              <a:defRPr sz="900"/>
            </a:lvl5pPr>
            <a:lvl6pPr marL="179996" indent="-179996">
              <a:spcAft>
                <a:spcPts val="600"/>
              </a:spcAft>
              <a:buFont typeface="Arial" panose="020B0604020202020204" pitchFamily="34" charset="0"/>
              <a:buChar char="•"/>
              <a:defRPr sz="1600" b="0"/>
            </a:lvl6pPr>
            <a:lvl7pPr marL="359991" indent="-179996">
              <a:spcAft>
                <a:spcPts val="600"/>
              </a:spcAft>
              <a:buFont typeface="Arial" panose="020B0604020202020204" pitchFamily="34" charset="0"/>
              <a:buChar char="•"/>
              <a:defRPr sz="1600" b="0"/>
            </a:lvl7pPr>
            <a:lvl8pPr marL="539987" indent="-179996">
              <a:spcAft>
                <a:spcPts val="600"/>
              </a:spcAft>
              <a:buFont typeface="Arial" panose="020B0604020202020204" pitchFamily="34" charset="0"/>
              <a:buChar char="•"/>
              <a:defRPr sz="1600" b="0"/>
            </a:lvl8pPr>
          </a:lstStyle>
          <a:p>
            <a:pPr lvl="0"/>
            <a:r>
              <a:rPr lang="en-GB" noProof="0"/>
              <a:t>Click to add text                                                                               Enter &amp; TAB for next text level                                                        SHIFT+TAB to go back in levels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  <p:sp>
        <p:nvSpPr>
          <p:cNvPr id="14" name="Text Placeholder note">
            <a:extLst>
              <a:ext uri="{FF2B5EF4-FFF2-40B4-BE49-F238E27FC236}">
                <a16:creationId xmlns:a16="http://schemas.microsoft.com/office/drawing/2014/main" id="{228CDA2F-7D5D-463C-AAB4-8E963FE3DA67}"/>
              </a:ext>
            </a:extLst>
          </p:cNvPr>
          <p:cNvSpPr>
            <a:spLocks noGrp="1"/>
          </p:cNvSpPr>
          <p:nvPr>
            <p:ph type="body" sz="quarter" idx="233" hasCustomPrompt="1"/>
          </p:nvPr>
        </p:nvSpPr>
        <p:spPr>
          <a:xfrm>
            <a:off x="576000" y="5994000"/>
            <a:ext cx="11041200" cy="288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1pPr>
            <a:lvl2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3pPr>
            <a:lvl4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4pPr>
            <a:lvl5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5pPr>
            <a:lvl6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6pPr>
            <a:lvl7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7pPr>
            <a:lvl8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8pPr>
            <a:lvl9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Click to add note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66C67D-6D5F-4981-B3C2-C43FB18290E3}"/>
              </a:ext>
            </a:extLst>
          </p:cNvPr>
          <p:cNvSpPr>
            <a:spLocks noGrp="1"/>
          </p:cNvSpPr>
          <p:nvPr>
            <p:ph type="dt" sz="half" idx="220"/>
          </p:nvPr>
        </p:nvSpPr>
        <p:spPr/>
        <p:txBody>
          <a:bodyPr/>
          <a:lstStyle/>
          <a:p>
            <a:fld id="{254AB8D0-A7EC-4778-9588-4B64205A2075}" type="datetime1">
              <a:rPr lang="en-US" smtClean="0"/>
              <a:t>10/8/2026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56746D-0392-4289-95D5-216CC52B2A82}"/>
              </a:ext>
            </a:extLst>
          </p:cNvPr>
          <p:cNvSpPr>
            <a:spLocks noGrp="1"/>
          </p:cNvSpPr>
          <p:nvPr>
            <p:ph type="ftr" sz="quarter" idx="22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8D38259-C5D3-40E3-AA1A-2F0F7E706138}"/>
              </a:ext>
            </a:extLst>
          </p:cNvPr>
          <p:cNvSpPr>
            <a:spLocks noGrp="1"/>
          </p:cNvSpPr>
          <p:nvPr>
            <p:ph type="sldNum" sz="quarter" idx="22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3" name="Picture 2" descr="A picture containing shirt, drawing&#10;&#10;Description automatically generated">
            <a:extLst>
              <a:ext uri="{FF2B5EF4-FFF2-40B4-BE49-F238E27FC236}">
                <a16:creationId xmlns:a16="http://schemas.microsoft.com/office/drawing/2014/main" id="{E7EAD0F4-DA36-E067-7A1F-4AD88E5275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5314" y="425657"/>
            <a:ext cx="12061372" cy="460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BB99CBA-0231-355C-3739-9A89C0A036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254" y="101657"/>
            <a:ext cx="11041200" cy="460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Click to add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1074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eport: Title + Quote +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20">
            <a:extLst>
              <a:ext uri="{FF2B5EF4-FFF2-40B4-BE49-F238E27FC236}">
                <a16:creationId xmlns:a16="http://schemas.microsoft.com/office/drawing/2014/main" id="{C57C102F-58E6-4B79-B225-9AB3E35F3141}"/>
              </a:ext>
            </a:extLst>
          </p:cNvPr>
          <p:cNvGrpSpPr/>
          <p:nvPr userDrawn="1"/>
        </p:nvGrpSpPr>
        <p:grpSpPr>
          <a:xfrm>
            <a:off x="1907747" y="2065835"/>
            <a:ext cx="802971" cy="802971"/>
            <a:chOff x="464908" y="576000"/>
            <a:chExt cx="1426881" cy="1426881"/>
          </a:xfrm>
          <a:solidFill>
            <a:srgbClr val="C7C9C7"/>
          </a:solidFill>
        </p:grpSpPr>
        <p:sp>
          <p:nvSpPr>
            <p:cNvPr id="13" name="Freeform 18">
              <a:extLst>
                <a:ext uri="{FF2B5EF4-FFF2-40B4-BE49-F238E27FC236}">
                  <a16:creationId xmlns:a16="http://schemas.microsoft.com/office/drawing/2014/main" id="{F6029570-6994-4A9F-A1E0-F8B5E6005DB6}"/>
                </a:ext>
              </a:extLst>
            </p:cNvPr>
            <p:cNvSpPr/>
            <p:nvPr/>
          </p:nvSpPr>
          <p:spPr>
            <a:xfrm>
              <a:off x="464908" y="576000"/>
              <a:ext cx="1426881" cy="1426881"/>
            </a:xfrm>
            <a:custGeom>
              <a:avLst/>
              <a:gdLst>
                <a:gd name="connsiteX0" fmla="*/ 713441 w 1426881"/>
                <a:gd name="connsiteY0" fmla="*/ 0 h 1426881"/>
                <a:gd name="connsiteX1" fmla="*/ 0 w 1426881"/>
                <a:gd name="connsiteY1" fmla="*/ 713441 h 1426881"/>
                <a:gd name="connsiteX2" fmla="*/ 713441 w 1426881"/>
                <a:gd name="connsiteY2" fmla="*/ 1426881 h 1426881"/>
                <a:gd name="connsiteX3" fmla="*/ 1426881 w 1426881"/>
                <a:gd name="connsiteY3" fmla="*/ 713441 h 1426881"/>
                <a:gd name="connsiteX4" fmla="*/ 713441 w 1426881"/>
                <a:gd name="connsiteY4" fmla="*/ 0 h 1426881"/>
                <a:gd name="connsiteX5" fmla="*/ 713441 w 1426881"/>
                <a:gd name="connsiteY5" fmla="*/ 1337701 h 1426881"/>
                <a:gd name="connsiteX6" fmla="*/ 89180 w 1426881"/>
                <a:gd name="connsiteY6" fmla="*/ 713441 h 1426881"/>
                <a:gd name="connsiteX7" fmla="*/ 713441 w 1426881"/>
                <a:gd name="connsiteY7" fmla="*/ 89180 h 1426881"/>
                <a:gd name="connsiteX8" fmla="*/ 1337701 w 1426881"/>
                <a:gd name="connsiteY8" fmla="*/ 713441 h 1426881"/>
                <a:gd name="connsiteX9" fmla="*/ 713441 w 1426881"/>
                <a:gd name="connsiteY9" fmla="*/ 1337701 h 1426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26881" h="1426881">
                  <a:moveTo>
                    <a:pt x="713441" y="0"/>
                  </a:moveTo>
                  <a:cubicBezTo>
                    <a:pt x="319418" y="0"/>
                    <a:pt x="0" y="319418"/>
                    <a:pt x="0" y="713441"/>
                  </a:cubicBezTo>
                  <a:cubicBezTo>
                    <a:pt x="0" y="1107463"/>
                    <a:pt x="319418" y="1426881"/>
                    <a:pt x="713441" y="1426881"/>
                  </a:cubicBezTo>
                  <a:cubicBezTo>
                    <a:pt x="1107463" y="1426881"/>
                    <a:pt x="1426881" y="1107463"/>
                    <a:pt x="1426881" y="713441"/>
                  </a:cubicBezTo>
                  <a:cubicBezTo>
                    <a:pt x="1426472" y="319588"/>
                    <a:pt x="1107293" y="410"/>
                    <a:pt x="713441" y="0"/>
                  </a:cubicBezTo>
                  <a:close/>
                  <a:moveTo>
                    <a:pt x="713441" y="1337701"/>
                  </a:moveTo>
                  <a:cubicBezTo>
                    <a:pt x="368671" y="1337701"/>
                    <a:pt x="89180" y="1058210"/>
                    <a:pt x="89180" y="713441"/>
                  </a:cubicBezTo>
                  <a:cubicBezTo>
                    <a:pt x="89180" y="368671"/>
                    <a:pt x="368671" y="89180"/>
                    <a:pt x="713441" y="89180"/>
                  </a:cubicBezTo>
                  <a:cubicBezTo>
                    <a:pt x="1058210" y="89180"/>
                    <a:pt x="1337701" y="368671"/>
                    <a:pt x="1337701" y="713441"/>
                  </a:cubicBezTo>
                  <a:cubicBezTo>
                    <a:pt x="1337292" y="1058041"/>
                    <a:pt x="1058041" y="1337292"/>
                    <a:pt x="713441" y="1337701"/>
                  </a:cubicBezTo>
                  <a:close/>
                </a:path>
              </a:pathLst>
            </a:custGeom>
            <a:grpFill/>
            <a:ln w="7419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Freeform 19">
              <a:extLst>
                <a:ext uri="{FF2B5EF4-FFF2-40B4-BE49-F238E27FC236}">
                  <a16:creationId xmlns:a16="http://schemas.microsoft.com/office/drawing/2014/main" id="{84C4A2F5-B871-4BBE-8082-ACA73F6976DB}"/>
                </a:ext>
              </a:extLst>
            </p:cNvPr>
            <p:cNvSpPr/>
            <p:nvPr/>
          </p:nvSpPr>
          <p:spPr>
            <a:xfrm>
              <a:off x="1226654" y="1017589"/>
              <a:ext cx="312161" cy="541621"/>
            </a:xfrm>
            <a:custGeom>
              <a:avLst/>
              <a:gdLst>
                <a:gd name="connsiteX0" fmla="*/ 230382 w 312161"/>
                <a:gd name="connsiteY0" fmla="*/ 227261 h 541621"/>
                <a:gd name="connsiteX1" fmla="*/ 89923 w 312161"/>
                <a:gd name="connsiteY1" fmla="*/ 227261 h 541621"/>
                <a:gd name="connsiteX2" fmla="*/ 178360 w 312161"/>
                <a:gd name="connsiteY2" fmla="*/ 86803 h 541621"/>
                <a:gd name="connsiteX3" fmla="*/ 206160 w 312161"/>
                <a:gd name="connsiteY3" fmla="*/ 30202 h 541621"/>
                <a:gd name="connsiteX4" fmla="*/ 149559 w 312161"/>
                <a:gd name="connsiteY4" fmla="*/ 2402 h 541621"/>
                <a:gd name="connsiteX5" fmla="*/ 133027 w 312161"/>
                <a:gd name="connsiteY5" fmla="*/ 12486 h 541621"/>
                <a:gd name="connsiteX6" fmla="*/ 0 w 312161"/>
                <a:gd name="connsiteY6" fmla="*/ 274081 h 541621"/>
                <a:gd name="connsiteX7" fmla="*/ 0 w 312161"/>
                <a:gd name="connsiteY7" fmla="*/ 459873 h 541621"/>
                <a:gd name="connsiteX8" fmla="*/ 81748 w 312161"/>
                <a:gd name="connsiteY8" fmla="*/ 541621 h 541621"/>
                <a:gd name="connsiteX9" fmla="*/ 230382 w 312161"/>
                <a:gd name="connsiteY9" fmla="*/ 541621 h 541621"/>
                <a:gd name="connsiteX10" fmla="*/ 312130 w 312161"/>
                <a:gd name="connsiteY10" fmla="*/ 459873 h 541621"/>
                <a:gd name="connsiteX11" fmla="*/ 312130 w 312161"/>
                <a:gd name="connsiteY11" fmla="*/ 311239 h 541621"/>
                <a:gd name="connsiteX12" fmla="*/ 232642 w 312161"/>
                <a:gd name="connsiteY12" fmla="*/ 227292 h 541621"/>
                <a:gd name="connsiteX13" fmla="*/ 230382 w 312161"/>
                <a:gd name="connsiteY13" fmla="*/ 227261 h 541621"/>
                <a:gd name="connsiteX14" fmla="*/ 222950 w 312161"/>
                <a:gd name="connsiteY14" fmla="*/ 450212 h 541621"/>
                <a:gd name="connsiteX15" fmla="*/ 89180 w 312161"/>
                <a:gd name="connsiteY15" fmla="*/ 450212 h 541621"/>
                <a:gd name="connsiteX16" fmla="*/ 89180 w 312161"/>
                <a:gd name="connsiteY16" fmla="*/ 316442 h 541621"/>
                <a:gd name="connsiteX17" fmla="*/ 222950 w 312161"/>
                <a:gd name="connsiteY17" fmla="*/ 316442 h 541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12161" h="541621">
                  <a:moveTo>
                    <a:pt x="230382" y="227261"/>
                  </a:moveTo>
                  <a:lnTo>
                    <a:pt x="89923" y="227261"/>
                  </a:lnTo>
                  <a:cubicBezTo>
                    <a:pt x="83280" y="165603"/>
                    <a:pt x="119887" y="107462"/>
                    <a:pt x="178360" y="86803"/>
                  </a:cubicBezTo>
                  <a:cubicBezTo>
                    <a:pt x="201667" y="78850"/>
                    <a:pt x="214113" y="53508"/>
                    <a:pt x="206160" y="30202"/>
                  </a:cubicBezTo>
                  <a:cubicBezTo>
                    <a:pt x="198207" y="6895"/>
                    <a:pt x="172866" y="-5552"/>
                    <a:pt x="149559" y="2402"/>
                  </a:cubicBezTo>
                  <a:cubicBezTo>
                    <a:pt x="143376" y="4511"/>
                    <a:pt x="137732" y="7954"/>
                    <a:pt x="133027" y="12486"/>
                  </a:cubicBezTo>
                  <a:cubicBezTo>
                    <a:pt x="38645" y="68967"/>
                    <a:pt x="0" y="107612"/>
                    <a:pt x="0" y="274081"/>
                  </a:cubicBezTo>
                  <a:lnTo>
                    <a:pt x="0" y="459873"/>
                  </a:lnTo>
                  <a:cubicBezTo>
                    <a:pt x="0" y="505021"/>
                    <a:pt x="36600" y="541621"/>
                    <a:pt x="81748" y="541621"/>
                  </a:cubicBezTo>
                  <a:lnTo>
                    <a:pt x="230382" y="541621"/>
                  </a:lnTo>
                  <a:cubicBezTo>
                    <a:pt x="275530" y="541621"/>
                    <a:pt x="312130" y="505021"/>
                    <a:pt x="312130" y="459873"/>
                  </a:cubicBezTo>
                  <a:lnTo>
                    <a:pt x="312130" y="311239"/>
                  </a:lnTo>
                  <a:cubicBezTo>
                    <a:pt x="313362" y="266108"/>
                    <a:pt x="277773" y="228523"/>
                    <a:pt x="232642" y="227292"/>
                  </a:cubicBezTo>
                  <a:cubicBezTo>
                    <a:pt x="231889" y="227271"/>
                    <a:pt x="231135" y="227261"/>
                    <a:pt x="230382" y="227261"/>
                  </a:cubicBezTo>
                  <a:close/>
                  <a:moveTo>
                    <a:pt x="222950" y="450212"/>
                  </a:moveTo>
                  <a:lnTo>
                    <a:pt x="89180" y="450212"/>
                  </a:lnTo>
                  <a:lnTo>
                    <a:pt x="89180" y="316442"/>
                  </a:lnTo>
                  <a:lnTo>
                    <a:pt x="222950" y="316442"/>
                  </a:lnTo>
                  <a:close/>
                </a:path>
              </a:pathLst>
            </a:custGeom>
            <a:grpFill/>
            <a:ln w="7419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Freeform 20">
              <a:extLst>
                <a:ext uri="{FF2B5EF4-FFF2-40B4-BE49-F238E27FC236}">
                  <a16:creationId xmlns:a16="http://schemas.microsoft.com/office/drawing/2014/main" id="{EA52AFEA-EA95-4DB3-B6A6-3406B079897E}"/>
                </a:ext>
              </a:extLst>
            </p:cNvPr>
            <p:cNvSpPr/>
            <p:nvPr/>
          </p:nvSpPr>
          <p:spPr>
            <a:xfrm>
              <a:off x="817912" y="1017589"/>
              <a:ext cx="315846" cy="539477"/>
            </a:xfrm>
            <a:custGeom>
              <a:avLst/>
              <a:gdLst>
                <a:gd name="connsiteX0" fmla="*/ 230382 w 315846"/>
                <a:gd name="connsiteY0" fmla="*/ 227261 h 539477"/>
                <a:gd name="connsiteX1" fmla="*/ 92896 w 315846"/>
                <a:gd name="connsiteY1" fmla="*/ 227261 h 539477"/>
                <a:gd name="connsiteX2" fmla="*/ 178360 w 315846"/>
                <a:gd name="connsiteY2" fmla="*/ 86803 h 539477"/>
                <a:gd name="connsiteX3" fmla="*/ 206160 w 315846"/>
                <a:gd name="connsiteY3" fmla="*/ 30202 h 539477"/>
                <a:gd name="connsiteX4" fmla="*/ 149559 w 315846"/>
                <a:gd name="connsiteY4" fmla="*/ 2402 h 539477"/>
                <a:gd name="connsiteX5" fmla="*/ 133027 w 315846"/>
                <a:gd name="connsiteY5" fmla="*/ 12486 h 539477"/>
                <a:gd name="connsiteX6" fmla="*/ 0 w 315846"/>
                <a:gd name="connsiteY6" fmla="*/ 271852 h 539477"/>
                <a:gd name="connsiteX7" fmla="*/ 0 w 315846"/>
                <a:gd name="connsiteY7" fmla="*/ 457643 h 539477"/>
                <a:gd name="connsiteX8" fmla="*/ 81748 w 315846"/>
                <a:gd name="connsiteY8" fmla="*/ 539392 h 539477"/>
                <a:gd name="connsiteX9" fmla="*/ 230382 w 315846"/>
                <a:gd name="connsiteY9" fmla="*/ 539392 h 539477"/>
                <a:gd name="connsiteX10" fmla="*/ 315762 w 315846"/>
                <a:gd name="connsiteY10" fmla="*/ 461444 h 539477"/>
                <a:gd name="connsiteX11" fmla="*/ 315846 w 315846"/>
                <a:gd name="connsiteY11" fmla="*/ 457643 h 539477"/>
                <a:gd name="connsiteX12" fmla="*/ 315846 w 315846"/>
                <a:gd name="connsiteY12" fmla="*/ 309010 h 539477"/>
                <a:gd name="connsiteX13" fmla="*/ 234182 w 315846"/>
                <a:gd name="connsiteY13" fmla="*/ 227177 h 539477"/>
                <a:gd name="connsiteX14" fmla="*/ 230382 w 315846"/>
                <a:gd name="connsiteY14" fmla="*/ 227262 h 539477"/>
                <a:gd name="connsiteX15" fmla="*/ 222950 w 315846"/>
                <a:gd name="connsiteY15" fmla="*/ 450212 h 539477"/>
                <a:gd name="connsiteX16" fmla="*/ 92896 w 315846"/>
                <a:gd name="connsiteY16" fmla="*/ 450212 h 539477"/>
                <a:gd name="connsiteX17" fmla="*/ 92896 w 315846"/>
                <a:gd name="connsiteY17" fmla="*/ 316442 h 539477"/>
                <a:gd name="connsiteX18" fmla="*/ 226666 w 315846"/>
                <a:gd name="connsiteY18" fmla="*/ 316442 h 539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15846" h="539477">
                  <a:moveTo>
                    <a:pt x="230382" y="227261"/>
                  </a:moveTo>
                  <a:lnTo>
                    <a:pt x="92896" y="227261"/>
                  </a:lnTo>
                  <a:cubicBezTo>
                    <a:pt x="85853" y="166394"/>
                    <a:pt x="121066" y="108523"/>
                    <a:pt x="178360" y="86803"/>
                  </a:cubicBezTo>
                  <a:cubicBezTo>
                    <a:pt x="201667" y="78850"/>
                    <a:pt x="214114" y="53508"/>
                    <a:pt x="206160" y="30202"/>
                  </a:cubicBezTo>
                  <a:cubicBezTo>
                    <a:pt x="198207" y="6895"/>
                    <a:pt x="172866" y="-5552"/>
                    <a:pt x="149559" y="2402"/>
                  </a:cubicBezTo>
                  <a:cubicBezTo>
                    <a:pt x="143376" y="4511"/>
                    <a:pt x="137732" y="7954"/>
                    <a:pt x="133027" y="12486"/>
                  </a:cubicBezTo>
                  <a:cubicBezTo>
                    <a:pt x="38645" y="66737"/>
                    <a:pt x="0" y="105382"/>
                    <a:pt x="0" y="271852"/>
                  </a:cubicBezTo>
                  <a:lnTo>
                    <a:pt x="0" y="457643"/>
                  </a:lnTo>
                  <a:cubicBezTo>
                    <a:pt x="0" y="502792"/>
                    <a:pt x="36600" y="539392"/>
                    <a:pt x="81748" y="539392"/>
                  </a:cubicBezTo>
                  <a:lnTo>
                    <a:pt x="230382" y="539392"/>
                  </a:lnTo>
                  <a:cubicBezTo>
                    <a:pt x="275484" y="541444"/>
                    <a:pt x="313709" y="506545"/>
                    <a:pt x="315762" y="461444"/>
                  </a:cubicBezTo>
                  <a:cubicBezTo>
                    <a:pt x="315819" y="460178"/>
                    <a:pt x="315847" y="458911"/>
                    <a:pt x="315846" y="457643"/>
                  </a:cubicBezTo>
                  <a:lnTo>
                    <a:pt x="315846" y="309010"/>
                  </a:lnTo>
                  <a:cubicBezTo>
                    <a:pt x="315893" y="263862"/>
                    <a:pt x="279331" y="227224"/>
                    <a:pt x="234182" y="227177"/>
                  </a:cubicBezTo>
                  <a:cubicBezTo>
                    <a:pt x="232915" y="227176"/>
                    <a:pt x="231648" y="227204"/>
                    <a:pt x="230382" y="227262"/>
                  </a:cubicBezTo>
                  <a:close/>
                  <a:moveTo>
                    <a:pt x="222950" y="450212"/>
                  </a:moveTo>
                  <a:lnTo>
                    <a:pt x="92896" y="450212"/>
                  </a:lnTo>
                  <a:lnTo>
                    <a:pt x="92896" y="316442"/>
                  </a:lnTo>
                  <a:lnTo>
                    <a:pt x="226666" y="316442"/>
                  </a:lnTo>
                  <a:close/>
                </a:path>
              </a:pathLst>
            </a:custGeom>
            <a:grpFill/>
            <a:ln w="7419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E09B968-61B7-45EB-A6BB-A568137E60D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52663" y="1728000"/>
            <a:ext cx="3488000" cy="4266000"/>
          </a:xfrm>
        </p:spPr>
        <p:txBody>
          <a:bodyPr/>
          <a:lstStyle>
            <a:lvl1pPr marL="107997" indent="-107997">
              <a:spcAft>
                <a:spcPts val="300"/>
              </a:spcAft>
              <a:defRPr sz="900"/>
            </a:lvl1pPr>
            <a:lvl2pPr marL="215995" indent="-107997">
              <a:spcAft>
                <a:spcPts val="300"/>
              </a:spcAft>
              <a:defRPr sz="900"/>
            </a:lvl2pPr>
            <a:lvl3pPr marL="323992" indent="-107997">
              <a:spcAft>
                <a:spcPts val="300"/>
              </a:spcAft>
              <a:defRPr sz="900"/>
            </a:lvl3pPr>
            <a:lvl4pPr>
              <a:spcAft>
                <a:spcPts val="1000"/>
              </a:spcAft>
              <a:defRPr sz="900" cap="all" baseline="0">
                <a:solidFill>
                  <a:schemeClr val="accent1"/>
                </a:solidFill>
              </a:defRPr>
            </a:lvl4pPr>
            <a:lvl5pPr>
              <a:defRPr sz="900"/>
            </a:lvl5pPr>
            <a:lvl6pPr marL="179996" indent="-179996">
              <a:spcAft>
                <a:spcPts val="600"/>
              </a:spcAft>
              <a:buFont typeface="Arial" panose="020B0604020202020204" pitchFamily="34" charset="0"/>
              <a:buChar char="•"/>
              <a:defRPr sz="1600" b="0"/>
            </a:lvl6pPr>
            <a:lvl7pPr marL="359991" indent="-179996">
              <a:spcAft>
                <a:spcPts val="600"/>
              </a:spcAft>
              <a:buFont typeface="Arial" panose="020B0604020202020204" pitchFamily="34" charset="0"/>
              <a:buChar char="•"/>
              <a:defRPr sz="1600" b="0"/>
            </a:lvl7pPr>
            <a:lvl8pPr marL="539987" indent="-179996">
              <a:spcAft>
                <a:spcPts val="600"/>
              </a:spcAft>
              <a:buFont typeface="Arial" panose="020B0604020202020204" pitchFamily="34" charset="0"/>
              <a:buChar char="•"/>
              <a:defRPr sz="1600" b="0"/>
            </a:lvl8pPr>
          </a:lstStyle>
          <a:p>
            <a:pPr lvl="0"/>
            <a:r>
              <a:rPr lang="en-GB" noProof="0"/>
              <a:t>Click to add text                                                                               Enter &amp; TAB for next text level                                                        SHIFT+TAB to go back in levels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5E935795-93AE-416A-A002-B16E63D2FBA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29938" y="1728000"/>
            <a:ext cx="3487263" cy="4266000"/>
          </a:xfrm>
        </p:spPr>
        <p:txBody>
          <a:bodyPr/>
          <a:lstStyle>
            <a:lvl1pPr marL="107997" indent="-107997">
              <a:spcAft>
                <a:spcPts val="300"/>
              </a:spcAft>
              <a:defRPr sz="900"/>
            </a:lvl1pPr>
            <a:lvl2pPr marL="215995" indent="-107997">
              <a:spcAft>
                <a:spcPts val="300"/>
              </a:spcAft>
              <a:defRPr sz="900"/>
            </a:lvl2pPr>
            <a:lvl3pPr marL="323992" indent="-107997">
              <a:spcAft>
                <a:spcPts val="300"/>
              </a:spcAft>
              <a:defRPr sz="900"/>
            </a:lvl3pPr>
            <a:lvl4pPr>
              <a:spcAft>
                <a:spcPts val="1000"/>
              </a:spcAft>
              <a:defRPr sz="900" cap="all" baseline="0">
                <a:solidFill>
                  <a:schemeClr val="accent1"/>
                </a:solidFill>
              </a:defRPr>
            </a:lvl4pPr>
            <a:lvl5pPr>
              <a:defRPr sz="900"/>
            </a:lvl5pPr>
            <a:lvl6pPr marL="179996" indent="-179996">
              <a:spcAft>
                <a:spcPts val="600"/>
              </a:spcAft>
              <a:buFont typeface="Arial" panose="020B0604020202020204" pitchFamily="34" charset="0"/>
              <a:buChar char="•"/>
              <a:defRPr sz="1600" b="0"/>
            </a:lvl6pPr>
            <a:lvl7pPr marL="359991" indent="-179996">
              <a:spcAft>
                <a:spcPts val="600"/>
              </a:spcAft>
              <a:buFont typeface="Arial" panose="020B0604020202020204" pitchFamily="34" charset="0"/>
              <a:buChar char="•"/>
              <a:defRPr sz="1600" b="0"/>
            </a:lvl7pPr>
            <a:lvl8pPr marL="539987" indent="-179996">
              <a:spcAft>
                <a:spcPts val="600"/>
              </a:spcAft>
              <a:buFont typeface="Arial" panose="020B0604020202020204" pitchFamily="34" charset="0"/>
              <a:buChar char="•"/>
              <a:defRPr sz="1600" b="0"/>
            </a:lvl8pPr>
          </a:lstStyle>
          <a:p>
            <a:pPr lvl="0"/>
            <a:r>
              <a:rPr lang="en-GB" noProof="0"/>
              <a:t>Click to add text                                                                               Enter &amp; TAB for next text level                                                        SHIFT+TAB to go back in levels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C306F752-0225-4BEE-88B5-A6082B69D1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6000" y="2934121"/>
            <a:ext cx="3488000" cy="3058693"/>
          </a:xfrm>
        </p:spPr>
        <p:txBody>
          <a:bodyPr/>
          <a:lstStyle>
            <a:lvl1pPr marL="0" indent="0" algn="ctr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​"/>
              <a:defRPr sz="1600" b="0">
                <a:solidFill>
                  <a:schemeClr val="accent1"/>
                </a:solidFill>
                <a:latin typeface="+mj-lt"/>
              </a:defRPr>
            </a:lvl1pPr>
            <a:lvl2pPr marL="179996" indent="-179996" algn="ctr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—"/>
              <a:defRPr sz="1000" b="0" i="1">
                <a:solidFill>
                  <a:schemeClr val="accent1"/>
                </a:solidFill>
                <a:latin typeface="+mn-lt"/>
              </a:defRPr>
            </a:lvl2pPr>
            <a:lvl3pPr marL="0" indent="0" algn="ctr">
              <a:buFont typeface="Arial" panose="020B0604020202020204" pitchFamily="34" charset="0"/>
              <a:buChar char="​"/>
              <a:defRPr sz="1400" b="0">
                <a:solidFill>
                  <a:schemeClr val="accent1"/>
                </a:solidFill>
                <a:latin typeface="+mn-lt"/>
              </a:defRPr>
            </a:lvl3pPr>
            <a:lvl4pPr algn="ctr">
              <a:lnSpc>
                <a:spcPct val="100000"/>
              </a:lnSpc>
              <a:defRPr sz="1400" b="0">
                <a:solidFill>
                  <a:schemeClr val="accent1"/>
                </a:solidFill>
                <a:latin typeface="+mn-lt"/>
              </a:defRPr>
            </a:lvl4pPr>
            <a:lvl5pPr algn="ctr">
              <a:lnSpc>
                <a:spcPct val="100000"/>
              </a:lnSpc>
              <a:defRPr sz="1400" b="0">
                <a:solidFill>
                  <a:schemeClr val="accent1"/>
                </a:solidFill>
                <a:latin typeface="+mn-lt"/>
              </a:defRPr>
            </a:lvl5pPr>
            <a:lvl6pPr marL="0" indent="0" algn="ctr">
              <a:lnSpc>
                <a:spcPct val="100000"/>
              </a:lnSpc>
              <a:buFont typeface="Arial" panose="020B0604020202020204" pitchFamily="34" charset="0"/>
              <a:buChar char="​"/>
              <a:defRPr sz="1400" b="0">
                <a:solidFill>
                  <a:schemeClr val="accent1"/>
                </a:solidFill>
                <a:latin typeface="+mn-lt"/>
              </a:defRPr>
            </a:lvl6pPr>
            <a:lvl7pPr algn="ctr">
              <a:lnSpc>
                <a:spcPct val="100000"/>
              </a:lnSpc>
              <a:defRPr sz="1400" b="0">
                <a:solidFill>
                  <a:schemeClr val="accent1"/>
                </a:solidFill>
                <a:latin typeface="+mn-lt"/>
              </a:defRPr>
            </a:lvl7pPr>
            <a:lvl8pPr algn="ctr">
              <a:lnSpc>
                <a:spcPct val="100000"/>
              </a:lnSpc>
              <a:spcAft>
                <a:spcPts val="600"/>
              </a:spcAft>
              <a:defRPr sz="1400" b="0">
                <a:solidFill>
                  <a:schemeClr val="accent1"/>
                </a:solidFill>
                <a:latin typeface="+mn-lt"/>
              </a:defRPr>
            </a:lvl8pPr>
            <a:lvl9pPr algn="ctr">
              <a:lnSpc>
                <a:spcPct val="100000"/>
              </a:lnSpc>
              <a:spcAft>
                <a:spcPts val="600"/>
              </a:spcAft>
              <a:defRPr sz="1400" b="0">
                <a:solidFill>
                  <a:schemeClr val="accent1"/>
                </a:solidFill>
                <a:latin typeface="+mn-lt"/>
              </a:defRPr>
            </a:lvl9pPr>
          </a:lstStyle>
          <a:p>
            <a:pPr lvl="0"/>
            <a:r>
              <a:rPr lang="en-GB"/>
              <a:t>Click to add quote </a:t>
            </a:r>
            <a:br>
              <a:rPr lang="en-GB"/>
            </a:br>
            <a:r>
              <a:rPr lang="en-GB"/>
              <a:t>Enter &amp; Tab for name text level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6 level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  <p:sp>
        <p:nvSpPr>
          <p:cNvPr id="18" name="Text Placeholder note">
            <a:extLst>
              <a:ext uri="{FF2B5EF4-FFF2-40B4-BE49-F238E27FC236}">
                <a16:creationId xmlns:a16="http://schemas.microsoft.com/office/drawing/2014/main" id="{123F0704-15A2-4391-8120-10480138877D}"/>
              </a:ext>
            </a:extLst>
          </p:cNvPr>
          <p:cNvSpPr>
            <a:spLocks noGrp="1"/>
          </p:cNvSpPr>
          <p:nvPr>
            <p:ph type="body" sz="quarter" idx="233" hasCustomPrompt="1"/>
          </p:nvPr>
        </p:nvSpPr>
        <p:spPr>
          <a:xfrm>
            <a:off x="576000" y="5994000"/>
            <a:ext cx="11041200" cy="288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1pPr>
            <a:lvl2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3pPr>
            <a:lvl4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4pPr>
            <a:lvl5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5pPr>
            <a:lvl6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6pPr>
            <a:lvl7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7pPr>
            <a:lvl8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8pPr>
            <a:lvl9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Click to add note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4D1643D-16CF-4F18-ACA8-3F6B8E7DA98E}"/>
              </a:ext>
            </a:extLst>
          </p:cNvPr>
          <p:cNvSpPr>
            <a:spLocks noGrp="1"/>
          </p:cNvSpPr>
          <p:nvPr>
            <p:ph type="dt" sz="half" idx="220"/>
          </p:nvPr>
        </p:nvSpPr>
        <p:spPr/>
        <p:txBody>
          <a:bodyPr/>
          <a:lstStyle/>
          <a:p>
            <a:fld id="{55DAE91D-D715-4C45-AB9C-5A5E7480AFB7}" type="datetime1">
              <a:rPr lang="en-US" smtClean="0"/>
              <a:t>10/8/2026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B174CB-83E3-4655-8E4E-F465B2E8A63D}"/>
              </a:ext>
            </a:extLst>
          </p:cNvPr>
          <p:cNvSpPr>
            <a:spLocks noGrp="1"/>
          </p:cNvSpPr>
          <p:nvPr>
            <p:ph type="ftr" sz="quarter" idx="22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58B741-692C-4232-A8EE-5B925B7554F2}"/>
              </a:ext>
            </a:extLst>
          </p:cNvPr>
          <p:cNvSpPr>
            <a:spLocks noGrp="1"/>
          </p:cNvSpPr>
          <p:nvPr>
            <p:ph type="sldNum" sz="quarter" idx="22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3" name="Picture 2" descr="A picture containing shirt, drawing&#10;&#10;Description automatically generated">
            <a:extLst>
              <a:ext uri="{FF2B5EF4-FFF2-40B4-BE49-F238E27FC236}">
                <a16:creationId xmlns:a16="http://schemas.microsoft.com/office/drawing/2014/main" id="{DED96539-5D34-012D-69D1-870883E1B4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5314" y="425657"/>
            <a:ext cx="12061372" cy="460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C7BA0A5-7334-C854-2150-388C7FA902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254" y="101657"/>
            <a:ext cx="11041200" cy="460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Click to add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53486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port: Title + 2 column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E09B968-61B7-45EB-A6BB-A568137E60D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76000" y="1728000"/>
            <a:ext cx="3488000" cy="4266000"/>
          </a:xfrm>
        </p:spPr>
        <p:txBody>
          <a:bodyPr/>
          <a:lstStyle>
            <a:lvl1pPr marL="107997" indent="-107997">
              <a:spcAft>
                <a:spcPts val="300"/>
              </a:spcAft>
              <a:defRPr sz="900"/>
            </a:lvl1pPr>
            <a:lvl2pPr marL="215995" indent="-107997">
              <a:spcAft>
                <a:spcPts val="300"/>
              </a:spcAft>
              <a:defRPr sz="900"/>
            </a:lvl2pPr>
            <a:lvl3pPr marL="323992" indent="-107997">
              <a:spcAft>
                <a:spcPts val="300"/>
              </a:spcAft>
              <a:defRPr sz="900"/>
            </a:lvl3pPr>
            <a:lvl4pPr>
              <a:spcAft>
                <a:spcPts val="1000"/>
              </a:spcAft>
              <a:defRPr sz="900" cap="all" baseline="0">
                <a:solidFill>
                  <a:schemeClr val="accent1"/>
                </a:solidFill>
              </a:defRPr>
            </a:lvl4pPr>
            <a:lvl5pPr>
              <a:defRPr sz="900"/>
            </a:lvl5pPr>
            <a:lvl6pPr marL="179996" indent="-179996">
              <a:spcAft>
                <a:spcPts val="600"/>
              </a:spcAft>
              <a:buFont typeface="Arial" panose="020B0604020202020204" pitchFamily="34" charset="0"/>
              <a:buChar char="•"/>
              <a:defRPr sz="1600" b="0"/>
            </a:lvl6pPr>
            <a:lvl7pPr marL="359991" indent="-179996">
              <a:spcAft>
                <a:spcPts val="600"/>
              </a:spcAft>
              <a:buFont typeface="Arial" panose="020B0604020202020204" pitchFamily="34" charset="0"/>
              <a:buChar char="•"/>
              <a:defRPr sz="1600" b="0"/>
            </a:lvl7pPr>
            <a:lvl8pPr marL="539987" indent="-179996">
              <a:spcAft>
                <a:spcPts val="600"/>
              </a:spcAft>
              <a:buFont typeface="Arial" panose="020B0604020202020204" pitchFamily="34" charset="0"/>
              <a:buChar char="•"/>
              <a:defRPr sz="1600" b="0"/>
            </a:lvl8pPr>
          </a:lstStyle>
          <a:p>
            <a:pPr lvl="0"/>
            <a:r>
              <a:rPr lang="en-GB" noProof="0"/>
              <a:t>Click to add text                                                                               Enter &amp; TAB for next text level                                                        SHIFT+TAB to go back in levels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19E4DA27-0CAD-4D47-9E85-C3F17C29E1C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352663" y="1728000"/>
            <a:ext cx="3488000" cy="4266000"/>
          </a:xfrm>
        </p:spPr>
        <p:txBody>
          <a:bodyPr/>
          <a:lstStyle>
            <a:lvl1pPr marL="107997" indent="-107997">
              <a:spcAft>
                <a:spcPts val="300"/>
              </a:spcAft>
              <a:defRPr sz="900"/>
            </a:lvl1pPr>
            <a:lvl2pPr marL="215995" indent="-107997">
              <a:spcAft>
                <a:spcPts val="300"/>
              </a:spcAft>
              <a:defRPr sz="900"/>
            </a:lvl2pPr>
            <a:lvl3pPr marL="323992" indent="-107997">
              <a:spcAft>
                <a:spcPts val="300"/>
              </a:spcAft>
              <a:defRPr sz="900"/>
            </a:lvl3pPr>
            <a:lvl4pPr>
              <a:spcAft>
                <a:spcPts val="1000"/>
              </a:spcAft>
              <a:defRPr sz="900" cap="all" baseline="0">
                <a:solidFill>
                  <a:schemeClr val="accent1"/>
                </a:solidFill>
              </a:defRPr>
            </a:lvl4pPr>
            <a:lvl5pPr>
              <a:defRPr sz="900"/>
            </a:lvl5pPr>
            <a:lvl6pPr marL="179996" indent="-179996">
              <a:spcAft>
                <a:spcPts val="600"/>
              </a:spcAft>
              <a:buFont typeface="Arial" panose="020B0604020202020204" pitchFamily="34" charset="0"/>
              <a:buChar char="•"/>
              <a:defRPr sz="1600" b="0"/>
            </a:lvl6pPr>
            <a:lvl7pPr marL="359991" indent="-179996">
              <a:spcAft>
                <a:spcPts val="600"/>
              </a:spcAft>
              <a:buFont typeface="Arial" panose="020B0604020202020204" pitchFamily="34" charset="0"/>
              <a:buChar char="•"/>
              <a:defRPr sz="1600" b="0"/>
            </a:lvl7pPr>
            <a:lvl8pPr marL="539987" indent="-179996">
              <a:spcAft>
                <a:spcPts val="600"/>
              </a:spcAft>
              <a:buFont typeface="Arial" panose="020B0604020202020204" pitchFamily="34" charset="0"/>
              <a:buChar char="•"/>
              <a:defRPr sz="1600" b="0"/>
            </a:lvl8pPr>
          </a:lstStyle>
          <a:p>
            <a:pPr lvl="0"/>
            <a:r>
              <a:rPr lang="en-GB" noProof="0"/>
              <a:t>Click to add text                                                                               Enter &amp; TAB for next text level                                                        SHIFT+TAB to go back in levels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F293F45F-D40B-4EC4-BDA6-621506ADF47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128002" y="0"/>
            <a:ext cx="4063999" cy="6856248"/>
          </a:xfrm>
          <a:solidFill>
            <a:schemeClr val="accent6"/>
          </a:solidFill>
        </p:spPr>
        <p:txBody>
          <a:bodyPr tIns="1152000" anchor="ctr" anchorCtr="0"/>
          <a:lstStyle>
            <a:lvl1pPr marL="0" indent="0" algn="ctr">
              <a:spcAft>
                <a:spcPts val="0"/>
              </a:spcAft>
              <a:buNone/>
              <a:defRPr sz="1600"/>
            </a:lvl1pPr>
          </a:lstStyle>
          <a:p>
            <a:r>
              <a:rPr lang="en-GB" noProof="0"/>
              <a:t>Click icon to add picture or click on </a:t>
            </a:r>
            <a:br>
              <a:rPr lang="en-GB" noProof="0"/>
            </a:br>
            <a:r>
              <a:rPr lang="en-GB" noProof="0"/>
              <a:t>frame and insert picture from Templafy Images</a:t>
            </a:r>
          </a:p>
        </p:txBody>
      </p:sp>
      <p:sp>
        <p:nvSpPr>
          <p:cNvPr id="16" name="Text Placeholder note">
            <a:extLst>
              <a:ext uri="{FF2B5EF4-FFF2-40B4-BE49-F238E27FC236}">
                <a16:creationId xmlns:a16="http://schemas.microsoft.com/office/drawing/2014/main" id="{E3F9ADC4-A5A7-4CB6-926C-232018B48284}"/>
              </a:ext>
            </a:extLst>
          </p:cNvPr>
          <p:cNvSpPr>
            <a:spLocks noGrp="1"/>
          </p:cNvSpPr>
          <p:nvPr>
            <p:ph type="body" sz="quarter" idx="233" hasCustomPrompt="1"/>
          </p:nvPr>
        </p:nvSpPr>
        <p:spPr>
          <a:xfrm>
            <a:off x="576002" y="5994000"/>
            <a:ext cx="7264663" cy="288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1pPr>
            <a:lvl2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3pPr>
            <a:lvl4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4pPr>
            <a:lvl5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5pPr>
            <a:lvl6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6pPr>
            <a:lvl7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7pPr>
            <a:lvl8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8pPr>
            <a:lvl9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Click to add note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3968337D-D8F0-4097-8108-392F67379D62}"/>
              </a:ext>
            </a:extLst>
          </p:cNvPr>
          <p:cNvSpPr>
            <a:spLocks noGrp="1"/>
          </p:cNvSpPr>
          <p:nvPr>
            <p:ph type="dt" sz="half" idx="220"/>
          </p:nvPr>
        </p:nvSpPr>
        <p:spPr/>
        <p:txBody>
          <a:bodyPr/>
          <a:lstStyle/>
          <a:p>
            <a:fld id="{84C1CB4E-3E90-4355-9A25-786DCD632E4D}" type="datetime1">
              <a:rPr lang="en-US" smtClean="0"/>
              <a:t>10/8/2026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E3B56147-3132-4113-BC2A-EA1BA8CA568D}"/>
              </a:ext>
            </a:extLst>
          </p:cNvPr>
          <p:cNvSpPr>
            <a:spLocks noGrp="1"/>
          </p:cNvSpPr>
          <p:nvPr>
            <p:ph type="ftr" sz="quarter" idx="22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07A3327-BE9A-49A1-902F-434B222E4C94}"/>
              </a:ext>
            </a:extLst>
          </p:cNvPr>
          <p:cNvSpPr>
            <a:spLocks noGrp="1"/>
          </p:cNvSpPr>
          <p:nvPr>
            <p:ph type="sldNum" sz="quarter" idx="22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3" name="Picture 2" descr="A picture containing shirt, drawing&#10;&#10;Description automatically generated">
            <a:extLst>
              <a:ext uri="{FF2B5EF4-FFF2-40B4-BE49-F238E27FC236}">
                <a16:creationId xmlns:a16="http://schemas.microsoft.com/office/drawing/2014/main" id="{94F10E66-B0D1-5F75-E848-5F61E42048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5314" y="425657"/>
            <a:ext cx="12061372" cy="460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0BF08671-7099-D088-7992-8AAE3BA3EA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254" y="101657"/>
            <a:ext cx="11041200" cy="460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Click to add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96299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shirt, drawing&#10;&#10;Description automatically generated">
            <a:extLst>
              <a:ext uri="{FF2B5EF4-FFF2-40B4-BE49-F238E27FC236}">
                <a16:creationId xmlns:a16="http://schemas.microsoft.com/office/drawing/2014/main" id="{FE1C9B99-D3EF-3D0D-FCA5-EB8CC38039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5314" y="425657"/>
            <a:ext cx="12061372" cy="460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Text Placeholder note">
            <a:extLst>
              <a:ext uri="{FF2B5EF4-FFF2-40B4-BE49-F238E27FC236}">
                <a16:creationId xmlns:a16="http://schemas.microsoft.com/office/drawing/2014/main" id="{C2EEB9EA-C355-4ABE-92DA-38C8B92EB55C}"/>
              </a:ext>
            </a:extLst>
          </p:cNvPr>
          <p:cNvSpPr>
            <a:spLocks noGrp="1"/>
          </p:cNvSpPr>
          <p:nvPr>
            <p:ph type="body" sz="quarter" idx="233" hasCustomPrompt="1"/>
          </p:nvPr>
        </p:nvSpPr>
        <p:spPr>
          <a:xfrm>
            <a:off x="576000" y="5994000"/>
            <a:ext cx="11041200" cy="288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1pPr>
            <a:lvl2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3pPr>
            <a:lvl4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4pPr>
            <a:lvl5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5pPr>
            <a:lvl6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6pPr>
            <a:lvl7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7pPr>
            <a:lvl8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8pPr>
            <a:lvl9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Click to add note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AE4621-8D7A-4671-BACE-5BF6111EB4C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030E0CB-5F0D-4F26-BC2F-033B07AFC4C7}" type="datetime1">
              <a:rPr lang="en-US" smtClean="0"/>
              <a:t>10/8/2026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5D5838-FBFA-467A-8E56-F786B513F2E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BD57CE-DB07-49DF-BCD6-2DDC1E447F0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08886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note">
            <a:extLst>
              <a:ext uri="{FF2B5EF4-FFF2-40B4-BE49-F238E27FC236}">
                <a16:creationId xmlns:a16="http://schemas.microsoft.com/office/drawing/2014/main" id="{02A03667-2B4F-4D0F-B414-8BD38DAF5E62}"/>
              </a:ext>
            </a:extLst>
          </p:cNvPr>
          <p:cNvSpPr>
            <a:spLocks noGrp="1"/>
          </p:cNvSpPr>
          <p:nvPr>
            <p:ph type="body" sz="quarter" idx="233" hasCustomPrompt="1"/>
          </p:nvPr>
        </p:nvSpPr>
        <p:spPr>
          <a:xfrm>
            <a:off x="576000" y="5994000"/>
            <a:ext cx="11041200" cy="288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1pPr>
            <a:lvl2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3pPr>
            <a:lvl4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4pPr>
            <a:lvl5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5pPr>
            <a:lvl6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6pPr>
            <a:lvl7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7pPr>
            <a:lvl8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8pPr>
            <a:lvl9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Click to add note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9AEB2F-B5C9-4F0B-B9F1-55A4EEC5AE2F}"/>
              </a:ext>
            </a:extLst>
          </p:cNvPr>
          <p:cNvSpPr>
            <a:spLocks noGrp="1"/>
          </p:cNvSpPr>
          <p:nvPr>
            <p:ph type="dt" sz="half" idx="220"/>
          </p:nvPr>
        </p:nvSpPr>
        <p:spPr/>
        <p:txBody>
          <a:bodyPr/>
          <a:lstStyle/>
          <a:p>
            <a:fld id="{86FF7081-E430-4A8C-BAF3-52713C0555A7}" type="datetime1">
              <a:rPr lang="en-US" smtClean="0"/>
              <a:t>10/8/2026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FABAB8-DB40-4E2B-A7B2-792E81E8EE07}"/>
              </a:ext>
            </a:extLst>
          </p:cNvPr>
          <p:cNvSpPr>
            <a:spLocks noGrp="1"/>
          </p:cNvSpPr>
          <p:nvPr>
            <p:ph type="ftr" sz="quarter" idx="22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B958B4-7E4B-4469-9066-DEF3718645FF}"/>
              </a:ext>
            </a:extLst>
          </p:cNvPr>
          <p:cNvSpPr>
            <a:spLocks noGrp="1"/>
          </p:cNvSpPr>
          <p:nvPr>
            <p:ph type="sldNum" sz="quarter" idx="22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2" name="Picture 1" descr="A picture containing shirt, drawing&#10;&#10;Description automatically generated">
            <a:extLst>
              <a:ext uri="{FF2B5EF4-FFF2-40B4-BE49-F238E27FC236}">
                <a16:creationId xmlns:a16="http://schemas.microsoft.com/office/drawing/2014/main" id="{22969917-72FD-7840-7916-CCA58E2C84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5314" y="425657"/>
            <a:ext cx="12061372" cy="460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94F68D6A-C6A2-6364-45D6-A4EB59906D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254" y="101657"/>
            <a:ext cx="11041200" cy="460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Click to add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44788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only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2080BB-E265-4531-8CDF-EED5AE7C2C5E}"/>
              </a:ext>
            </a:extLst>
          </p:cNvPr>
          <p:cNvSpPr txBox="1"/>
          <p:nvPr userDrawn="1"/>
        </p:nvSpPr>
        <p:spPr>
          <a:xfrm>
            <a:off x="0" y="-270387"/>
            <a:ext cx="11617200" cy="215444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1400"/>
              <a:t>Right click on picture and choose “</a:t>
            </a:r>
            <a:r>
              <a:rPr lang="en-GB" sz="1400" b="0"/>
              <a:t>Send to Back” </a:t>
            </a:r>
            <a:r>
              <a:rPr lang="en-GB" sz="1400"/>
              <a:t>to get overlay in front. You have the option to change the color of the overlay.</a:t>
            </a:r>
            <a:endParaRPr lang="en-GB" sz="1400">
              <a:solidFill>
                <a:schemeClr val="tx2"/>
              </a:solidFill>
            </a:endParaRPr>
          </a:p>
        </p:txBody>
      </p:sp>
      <p:sp>
        <p:nvSpPr>
          <p:cNvPr id="15" name="Text Placeholder overlay">
            <a:extLst>
              <a:ext uri="{FF2B5EF4-FFF2-40B4-BE49-F238E27FC236}">
                <a16:creationId xmlns:a16="http://schemas.microsoft.com/office/drawing/2014/main" id="{4A8BF276-0692-46D5-82F5-A0C2FF038B3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ltGray">
          <a:xfrm>
            <a:off x="840" y="0"/>
            <a:ext cx="12191160" cy="6858000"/>
          </a:xfrm>
          <a:prstGeom prst="rect">
            <a:avLst/>
          </a:prstGeom>
          <a:solidFill>
            <a:schemeClr val="accent1">
              <a:alpha val="85000"/>
            </a:schemeClr>
          </a:solidFill>
          <a:ln w="0">
            <a:noFill/>
          </a:ln>
        </p:spPr>
        <p:txBody>
          <a:bodyPr wrap="square">
            <a:noAutofit/>
          </a:bodyPr>
          <a:lstStyle>
            <a:lvl1pPr marL="0" indent="0">
              <a:buNone/>
              <a:defRPr sz="133">
                <a:noFill/>
              </a:defRPr>
            </a:lvl1pPr>
          </a:lstStyle>
          <a:p>
            <a:pPr lvl="0"/>
            <a:r>
              <a:rPr lang="en-GB"/>
              <a:t>.</a:t>
            </a:r>
          </a:p>
        </p:txBody>
      </p:sp>
      <p:sp>
        <p:nvSpPr>
          <p:cNvPr id="11" name="Picture Placeholder">
            <a:extLst>
              <a:ext uri="{FF2B5EF4-FFF2-40B4-BE49-F238E27FC236}">
                <a16:creationId xmlns:a16="http://schemas.microsoft.com/office/drawing/2014/main" id="{2E4DF0E4-F882-4F37-A2E8-37C7D435692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white">
          <a:xfrm>
            <a:off x="0" y="-1"/>
            <a:ext cx="12193200" cy="6861600"/>
          </a:xfrm>
          <a:noFill/>
        </p:spPr>
        <p:txBody>
          <a:bodyPr lIns="0" tIns="828000" bIns="0" anchor="ctr" anchorCtr="0"/>
          <a:lstStyle>
            <a:lvl1pPr marL="0" indent="0" algn="ctr"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 or click on frame and insert picture from Templafy Images</a:t>
            </a:r>
          </a:p>
          <a:p>
            <a:r>
              <a:rPr lang="en-GB"/>
              <a:t>Right click on picture and choose Send to Back to get overlay in front</a:t>
            </a:r>
          </a:p>
        </p:txBody>
      </p:sp>
      <p:sp>
        <p:nvSpPr>
          <p:cNvPr id="13" name="Text Placeholder note">
            <a:extLst>
              <a:ext uri="{FF2B5EF4-FFF2-40B4-BE49-F238E27FC236}">
                <a16:creationId xmlns:a16="http://schemas.microsoft.com/office/drawing/2014/main" id="{84810F16-2C25-454F-9C56-7A6789A7429A}"/>
              </a:ext>
            </a:extLst>
          </p:cNvPr>
          <p:cNvSpPr>
            <a:spLocks noGrp="1"/>
          </p:cNvSpPr>
          <p:nvPr>
            <p:ph type="body" sz="quarter" idx="233" hasCustomPrompt="1"/>
          </p:nvPr>
        </p:nvSpPr>
        <p:spPr>
          <a:xfrm>
            <a:off x="576000" y="5994000"/>
            <a:ext cx="11041200" cy="288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3pPr>
            <a:lvl4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4pPr>
            <a:lvl5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5pPr>
            <a:lvl6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6pPr>
            <a:lvl7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7pPr>
            <a:lvl8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8pPr>
            <a:lvl9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Click to add note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67C167-00C7-4F43-9F18-27BC5032618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61D128-D8FC-4B6A-87B9-D8785C508C0E}" type="datetime1">
              <a:rPr lang="en-US" smtClean="0"/>
              <a:t>10/8/2026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38C1D3-78FD-43A1-97E2-A274A60A029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B7DC71C-FCE2-4BC5-A506-8043DF841353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4" name="Picture 3" descr="A picture containing shirt, drawing&#10;&#10;Description automatically generated">
            <a:extLst>
              <a:ext uri="{FF2B5EF4-FFF2-40B4-BE49-F238E27FC236}">
                <a16:creationId xmlns:a16="http://schemas.microsoft.com/office/drawing/2014/main" id="{FA4B985C-3196-A7EB-3E69-F753D47B64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5314" y="425657"/>
            <a:ext cx="12061372" cy="460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D4E6C6DA-DDAD-DBC9-1A1E-2FA94726AA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254" y="101657"/>
            <a:ext cx="11041200" cy="460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Click to add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7118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only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2080BB-E265-4531-8CDF-EED5AE7C2C5E}"/>
              </a:ext>
            </a:extLst>
          </p:cNvPr>
          <p:cNvSpPr txBox="1"/>
          <p:nvPr userDrawn="1"/>
        </p:nvSpPr>
        <p:spPr>
          <a:xfrm>
            <a:off x="0" y="-270387"/>
            <a:ext cx="11615739" cy="215444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1400"/>
              <a:t>Right click on picture and choose “</a:t>
            </a:r>
            <a:r>
              <a:rPr lang="en-GB" sz="1400" b="0"/>
              <a:t>Send to Back” </a:t>
            </a:r>
            <a:r>
              <a:rPr lang="en-GB" sz="1400"/>
              <a:t>to get overlay in front. You have the option to change the color of the overlay.</a:t>
            </a:r>
            <a:endParaRPr lang="en-GB" sz="1400">
              <a:solidFill>
                <a:schemeClr val="tx2"/>
              </a:solidFill>
            </a:endParaRPr>
          </a:p>
        </p:txBody>
      </p:sp>
      <p:sp>
        <p:nvSpPr>
          <p:cNvPr id="15" name="Text Placeholder overlay">
            <a:extLst>
              <a:ext uri="{FF2B5EF4-FFF2-40B4-BE49-F238E27FC236}">
                <a16:creationId xmlns:a16="http://schemas.microsoft.com/office/drawing/2014/main" id="{4A8BF276-0692-46D5-82F5-A0C2FF038B3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0" y="0"/>
            <a:ext cx="12191160" cy="6858000"/>
          </a:xfrm>
          <a:prstGeom prst="rect">
            <a:avLst/>
          </a:prstGeom>
          <a:solidFill>
            <a:schemeClr val="bg1">
              <a:alpha val="80000"/>
            </a:schemeClr>
          </a:solidFill>
          <a:ln w="0">
            <a:noFill/>
          </a:ln>
        </p:spPr>
        <p:txBody>
          <a:bodyPr wrap="square">
            <a:noAutofit/>
          </a:bodyPr>
          <a:lstStyle>
            <a:lvl1pPr marL="0" indent="0">
              <a:buNone/>
              <a:defRPr sz="133">
                <a:noFill/>
              </a:defRPr>
            </a:lvl1pPr>
          </a:lstStyle>
          <a:p>
            <a:pPr lvl="0"/>
            <a:r>
              <a:rPr lang="en-GB"/>
              <a:t>.</a:t>
            </a:r>
          </a:p>
        </p:txBody>
      </p:sp>
      <p:sp>
        <p:nvSpPr>
          <p:cNvPr id="14" name="Picture Placeholder">
            <a:extLst>
              <a:ext uri="{FF2B5EF4-FFF2-40B4-BE49-F238E27FC236}">
                <a16:creationId xmlns:a16="http://schemas.microsoft.com/office/drawing/2014/main" id="{679832B5-5EE2-42A0-B3B1-34D6BECE044B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white">
          <a:xfrm>
            <a:off x="0" y="-1"/>
            <a:ext cx="12193200" cy="6861600"/>
          </a:xfrm>
          <a:noFill/>
        </p:spPr>
        <p:txBody>
          <a:bodyPr lIns="0" tIns="828000" bIns="0" anchor="ctr" anchorCtr="0"/>
          <a:lstStyle>
            <a:lvl1pPr marL="0" indent="0" algn="ctr">
              <a:spcAft>
                <a:spcPts val="0"/>
              </a:spcAft>
              <a:buNone/>
              <a:defRPr sz="1600">
                <a:solidFill>
                  <a:srgbClr val="545859"/>
                </a:solidFill>
              </a:defRPr>
            </a:lvl1pPr>
          </a:lstStyle>
          <a:p>
            <a:r>
              <a:rPr lang="en-GB"/>
              <a:t>Click icon to add picture or click on frame and insert picture from Templafy Images</a:t>
            </a:r>
          </a:p>
          <a:p>
            <a:r>
              <a:rPr lang="en-GB"/>
              <a:t>Right click on picture and choose Send to Back to get overlay in front</a:t>
            </a:r>
          </a:p>
        </p:txBody>
      </p:sp>
      <p:sp>
        <p:nvSpPr>
          <p:cNvPr id="12" name="Text Placeholder note">
            <a:extLst>
              <a:ext uri="{FF2B5EF4-FFF2-40B4-BE49-F238E27FC236}">
                <a16:creationId xmlns:a16="http://schemas.microsoft.com/office/drawing/2014/main" id="{56BBE89D-50C4-4B12-8E0D-9F97615BCDAA}"/>
              </a:ext>
            </a:extLst>
          </p:cNvPr>
          <p:cNvSpPr>
            <a:spLocks noGrp="1"/>
          </p:cNvSpPr>
          <p:nvPr>
            <p:ph type="body" sz="quarter" idx="233" hasCustomPrompt="1"/>
          </p:nvPr>
        </p:nvSpPr>
        <p:spPr>
          <a:xfrm>
            <a:off x="576000" y="5994000"/>
            <a:ext cx="11041200" cy="288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1pPr>
            <a:lvl2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3pPr>
            <a:lvl4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4pPr>
            <a:lvl5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5pPr>
            <a:lvl6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6pPr>
            <a:lvl7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7pPr>
            <a:lvl8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8pPr>
            <a:lvl9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Click to add note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EB67D-DB30-4E15-A4B0-6434B0D7C29E}"/>
              </a:ext>
            </a:extLst>
          </p:cNvPr>
          <p:cNvSpPr>
            <a:spLocks noGrp="1"/>
          </p:cNvSpPr>
          <p:nvPr>
            <p:ph type="dt" sz="half" idx="220"/>
          </p:nvPr>
        </p:nvSpPr>
        <p:spPr/>
        <p:txBody>
          <a:bodyPr/>
          <a:lstStyle/>
          <a:p>
            <a:fld id="{663878BF-1655-4984-A68D-6F3487BB08D8}" type="datetime1">
              <a:rPr lang="en-US" smtClean="0"/>
              <a:t>10/8/2026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0FF154C-2A26-4480-B12A-4454B02D663E}"/>
              </a:ext>
            </a:extLst>
          </p:cNvPr>
          <p:cNvSpPr>
            <a:spLocks noGrp="1"/>
          </p:cNvSpPr>
          <p:nvPr>
            <p:ph type="ftr" sz="quarter" idx="22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322C62-D579-48AA-A1C1-489BDF5228B4}"/>
              </a:ext>
            </a:extLst>
          </p:cNvPr>
          <p:cNvSpPr>
            <a:spLocks noGrp="1"/>
          </p:cNvSpPr>
          <p:nvPr>
            <p:ph type="sldNum" sz="quarter" idx="22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5" name="Picture 4" descr="A picture containing shirt, drawing&#10;&#10;Description automatically generated">
            <a:extLst>
              <a:ext uri="{FF2B5EF4-FFF2-40B4-BE49-F238E27FC236}">
                <a16:creationId xmlns:a16="http://schemas.microsoft.com/office/drawing/2014/main" id="{8A5BB04D-2024-D8C0-5D2B-DC3064B4B2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5314" y="425657"/>
            <a:ext cx="12061372" cy="460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8EEA544-3ED3-12F8-5E00-B31058745B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254" y="101657"/>
            <a:ext cx="11041200" cy="460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Click to add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26927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ircle shap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>
            <a:extLst>
              <a:ext uri="{FF2B5EF4-FFF2-40B4-BE49-F238E27FC236}">
                <a16:creationId xmlns:a16="http://schemas.microsoft.com/office/drawing/2014/main" id="{679832B5-5EE2-42A0-B3B1-34D6BECE044B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white">
          <a:xfrm>
            <a:off x="4352400" y="1972800"/>
            <a:ext cx="3488400" cy="3488400"/>
          </a:xfrm>
          <a:prstGeom prst="ellipse">
            <a:avLst/>
          </a:prstGeom>
          <a:solidFill>
            <a:schemeClr val="accent6"/>
          </a:solidFill>
        </p:spPr>
        <p:txBody>
          <a:bodyPr lIns="0" tIns="1116000" bIns="0" anchor="ctr" anchorCtr="0"/>
          <a:lstStyle>
            <a:lvl1pPr marL="0" indent="0" algn="ctr">
              <a:spcAft>
                <a:spcPts val="0"/>
              </a:spcAft>
              <a:buNone/>
              <a:defRPr sz="1400">
                <a:solidFill>
                  <a:srgbClr val="545859"/>
                </a:solidFill>
              </a:defRPr>
            </a:lvl1pPr>
          </a:lstStyle>
          <a:p>
            <a:r>
              <a:rPr lang="en-GB"/>
              <a:t>Click icon to add picture or click on frame and insert picture from Templafy Images</a:t>
            </a:r>
          </a:p>
        </p:txBody>
      </p:sp>
      <p:sp>
        <p:nvSpPr>
          <p:cNvPr id="11" name="Picture Placeholder">
            <a:extLst>
              <a:ext uri="{FF2B5EF4-FFF2-40B4-BE49-F238E27FC236}">
                <a16:creationId xmlns:a16="http://schemas.microsoft.com/office/drawing/2014/main" id="{79110C8F-E085-4792-AC36-2CD9D9AD4175}"/>
              </a:ext>
            </a:extLst>
          </p:cNvPr>
          <p:cNvSpPr>
            <a:spLocks noGrp="1" noChangeAspect="1"/>
          </p:cNvSpPr>
          <p:nvPr>
            <p:ph type="pic" sz="quarter" idx="220" hasCustomPrompt="1"/>
          </p:nvPr>
        </p:nvSpPr>
        <p:spPr bwMode="white">
          <a:xfrm>
            <a:off x="576000" y="1972800"/>
            <a:ext cx="3488400" cy="3488400"/>
          </a:xfrm>
          <a:prstGeom prst="ellipse">
            <a:avLst/>
          </a:prstGeom>
          <a:solidFill>
            <a:schemeClr val="accent6"/>
          </a:solidFill>
        </p:spPr>
        <p:txBody>
          <a:bodyPr lIns="0" tIns="1116000" bIns="0" anchor="ctr" anchorCtr="0"/>
          <a:lstStyle>
            <a:lvl1pPr marL="0" indent="0" algn="ctr">
              <a:spcAft>
                <a:spcPts val="0"/>
              </a:spcAft>
              <a:buNone/>
              <a:defRPr sz="1400">
                <a:solidFill>
                  <a:srgbClr val="545859"/>
                </a:solidFill>
              </a:defRPr>
            </a:lvl1pPr>
          </a:lstStyle>
          <a:p>
            <a:r>
              <a:rPr lang="en-GB"/>
              <a:t>Click icon to add picture or click on frame and insert picture from Templafy Images</a:t>
            </a:r>
          </a:p>
        </p:txBody>
      </p:sp>
      <p:sp>
        <p:nvSpPr>
          <p:cNvPr id="12" name="Picture Placeholder">
            <a:extLst>
              <a:ext uri="{FF2B5EF4-FFF2-40B4-BE49-F238E27FC236}">
                <a16:creationId xmlns:a16="http://schemas.microsoft.com/office/drawing/2014/main" id="{82FCA4E1-4A84-4378-B614-C2955560A302}"/>
              </a:ext>
            </a:extLst>
          </p:cNvPr>
          <p:cNvSpPr>
            <a:spLocks noGrp="1" noChangeAspect="1"/>
          </p:cNvSpPr>
          <p:nvPr>
            <p:ph type="pic" sz="quarter" idx="221" hasCustomPrompt="1"/>
          </p:nvPr>
        </p:nvSpPr>
        <p:spPr bwMode="white">
          <a:xfrm>
            <a:off x="8128800" y="1972800"/>
            <a:ext cx="3488400" cy="3488400"/>
          </a:xfrm>
          <a:prstGeom prst="ellipse">
            <a:avLst/>
          </a:prstGeom>
          <a:solidFill>
            <a:schemeClr val="accent6"/>
          </a:solidFill>
        </p:spPr>
        <p:txBody>
          <a:bodyPr lIns="0" tIns="1116000" bIns="0" anchor="ctr" anchorCtr="0"/>
          <a:lstStyle>
            <a:lvl1pPr marL="0" indent="0" algn="ctr">
              <a:spcAft>
                <a:spcPts val="0"/>
              </a:spcAft>
              <a:buNone/>
              <a:defRPr sz="1400">
                <a:solidFill>
                  <a:srgbClr val="545859"/>
                </a:solidFill>
              </a:defRPr>
            </a:lvl1pPr>
          </a:lstStyle>
          <a:p>
            <a:r>
              <a:rPr lang="en-GB"/>
              <a:t>Click icon to add picture or click on frame and insert picture from Templafy Images</a:t>
            </a:r>
          </a:p>
        </p:txBody>
      </p:sp>
      <p:sp>
        <p:nvSpPr>
          <p:cNvPr id="15" name="Text Placeholder note">
            <a:extLst>
              <a:ext uri="{FF2B5EF4-FFF2-40B4-BE49-F238E27FC236}">
                <a16:creationId xmlns:a16="http://schemas.microsoft.com/office/drawing/2014/main" id="{A7DDE775-4957-4038-84E2-47E2ED930BEF}"/>
              </a:ext>
            </a:extLst>
          </p:cNvPr>
          <p:cNvSpPr>
            <a:spLocks noGrp="1"/>
          </p:cNvSpPr>
          <p:nvPr>
            <p:ph type="body" sz="quarter" idx="233" hasCustomPrompt="1"/>
          </p:nvPr>
        </p:nvSpPr>
        <p:spPr>
          <a:xfrm>
            <a:off x="576000" y="5994000"/>
            <a:ext cx="11041200" cy="288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1pPr>
            <a:lvl2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3pPr>
            <a:lvl4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4pPr>
            <a:lvl5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5pPr>
            <a:lvl6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6pPr>
            <a:lvl7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7pPr>
            <a:lvl8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8pPr>
            <a:lvl9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Click to add note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6D8D60-68A9-4C0B-9F52-EF5301A6AE4D}"/>
              </a:ext>
            </a:extLst>
          </p:cNvPr>
          <p:cNvSpPr>
            <a:spLocks noGrp="1"/>
          </p:cNvSpPr>
          <p:nvPr>
            <p:ph type="dt" sz="half" idx="222"/>
          </p:nvPr>
        </p:nvSpPr>
        <p:spPr/>
        <p:txBody>
          <a:bodyPr/>
          <a:lstStyle/>
          <a:p>
            <a:fld id="{61991A0E-F32E-4086-9F07-14BCDBC38B4B}" type="datetime1">
              <a:rPr lang="en-US" smtClean="0"/>
              <a:t>10/8/2026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984C8E1-5630-46EF-909C-B495559F1659}"/>
              </a:ext>
            </a:extLst>
          </p:cNvPr>
          <p:cNvSpPr>
            <a:spLocks noGrp="1"/>
          </p:cNvSpPr>
          <p:nvPr>
            <p:ph type="ftr" sz="quarter" idx="22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9BD192-156E-4898-B955-D3544329A637}"/>
              </a:ext>
            </a:extLst>
          </p:cNvPr>
          <p:cNvSpPr>
            <a:spLocks noGrp="1"/>
          </p:cNvSpPr>
          <p:nvPr>
            <p:ph type="sldNum" sz="quarter" idx="224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3" name="Picture 2" descr="A picture containing shirt, drawing&#10;&#10;Description automatically generated">
            <a:extLst>
              <a:ext uri="{FF2B5EF4-FFF2-40B4-BE49-F238E27FC236}">
                <a16:creationId xmlns:a16="http://schemas.microsoft.com/office/drawing/2014/main" id="{4109BE68-6492-E468-5132-123AE174E7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5314" y="425657"/>
            <a:ext cx="12061372" cy="460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1E72B3-0DBD-329E-9A1A-917C062BAD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254" y="101657"/>
            <a:ext cx="11041200" cy="460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Click to add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69177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ircle shap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20E6A39E-7A84-455F-B145-DFF60CFDCF1C}"/>
              </a:ext>
            </a:extLst>
          </p:cNvPr>
          <p:cNvSpPr txBox="1"/>
          <p:nvPr userDrawn="1"/>
        </p:nvSpPr>
        <p:spPr>
          <a:xfrm>
            <a:off x="1" y="-270387"/>
            <a:ext cx="11696700" cy="215444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1400"/>
              <a:t>Right click on picture and choose “</a:t>
            </a:r>
            <a:r>
              <a:rPr lang="en-GB" sz="1400" b="0"/>
              <a:t>Send to Back” </a:t>
            </a:r>
            <a:r>
              <a:rPr lang="en-GB" sz="1400"/>
              <a:t>to get overlay in front. You have the option to change the color of the overlay.</a:t>
            </a:r>
            <a:endParaRPr lang="en-GB" sz="1400">
              <a:solidFill>
                <a:schemeClr val="tx2"/>
              </a:solidFill>
            </a:endParaRPr>
          </a:p>
        </p:txBody>
      </p:sp>
      <p:sp>
        <p:nvSpPr>
          <p:cNvPr id="18" name="Text Placeholder overlay">
            <a:extLst>
              <a:ext uri="{FF2B5EF4-FFF2-40B4-BE49-F238E27FC236}">
                <a16:creationId xmlns:a16="http://schemas.microsoft.com/office/drawing/2014/main" id="{21CD53A3-987C-4730-8005-DE7423A13AE4}"/>
              </a:ext>
            </a:extLst>
          </p:cNvPr>
          <p:cNvSpPr>
            <a:spLocks noGrp="1" noChangeAspect="1"/>
          </p:cNvSpPr>
          <p:nvPr>
            <p:ph type="body" sz="quarter" idx="223" hasCustomPrompt="1"/>
          </p:nvPr>
        </p:nvSpPr>
        <p:spPr bwMode="ltGray">
          <a:xfrm>
            <a:off x="4352400" y="1972800"/>
            <a:ext cx="3488400" cy="3488400"/>
          </a:xfrm>
          <a:prstGeom prst="ellipse">
            <a:avLst/>
          </a:prstGeom>
          <a:solidFill>
            <a:schemeClr val="accent1">
              <a:alpha val="80000"/>
            </a:schemeClr>
          </a:solidFill>
          <a:ln w="0">
            <a:noFill/>
          </a:ln>
        </p:spPr>
        <p:txBody>
          <a:bodyPr wrap="square">
            <a:noAutofit/>
          </a:bodyPr>
          <a:lstStyle>
            <a:lvl1pPr marL="0" indent="0">
              <a:buNone/>
              <a:defRPr sz="133">
                <a:noFill/>
              </a:defRPr>
            </a:lvl1pPr>
          </a:lstStyle>
          <a:p>
            <a:pPr lvl="0"/>
            <a:r>
              <a:rPr lang="en-GB"/>
              <a:t>.</a:t>
            </a:r>
          </a:p>
        </p:txBody>
      </p:sp>
      <p:sp>
        <p:nvSpPr>
          <p:cNvPr id="19" name="Text Placeholder overlay">
            <a:extLst>
              <a:ext uri="{FF2B5EF4-FFF2-40B4-BE49-F238E27FC236}">
                <a16:creationId xmlns:a16="http://schemas.microsoft.com/office/drawing/2014/main" id="{7D7AF187-B658-4512-B05E-FB4D72210EFB}"/>
              </a:ext>
            </a:extLst>
          </p:cNvPr>
          <p:cNvSpPr>
            <a:spLocks noGrp="1" noChangeAspect="1"/>
          </p:cNvSpPr>
          <p:nvPr>
            <p:ph type="body" sz="quarter" idx="224" hasCustomPrompt="1"/>
          </p:nvPr>
        </p:nvSpPr>
        <p:spPr bwMode="ltGray">
          <a:xfrm>
            <a:off x="8128800" y="1972800"/>
            <a:ext cx="3488400" cy="3488400"/>
          </a:xfrm>
          <a:prstGeom prst="ellipse">
            <a:avLst/>
          </a:prstGeom>
          <a:solidFill>
            <a:schemeClr val="accent1">
              <a:alpha val="80000"/>
            </a:schemeClr>
          </a:solidFill>
          <a:ln w="0">
            <a:noFill/>
          </a:ln>
        </p:spPr>
        <p:txBody>
          <a:bodyPr wrap="square">
            <a:noAutofit/>
          </a:bodyPr>
          <a:lstStyle>
            <a:lvl1pPr marL="0" indent="0">
              <a:buNone/>
              <a:defRPr sz="133">
                <a:noFill/>
              </a:defRPr>
            </a:lvl1pPr>
          </a:lstStyle>
          <a:p>
            <a:pPr lvl="0"/>
            <a:r>
              <a:rPr lang="en-GB"/>
              <a:t>.</a:t>
            </a:r>
          </a:p>
        </p:txBody>
      </p:sp>
      <p:sp>
        <p:nvSpPr>
          <p:cNvPr id="13" name="Text Placeholder overlay">
            <a:extLst>
              <a:ext uri="{FF2B5EF4-FFF2-40B4-BE49-F238E27FC236}">
                <a16:creationId xmlns:a16="http://schemas.microsoft.com/office/drawing/2014/main" id="{B25EA0B6-8DDC-4D36-8289-53CDE1AF2C80}"/>
              </a:ext>
            </a:extLst>
          </p:cNvPr>
          <p:cNvSpPr>
            <a:spLocks noGrp="1" noChangeAspect="1"/>
          </p:cNvSpPr>
          <p:nvPr>
            <p:ph type="body" sz="quarter" idx="222" hasCustomPrompt="1"/>
          </p:nvPr>
        </p:nvSpPr>
        <p:spPr bwMode="ltGray">
          <a:xfrm>
            <a:off x="576000" y="1972800"/>
            <a:ext cx="3488400" cy="3488400"/>
          </a:xfrm>
          <a:prstGeom prst="ellipse">
            <a:avLst/>
          </a:prstGeom>
          <a:solidFill>
            <a:schemeClr val="accent1">
              <a:alpha val="80000"/>
            </a:schemeClr>
          </a:solidFill>
          <a:ln w="0">
            <a:noFill/>
          </a:ln>
        </p:spPr>
        <p:txBody>
          <a:bodyPr wrap="square">
            <a:noAutofit/>
          </a:bodyPr>
          <a:lstStyle>
            <a:lvl1pPr marL="0" indent="0">
              <a:buNone/>
              <a:defRPr sz="133">
                <a:noFill/>
              </a:defRPr>
            </a:lvl1pPr>
          </a:lstStyle>
          <a:p>
            <a:pPr lvl="0"/>
            <a:r>
              <a:rPr lang="en-GB"/>
              <a:t>.</a:t>
            </a:r>
          </a:p>
        </p:txBody>
      </p:sp>
      <p:sp>
        <p:nvSpPr>
          <p:cNvPr id="14" name="Picture Placeholder">
            <a:extLst>
              <a:ext uri="{FF2B5EF4-FFF2-40B4-BE49-F238E27FC236}">
                <a16:creationId xmlns:a16="http://schemas.microsoft.com/office/drawing/2014/main" id="{679832B5-5EE2-42A0-B3B1-34D6BECE044B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white">
          <a:xfrm>
            <a:off x="4352400" y="1972800"/>
            <a:ext cx="3488400" cy="3488400"/>
          </a:xfrm>
          <a:prstGeom prst="ellipse">
            <a:avLst/>
          </a:prstGeom>
          <a:noFill/>
        </p:spPr>
        <p:txBody>
          <a:bodyPr lIns="0" tIns="0" bIns="0" anchor="t" anchorCtr="0"/>
          <a:lstStyle>
            <a:lvl1pPr marL="0" indent="0" algn="ctr"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on frame and insert picture using the Insert tab - Pictures or from Templafy Images. Right click on picture and choose Send to Back to get overlay in front</a:t>
            </a:r>
          </a:p>
        </p:txBody>
      </p:sp>
      <p:sp>
        <p:nvSpPr>
          <p:cNvPr id="11" name="Picture Placeholder">
            <a:extLst>
              <a:ext uri="{FF2B5EF4-FFF2-40B4-BE49-F238E27FC236}">
                <a16:creationId xmlns:a16="http://schemas.microsoft.com/office/drawing/2014/main" id="{79110C8F-E085-4792-AC36-2CD9D9AD4175}"/>
              </a:ext>
            </a:extLst>
          </p:cNvPr>
          <p:cNvSpPr>
            <a:spLocks noGrp="1" noChangeAspect="1"/>
          </p:cNvSpPr>
          <p:nvPr>
            <p:ph type="pic" sz="quarter" idx="220" hasCustomPrompt="1"/>
          </p:nvPr>
        </p:nvSpPr>
        <p:spPr bwMode="white">
          <a:xfrm>
            <a:off x="576000" y="1972800"/>
            <a:ext cx="3488400" cy="3488400"/>
          </a:xfrm>
          <a:prstGeom prst="ellipse">
            <a:avLst/>
          </a:prstGeom>
          <a:noFill/>
        </p:spPr>
        <p:txBody>
          <a:bodyPr lIns="0" tIns="0" bIns="0" anchor="t" anchorCtr="0"/>
          <a:lstStyle>
            <a:lvl1pPr marL="0" indent="0" algn="ctr"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on frame and insert picture using the Insert tab - Pictures or from Templafy Images. Right click on picture and choose Send to Back to get overlay in front</a:t>
            </a:r>
          </a:p>
        </p:txBody>
      </p:sp>
      <p:sp>
        <p:nvSpPr>
          <p:cNvPr id="12" name="Picture Placeholder">
            <a:extLst>
              <a:ext uri="{FF2B5EF4-FFF2-40B4-BE49-F238E27FC236}">
                <a16:creationId xmlns:a16="http://schemas.microsoft.com/office/drawing/2014/main" id="{82FCA4E1-4A84-4378-B614-C2955560A302}"/>
              </a:ext>
            </a:extLst>
          </p:cNvPr>
          <p:cNvSpPr>
            <a:spLocks noGrp="1" noChangeAspect="1"/>
          </p:cNvSpPr>
          <p:nvPr>
            <p:ph type="pic" sz="quarter" idx="221" hasCustomPrompt="1"/>
          </p:nvPr>
        </p:nvSpPr>
        <p:spPr bwMode="white">
          <a:xfrm>
            <a:off x="8128800" y="1972800"/>
            <a:ext cx="3488400" cy="3488400"/>
          </a:xfrm>
          <a:prstGeom prst="ellipse">
            <a:avLst/>
          </a:prstGeom>
          <a:noFill/>
        </p:spPr>
        <p:txBody>
          <a:bodyPr lIns="0" tIns="0" bIns="0" anchor="t" anchorCtr="0"/>
          <a:lstStyle>
            <a:lvl1pPr marL="0" indent="0" algn="ctr"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on frame and insert picture using the Insert tab - Pictures or from Templafy Images. Right click on picture and choose Send to Back to get overlay in front</a:t>
            </a: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C5572C0A-5B76-4FA4-B36F-CA2F8550C7BA}"/>
              </a:ext>
            </a:extLst>
          </p:cNvPr>
          <p:cNvSpPr>
            <a:spLocks noGrp="1"/>
          </p:cNvSpPr>
          <p:nvPr>
            <p:ph type="body" sz="quarter" idx="225" hasCustomPrompt="1"/>
          </p:nvPr>
        </p:nvSpPr>
        <p:spPr>
          <a:xfrm>
            <a:off x="1230313" y="3330874"/>
            <a:ext cx="2178000" cy="1422103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 algn="ctr">
              <a:spcAft>
                <a:spcPts val="600"/>
              </a:spcAft>
              <a:buFont typeface="Arial" panose="020B0604020202020204" pitchFamily="34" charset="0"/>
              <a:buChar char="​"/>
              <a:defRPr sz="1800" b="1">
                <a:solidFill>
                  <a:schemeClr val="bg1"/>
                </a:solidFill>
              </a:defRPr>
            </a:lvl1pPr>
            <a:lvl2pPr marL="0" indent="0" algn="ctr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​"/>
              <a:defRPr sz="1000" b="0">
                <a:solidFill>
                  <a:schemeClr val="bg1"/>
                </a:solidFill>
              </a:defRPr>
            </a:lvl2pPr>
            <a:lvl3pPr marL="0" indent="0" algn="ctr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​"/>
              <a:defRPr sz="1000" b="0">
                <a:solidFill>
                  <a:schemeClr val="bg1"/>
                </a:solidFill>
              </a:defRPr>
            </a:lvl3pPr>
            <a:lvl4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</a:defRPr>
            </a:lvl4pPr>
            <a:lvl5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</a:defRPr>
            </a:lvl5pPr>
            <a:lvl6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</a:defRPr>
            </a:lvl6pPr>
            <a:lvl7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</a:defRPr>
            </a:lvl7pPr>
            <a:lvl8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</a:defRPr>
            </a:lvl8pPr>
            <a:lvl9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/>
              <a:t>Click to add title Enter &amp; TAB for next text level   SHIFT+TAB to go back in levels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ACD5BE78-3E6D-4E02-B5D5-49204584A99B}"/>
              </a:ext>
            </a:extLst>
          </p:cNvPr>
          <p:cNvSpPr>
            <a:spLocks noGrp="1"/>
          </p:cNvSpPr>
          <p:nvPr>
            <p:ph type="body" sz="quarter" idx="226" hasCustomPrompt="1"/>
          </p:nvPr>
        </p:nvSpPr>
        <p:spPr>
          <a:xfrm>
            <a:off x="1230314" y="3138538"/>
            <a:ext cx="2176463" cy="190500"/>
          </a:xfrm>
        </p:spPr>
        <p:txBody>
          <a:bodyPr lIns="0" rIns="0"/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add eyebrow</a:t>
            </a:r>
          </a:p>
        </p:txBody>
      </p:sp>
      <p:sp>
        <p:nvSpPr>
          <p:cNvPr id="26" name="Text Placeholder 8">
            <a:extLst>
              <a:ext uri="{FF2B5EF4-FFF2-40B4-BE49-F238E27FC236}">
                <a16:creationId xmlns:a16="http://schemas.microsoft.com/office/drawing/2014/main" id="{15323CC3-D5CC-4068-A510-E9FD395037E4}"/>
              </a:ext>
            </a:extLst>
          </p:cNvPr>
          <p:cNvSpPr>
            <a:spLocks noGrp="1"/>
          </p:cNvSpPr>
          <p:nvPr>
            <p:ph type="body" sz="quarter" idx="227" hasCustomPrompt="1"/>
          </p:nvPr>
        </p:nvSpPr>
        <p:spPr>
          <a:xfrm>
            <a:off x="5005439" y="3330874"/>
            <a:ext cx="2178000" cy="1422103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 algn="ctr">
              <a:spcAft>
                <a:spcPts val="600"/>
              </a:spcAft>
              <a:buFont typeface="Arial" panose="020B0604020202020204" pitchFamily="34" charset="0"/>
              <a:buChar char="​"/>
              <a:defRPr sz="1800" b="1">
                <a:solidFill>
                  <a:schemeClr val="bg1"/>
                </a:solidFill>
              </a:defRPr>
            </a:lvl1pPr>
            <a:lvl2pPr marL="0" indent="0" algn="ctr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​"/>
              <a:defRPr sz="1000" b="0">
                <a:solidFill>
                  <a:schemeClr val="bg1"/>
                </a:solidFill>
              </a:defRPr>
            </a:lvl2pPr>
            <a:lvl3pPr marL="0" indent="0" algn="ctr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​"/>
              <a:defRPr sz="1000" b="0">
                <a:solidFill>
                  <a:schemeClr val="bg1"/>
                </a:solidFill>
              </a:defRPr>
            </a:lvl3pPr>
            <a:lvl4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</a:defRPr>
            </a:lvl4pPr>
            <a:lvl5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</a:defRPr>
            </a:lvl5pPr>
            <a:lvl6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</a:defRPr>
            </a:lvl6pPr>
            <a:lvl7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</a:defRPr>
            </a:lvl7pPr>
            <a:lvl8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</a:defRPr>
            </a:lvl8pPr>
            <a:lvl9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/>
              <a:t>Click to add title Enter &amp; TAB for next text level   SHIFT+TAB to go back in levels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AF2A29E0-88F8-461B-A326-2F2A2A39BC9C}"/>
              </a:ext>
            </a:extLst>
          </p:cNvPr>
          <p:cNvSpPr>
            <a:spLocks noGrp="1"/>
          </p:cNvSpPr>
          <p:nvPr>
            <p:ph type="body" sz="quarter" idx="228" hasCustomPrompt="1"/>
          </p:nvPr>
        </p:nvSpPr>
        <p:spPr>
          <a:xfrm>
            <a:off x="5005438" y="3138538"/>
            <a:ext cx="2176463" cy="190500"/>
          </a:xfrm>
        </p:spPr>
        <p:txBody>
          <a:bodyPr lIns="0" rIns="0"/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add eyebrow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CE360D9A-429E-4E85-8A7F-3CA3C53E14F4}"/>
              </a:ext>
            </a:extLst>
          </p:cNvPr>
          <p:cNvSpPr>
            <a:spLocks noGrp="1"/>
          </p:cNvSpPr>
          <p:nvPr>
            <p:ph type="body" sz="quarter" idx="229" hasCustomPrompt="1"/>
          </p:nvPr>
        </p:nvSpPr>
        <p:spPr>
          <a:xfrm>
            <a:off x="8783687" y="3330874"/>
            <a:ext cx="2178000" cy="1422103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 algn="ctr">
              <a:spcAft>
                <a:spcPts val="600"/>
              </a:spcAft>
              <a:buFont typeface="Arial" panose="020B0604020202020204" pitchFamily="34" charset="0"/>
              <a:buChar char="​"/>
              <a:defRPr sz="1800" b="1">
                <a:solidFill>
                  <a:schemeClr val="bg1"/>
                </a:solidFill>
              </a:defRPr>
            </a:lvl1pPr>
            <a:lvl2pPr marL="0" indent="0" algn="ctr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​"/>
              <a:defRPr sz="1000" b="0">
                <a:solidFill>
                  <a:schemeClr val="bg1"/>
                </a:solidFill>
              </a:defRPr>
            </a:lvl2pPr>
            <a:lvl3pPr marL="0" indent="0" algn="ctr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​"/>
              <a:defRPr sz="1000" b="0">
                <a:solidFill>
                  <a:schemeClr val="bg1"/>
                </a:solidFill>
              </a:defRPr>
            </a:lvl3pPr>
            <a:lvl4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</a:defRPr>
            </a:lvl4pPr>
            <a:lvl5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</a:defRPr>
            </a:lvl5pPr>
            <a:lvl6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</a:defRPr>
            </a:lvl6pPr>
            <a:lvl7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</a:defRPr>
            </a:lvl7pPr>
            <a:lvl8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</a:defRPr>
            </a:lvl8pPr>
            <a:lvl9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/>
              <a:t>Click to add title Enter &amp; TAB for next text level   SHIFT+TAB to go back in levels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  <p:sp>
        <p:nvSpPr>
          <p:cNvPr id="29" name="Text Placeholder 19">
            <a:extLst>
              <a:ext uri="{FF2B5EF4-FFF2-40B4-BE49-F238E27FC236}">
                <a16:creationId xmlns:a16="http://schemas.microsoft.com/office/drawing/2014/main" id="{9DC6D3BC-D5EA-4641-8211-7818037A1F03}"/>
              </a:ext>
            </a:extLst>
          </p:cNvPr>
          <p:cNvSpPr>
            <a:spLocks noGrp="1"/>
          </p:cNvSpPr>
          <p:nvPr>
            <p:ph type="body" sz="quarter" idx="230" hasCustomPrompt="1"/>
          </p:nvPr>
        </p:nvSpPr>
        <p:spPr>
          <a:xfrm>
            <a:off x="8783687" y="3138538"/>
            <a:ext cx="2176463" cy="190500"/>
          </a:xfrm>
        </p:spPr>
        <p:txBody>
          <a:bodyPr lIns="0" rIns="0"/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add eyebrow</a:t>
            </a:r>
          </a:p>
        </p:txBody>
      </p:sp>
      <p:sp>
        <p:nvSpPr>
          <p:cNvPr id="22" name="Text Placeholder note">
            <a:extLst>
              <a:ext uri="{FF2B5EF4-FFF2-40B4-BE49-F238E27FC236}">
                <a16:creationId xmlns:a16="http://schemas.microsoft.com/office/drawing/2014/main" id="{40BAFB69-F79D-49B1-A293-E46326255601}"/>
              </a:ext>
            </a:extLst>
          </p:cNvPr>
          <p:cNvSpPr>
            <a:spLocks noGrp="1"/>
          </p:cNvSpPr>
          <p:nvPr>
            <p:ph type="body" sz="quarter" idx="234" hasCustomPrompt="1"/>
          </p:nvPr>
        </p:nvSpPr>
        <p:spPr>
          <a:xfrm>
            <a:off x="576000" y="5994000"/>
            <a:ext cx="11041200" cy="288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1pPr>
            <a:lvl2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3pPr>
            <a:lvl4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4pPr>
            <a:lvl5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5pPr>
            <a:lvl6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6pPr>
            <a:lvl7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7pPr>
            <a:lvl8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8pPr>
            <a:lvl9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Click to add note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715AB8-2E73-45DD-AFF5-7B3C1A1FB3CF}"/>
              </a:ext>
            </a:extLst>
          </p:cNvPr>
          <p:cNvSpPr>
            <a:spLocks noGrp="1"/>
          </p:cNvSpPr>
          <p:nvPr>
            <p:ph type="dt" sz="half" idx="231"/>
          </p:nvPr>
        </p:nvSpPr>
        <p:spPr/>
        <p:txBody>
          <a:bodyPr/>
          <a:lstStyle/>
          <a:p>
            <a:fld id="{B994D2AF-8360-45EB-BA98-6EBF67760381}" type="datetime1">
              <a:rPr lang="en-US" smtClean="0"/>
              <a:t>10/8/2026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071DD5-33EE-4163-8DD7-DA475764DABB}"/>
              </a:ext>
            </a:extLst>
          </p:cNvPr>
          <p:cNvSpPr>
            <a:spLocks noGrp="1"/>
          </p:cNvSpPr>
          <p:nvPr>
            <p:ph type="ftr" sz="quarter" idx="23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7A60B3-F9A2-41D2-A0C4-8048CE086551}"/>
              </a:ext>
            </a:extLst>
          </p:cNvPr>
          <p:cNvSpPr>
            <a:spLocks noGrp="1"/>
          </p:cNvSpPr>
          <p:nvPr>
            <p:ph type="sldNum" sz="quarter" idx="233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5" name="Picture 4" descr="A picture containing shirt, drawing&#10;&#10;Description automatically generated">
            <a:extLst>
              <a:ext uri="{FF2B5EF4-FFF2-40B4-BE49-F238E27FC236}">
                <a16:creationId xmlns:a16="http://schemas.microsoft.com/office/drawing/2014/main" id="{E375F677-9640-371F-6A53-8B6C75159CC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5314" y="425657"/>
            <a:ext cx="12061372" cy="460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83B6361-55EB-5DB7-499B-DAE5EA7B05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254" y="101657"/>
            <a:ext cx="11041200" cy="460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Click to add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88653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arrow shap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DEDF7323-18FB-49C6-AE59-7F2A5C2E9201}"/>
              </a:ext>
            </a:extLst>
          </p:cNvPr>
          <p:cNvSpPr>
            <a:spLocks noGrp="1"/>
          </p:cNvSpPr>
          <p:nvPr>
            <p:ph type="pic" sz="quarter" idx="222" hasCustomPrompt="1"/>
          </p:nvPr>
        </p:nvSpPr>
        <p:spPr bwMode="white">
          <a:xfrm>
            <a:off x="8128800" y="2290665"/>
            <a:ext cx="3488400" cy="2754000"/>
          </a:xfrm>
          <a:custGeom>
            <a:avLst/>
            <a:gdLst>
              <a:gd name="connsiteX0" fmla="*/ 2111035 w 3488400"/>
              <a:gd name="connsiteY0" fmla="*/ 0 h 2754000"/>
              <a:gd name="connsiteX1" fmla="*/ 3488400 w 3488400"/>
              <a:gd name="connsiteY1" fmla="*/ 1377365 h 2754000"/>
              <a:gd name="connsiteX2" fmla="*/ 2111765 w 3488400"/>
              <a:gd name="connsiteY2" fmla="*/ 2754000 h 2754000"/>
              <a:gd name="connsiteX3" fmla="*/ 2111035 w 3488400"/>
              <a:gd name="connsiteY3" fmla="*/ 2754000 h 2754000"/>
              <a:gd name="connsiteX4" fmla="*/ 2111035 w 3488400"/>
              <a:gd name="connsiteY4" fmla="*/ 2066048 h 2754000"/>
              <a:gd name="connsiteX5" fmla="*/ 0 w 3488400"/>
              <a:gd name="connsiteY5" fmla="*/ 2066048 h 2754000"/>
              <a:gd name="connsiteX6" fmla="*/ 0 w 3488400"/>
              <a:gd name="connsiteY6" fmla="*/ 688683 h 2754000"/>
              <a:gd name="connsiteX7" fmla="*/ 2111035 w 3488400"/>
              <a:gd name="connsiteY7" fmla="*/ 688683 h 275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88400" h="2754000">
                <a:moveTo>
                  <a:pt x="2111035" y="0"/>
                </a:moveTo>
                <a:lnTo>
                  <a:pt x="3488400" y="1377365"/>
                </a:lnTo>
                <a:lnTo>
                  <a:pt x="2111765" y="2754000"/>
                </a:lnTo>
                <a:lnTo>
                  <a:pt x="2111035" y="2754000"/>
                </a:lnTo>
                <a:lnTo>
                  <a:pt x="2111035" y="2066048"/>
                </a:lnTo>
                <a:lnTo>
                  <a:pt x="0" y="2066048"/>
                </a:lnTo>
                <a:lnTo>
                  <a:pt x="0" y="688683"/>
                </a:lnTo>
                <a:lnTo>
                  <a:pt x="2111035" y="688683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144000" tIns="648000" rIns="540000" bIns="0" anchor="ctr" anchorCtr="0">
            <a:noAutofit/>
          </a:bodyPr>
          <a:lstStyle>
            <a:lvl1pPr marL="0" indent="0" algn="ctr">
              <a:spcAft>
                <a:spcPts val="0"/>
              </a:spcAft>
              <a:buNone/>
              <a:defRPr sz="1200">
                <a:solidFill>
                  <a:srgbClr val="545859"/>
                </a:solidFill>
              </a:defRPr>
            </a:lvl1pPr>
          </a:lstStyle>
          <a:p>
            <a:r>
              <a:rPr lang="en-GB"/>
              <a:t>Click icon to add picture or click on frame and insert picture from Templafy Images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D7D2F2AE-BB88-4E58-B29B-87D3BCE55BB3}"/>
              </a:ext>
            </a:extLst>
          </p:cNvPr>
          <p:cNvSpPr>
            <a:spLocks noGrp="1"/>
          </p:cNvSpPr>
          <p:nvPr>
            <p:ph type="pic" sz="quarter" idx="221" hasCustomPrompt="1"/>
          </p:nvPr>
        </p:nvSpPr>
        <p:spPr bwMode="white">
          <a:xfrm>
            <a:off x="4352400" y="2290665"/>
            <a:ext cx="3488400" cy="2754000"/>
          </a:xfrm>
          <a:custGeom>
            <a:avLst/>
            <a:gdLst>
              <a:gd name="connsiteX0" fmla="*/ 2111035 w 3488400"/>
              <a:gd name="connsiteY0" fmla="*/ 0 h 2754000"/>
              <a:gd name="connsiteX1" fmla="*/ 3488400 w 3488400"/>
              <a:gd name="connsiteY1" fmla="*/ 1377365 h 2754000"/>
              <a:gd name="connsiteX2" fmla="*/ 2111765 w 3488400"/>
              <a:gd name="connsiteY2" fmla="*/ 2754000 h 2754000"/>
              <a:gd name="connsiteX3" fmla="*/ 2111035 w 3488400"/>
              <a:gd name="connsiteY3" fmla="*/ 2754000 h 2754000"/>
              <a:gd name="connsiteX4" fmla="*/ 2111035 w 3488400"/>
              <a:gd name="connsiteY4" fmla="*/ 2066048 h 2754000"/>
              <a:gd name="connsiteX5" fmla="*/ 0 w 3488400"/>
              <a:gd name="connsiteY5" fmla="*/ 2066048 h 2754000"/>
              <a:gd name="connsiteX6" fmla="*/ 0 w 3488400"/>
              <a:gd name="connsiteY6" fmla="*/ 688683 h 2754000"/>
              <a:gd name="connsiteX7" fmla="*/ 2111035 w 3488400"/>
              <a:gd name="connsiteY7" fmla="*/ 688683 h 275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88400" h="2754000">
                <a:moveTo>
                  <a:pt x="2111035" y="0"/>
                </a:moveTo>
                <a:lnTo>
                  <a:pt x="3488400" y="1377365"/>
                </a:lnTo>
                <a:lnTo>
                  <a:pt x="2111765" y="2754000"/>
                </a:lnTo>
                <a:lnTo>
                  <a:pt x="2111035" y="2754000"/>
                </a:lnTo>
                <a:lnTo>
                  <a:pt x="2111035" y="2066048"/>
                </a:lnTo>
                <a:lnTo>
                  <a:pt x="0" y="2066048"/>
                </a:lnTo>
                <a:lnTo>
                  <a:pt x="0" y="688683"/>
                </a:lnTo>
                <a:lnTo>
                  <a:pt x="2111035" y="688683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144000" tIns="648000" rIns="540000" bIns="0" anchor="ctr" anchorCtr="0">
            <a:noAutofit/>
          </a:bodyPr>
          <a:lstStyle>
            <a:lvl1pPr marL="0" indent="0" algn="ctr">
              <a:spcAft>
                <a:spcPts val="0"/>
              </a:spcAft>
              <a:buNone/>
              <a:defRPr sz="1200">
                <a:solidFill>
                  <a:srgbClr val="545859"/>
                </a:solidFill>
              </a:defRPr>
            </a:lvl1pPr>
          </a:lstStyle>
          <a:p>
            <a:r>
              <a:rPr lang="en-GB"/>
              <a:t>Click icon to add picture or click on frame and insert picture from Templafy Images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8658E29D-7E55-4ED2-97EE-C0CA29C07599}"/>
              </a:ext>
            </a:extLst>
          </p:cNvPr>
          <p:cNvSpPr>
            <a:spLocks noGrp="1"/>
          </p:cNvSpPr>
          <p:nvPr>
            <p:ph type="pic" sz="quarter" idx="220" hasCustomPrompt="1"/>
          </p:nvPr>
        </p:nvSpPr>
        <p:spPr bwMode="white">
          <a:xfrm>
            <a:off x="576000" y="2290665"/>
            <a:ext cx="3488400" cy="2754000"/>
          </a:xfrm>
          <a:custGeom>
            <a:avLst/>
            <a:gdLst>
              <a:gd name="connsiteX0" fmla="*/ 2111035 w 3488400"/>
              <a:gd name="connsiteY0" fmla="*/ 0 h 2754000"/>
              <a:gd name="connsiteX1" fmla="*/ 3488400 w 3488400"/>
              <a:gd name="connsiteY1" fmla="*/ 1377365 h 2754000"/>
              <a:gd name="connsiteX2" fmla="*/ 2111765 w 3488400"/>
              <a:gd name="connsiteY2" fmla="*/ 2754000 h 2754000"/>
              <a:gd name="connsiteX3" fmla="*/ 2111035 w 3488400"/>
              <a:gd name="connsiteY3" fmla="*/ 2754000 h 2754000"/>
              <a:gd name="connsiteX4" fmla="*/ 2111035 w 3488400"/>
              <a:gd name="connsiteY4" fmla="*/ 2066048 h 2754000"/>
              <a:gd name="connsiteX5" fmla="*/ 0 w 3488400"/>
              <a:gd name="connsiteY5" fmla="*/ 2066048 h 2754000"/>
              <a:gd name="connsiteX6" fmla="*/ 0 w 3488400"/>
              <a:gd name="connsiteY6" fmla="*/ 688683 h 2754000"/>
              <a:gd name="connsiteX7" fmla="*/ 2111035 w 3488400"/>
              <a:gd name="connsiteY7" fmla="*/ 688683 h 275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88400" h="2754000">
                <a:moveTo>
                  <a:pt x="2111035" y="0"/>
                </a:moveTo>
                <a:lnTo>
                  <a:pt x="3488400" y="1377365"/>
                </a:lnTo>
                <a:lnTo>
                  <a:pt x="2111765" y="2754000"/>
                </a:lnTo>
                <a:lnTo>
                  <a:pt x="2111035" y="2754000"/>
                </a:lnTo>
                <a:lnTo>
                  <a:pt x="2111035" y="2066048"/>
                </a:lnTo>
                <a:lnTo>
                  <a:pt x="0" y="2066048"/>
                </a:lnTo>
                <a:lnTo>
                  <a:pt x="0" y="688683"/>
                </a:lnTo>
                <a:lnTo>
                  <a:pt x="2111035" y="688683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144000" tIns="648000" rIns="540000" bIns="0" anchor="ctr" anchorCtr="0">
            <a:noAutofit/>
          </a:bodyPr>
          <a:lstStyle>
            <a:lvl1pPr marL="0" indent="0" algn="ctr">
              <a:spcAft>
                <a:spcPts val="0"/>
              </a:spcAft>
              <a:buNone/>
              <a:defRPr sz="1200">
                <a:solidFill>
                  <a:srgbClr val="545859"/>
                </a:solidFill>
              </a:defRPr>
            </a:lvl1pPr>
          </a:lstStyle>
          <a:p>
            <a:r>
              <a:rPr lang="en-GB"/>
              <a:t>Click icon to add picture or click on frame and insert picture from Templafy Images</a:t>
            </a:r>
          </a:p>
        </p:txBody>
      </p:sp>
      <p:sp>
        <p:nvSpPr>
          <p:cNvPr id="12" name="Text Placeholder note">
            <a:extLst>
              <a:ext uri="{FF2B5EF4-FFF2-40B4-BE49-F238E27FC236}">
                <a16:creationId xmlns:a16="http://schemas.microsoft.com/office/drawing/2014/main" id="{6D1BC1E4-8775-446B-BE7E-8ADCCABC74F8}"/>
              </a:ext>
            </a:extLst>
          </p:cNvPr>
          <p:cNvSpPr>
            <a:spLocks noGrp="1"/>
          </p:cNvSpPr>
          <p:nvPr>
            <p:ph type="body" sz="quarter" idx="233" hasCustomPrompt="1"/>
          </p:nvPr>
        </p:nvSpPr>
        <p:spPr>
          <a:xfrm>
            <a:off x="576000" y="5994000"/>
            <a:ext cx="11041200" cy="288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1pPr>
            <a:lvl2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3pPr>
            <a:lvl4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4pPr>
            <a:lvl5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5pPr>
            <a:lvl6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6pPr>
            <a:lvl7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7pPr>
            <a:lvl8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8pPr>
            <a:lvl9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Click to add note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672176-203A-4BC9-B547-3D4DF1F9B767}"/>
              </a:ext>
            </a:extLst>
          </p:cNvPr>
          <p:cNvSpPr>
            <a:spLocks noGrp="1"/>
          </p:cNvSpPr>
          <p:nvPr>
            <p:ph type="dt" sz="half" idx="223"/>
          </p:nvPr>
        </p:nvSpPr>
        <p:spPr/>
        <p:txBody>
          <a:bodyPr/>
          <a:lstStyle/>
          <a:p>
            <a:fld id="{992E94D7-E8AD-4612-BBDC-1F2AE41E2FCD}" type="datetime1">
              <a:rPr lang="en-US" smtClean="0"/>
              <a:t>10/8/2026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49D9453-4A88-4DAD-8AC2-97D11037E71F}"/>
              </a:ext>
            </a:extLst>
          </p:cNvPr>
          <p:cNvSpPr>
            <a:spLocks noGrp="1"/>
          </p:cNvSpPr>
          <p:nvPr>
            <p:ph type="ftr" sz="quarter" idx="22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E0E069-7CB1-4288-A5C7-5989A40270FA}"/>
              </a:ext>
            </a:extLst>
          </p:cNvPr>
          <p:cNvSpPr>
            <a:spLocks noGrp="1"/>
          </p:cNvSpPr>
          <p:nvPr>
            <p:ph type="sldNum" sz="quarter" idx="225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3" name="Picture 2" descr="A picture containing shirt, drawing&#10;&#10;Description automatically generated">
            <a:extLst>
              <a:ext uri="{FF2B5EF4-FFF2-40B4-BE49-F238E27FC236}">
                <a16:creationId xmlns:a16="http://schemas.microsoft.com/office/drawing/2014/main" id="{D0293CC9-C168-C467-790A-D1DC1920E5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5314" y="425657"/>
            <a:ext cx="12061372" cy="460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D1D84A1-CDBD-B41F-897E-0287AC307B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254" y="101657"/>
            <a:ext cx="11041200" cy="460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Click to add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76544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arrow shap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overlay">
            <a:extLst>
              <a:ext uri="{FF2B5EF4-FFF2-40B4-BE49-F238E27FC236}">
                <a16:creationId xmlns:a16="http://schemas.microsoft.com/office/drawing/2014/main" id="{C2E343C3-7425-4E21-A081-BFE06090386A}"/>
              </a:ext>
            </a:extLst>
          </p:cNvPr>
          <p:cNvSpPr>
            <a:spLocks noGrp="1"/>
          </p:cNvSpPr>
          <p:nvPr>
            <p:ph type="body" sz="quarter" idx="231" hasCustomPrompt="1"/>
          </p:nvPr>
        </p:nvSpPr>
        <p:spPr>
          <a:xfrm>
            <a:off x="4352400" y="2290665"/>
            <a:ext cx="3488400" cy="2754000"/>
          </a:xfrm>
          <a:custGeom>
            <a:avLst/>
            <a:gdLst>
              <a:gd name="connsiteX0" fmla="*/ 2111035 w 3488400"/>
              <a:gd name="connsiteY0" fmla="*/ 0 h 2754000"/>
              <a:gd name="connsiteX1" fmla="*/ 3488400 w 3488400"/>
              <a:gd name="connsiteY1" fmla="*/ 1377365 h 2754000"/>
              <a:gd name="connsiteX2" fmla="*/ 2111765 w 3488400"/>
              <a:gd name="connsiteY2" fmla="*/ 2754000 h 2754000"/>
              <a:gd name="connsiteX3" fmla="*/ 2111035 w 3488400"/>
              <a:gd name="connsiteY3" fmla="*/ 2754000 h 2754000"/>
              <a:gd name="connsiteX4" fmla="*/ 2111035 w 3488400"/>
              <a:gd name="connsiteY4" fmla="*/ 2066048 h 2754000"/>
              <a:gd name="connsiteX5" fmla="*/ 0 w 3488400"/>
              <a:gd name="connsiteY5" fmla="*/ 2066048 h 2754000"/>
              <a:gd name="connsiteX6" fmla="*/ 0 w 3488400"/>
              <a:gd name="connsiteY6" fmla="*/ 688683 h 2754000"/>
              <a:gd name="connsiteX7" fmla="*/ 2111035 w 3488400"/>
              <a:gd name="connsiteY7" fmla="*/ 688683 h 275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88400" h="2754000">
                <a:moveTo>
                  <a:pt x="2111035" y="0"/>
                </a:moveTo>
                <a:lnTo>
                  <a:pt x="3488400" y="1377365"/>
                </a:lnTo>
                <a:lnTo>
                  <a:pt x="2111765" y="2754000"/>
                </a:lnTo>
                <a:lnTo>
                  <a:pt x="2111035" y="2754000"/>
                </a:lnTo>
                <a:lnTo>
                  <a:pt x="2111035" y="2066048"/>
                </a:lnTo>
                <a:lnTo>
                  <a:pt x="0" y="2066048"/>
                </a:lnTo>
                <a:lnTo>
                  <a:pt x="0" y="688683"/>
                </a:lnTo>
                <a:lnTo>
                  <a:pt x="2111035" y="688683"/>
                </a:lnTo>
                <a:close/>
              </a:path>
            </a:pathLst>
          </a:custGeom>
          <a:solidFill>
            <a:schemeClr val="accent1">
              <a:alpha val="60000"/>
            </a:schemeClr>
          </a:solidFill>
          <a:ln w="0">
            <a:solidFill>
              <a:srgbClr val="F4F4F4"/>
            </a:solidFill>
          </a:ln>
        </p:spPr>
        <p:txBody>
          <a:bodyPr wrap="square">
            <a:noAutofit/>
          </a:bodyPr>
          <a:lstStyle>
            <a:lvl1pPr marL="0" indent="0">
              <a:buNone/>
              <a:defRPr sz="133">
                <a:noFill/>
              </a:defRPr>
            </a:lvl1pPr>
          </a:lstStyle>
          <a:p>
            <a:pPr lvl="0"/>
            <a:r>
              <a:rPr lang="en-GB"/>
              <a:t>.</a:t>
            </a:r>
          </a:p>
        </p:txBody>
      </p:sp>
      <p:sp>
        <p:nvSpPr>
          <p:cNvPr id="29" name="Freeform: overlay">
            <a:extLst>
              <a:ext uri="{FF2B5EF4-FFF2-40B4-BE49-F238E27FC236}">
                <a16:creationId xmlns:a16="http://schemas.microsoft.com/office/drawing/2014/main" id="{48E2E5E2-B4DC-479C-9977-C9D66AABCAD8}"/>
              </a:ext>
            </a:extLst>
          </p:cNvPr>
          <p:cNvSpPr>
            <a:spLocks noGrp="1"/>
          </p:cNvSpPr>
          <p:nvPr>
            <p:ph type="body" sz="quarter" idx="232" hasCustomPrompt="1"/>
          </p:nvPr>
        </p:nvSpPr>
        <p:spPr>
          <a:xfrm>
            <a:off x="8128800" y="2290665"/>
            <a:ext cx="3488400" cy="2754000"/>
          </a:xfrm>
          <a:custGeom>
            <a:avLst/>
            <a:gdLst>
              <a:gd name="connsiteX0" fmla="*/ 2111035 w 3488400"/>
              <a:gd name="connsiteY0" fmla="*/ 0 h 2754000"/>
              <a:gd name="connsiteX1" fmla="*/ 3488400 w 3488400"/>
              <a:gd name="connsiteY1" fmla="*/ 1377365 h 2754000"/>
              <a:gd name="connsiteX2" fmla="*/ 2111765 w 3488400"/>
              <a:gd name="connsiteY2" fmla="*/ 2754000 h 2754000"/>
              <a:gd name="connsiteX3" fmla="*/ 2111035 w 3488400"/>
              <a:gd name="connsiteY3" fmla="*/ 2754000 h 2754000"/>
              <a:gd name="connsiteX4" fmla="*/ 2111035 w 3488400"/>
              <a:gd name="connsiteY4" fmla="*/ 2066048 h 2754000"/>
              <a:gd name="connsiteX5" fmla="*/ 0 w 3488400"/>
              <a:gd name="connsiteY5" fmla="*/ 2066048 h 2754000"/>
              <a:gd name="connsiteX6" fmla="*/ 0 w 3488400"/>
              <a:gd name="connsiteY6" fmla="*/ 688683 h 2754000"/>
              <a:gd name="connsiteX7" fmla="*/ 2111035 w 3488400"/>
              <a:gd name="connsiteY7" fmla="*/ 688683 h 275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88400" h="2754000">
                <a:moveTo>
                  <a:pt x="2111035" y="0"/>
                </a:moveTo>
                <a:lnTo>
                  <a:pt x="3488400" y="1377365"/>
                </a:lnTo>
                <a:lnTo>
                  <a:pt x="2111765" y="2754000"/>
                </a:lnTo>
                <a:lnTo>
                  <a:pt x="2111035" y="2754000"/>
                </a:lnTo>
                <a:lnTo>
                  <a:pt x="2111035" y="2066048"/>
                </a:lnTo>
                <a:lnTo>
                  <a:pt x="0" y="2066048"/>
                </a:lnTo>
                <a:lnTo>
                  <a:pt x="0" y="688683"/>
                </a:lnTo>
                <a:lnTo>
                  <a:pt x="2111035" y="688683"/>
                </a:lnTo>
                <a:close/>
              </a:path>
            </a:pathLst>
          </a:custGeom>
          <a:solidFill>
            <a:schemeClr val="accent1">
              <a:alpha val="60000"/>
            </a:schemeClr>
          </a:solidFill>
          <a:ln w="0">
            <a:solidFill>
              <a:srgbClr val="F4F4F4"/>
            </a:solidFill>
          </a:ln>
        </p:spPr>
        <p:txBody>
          <a:bodyPr wrap="square">
            <a:noAutofit/>
          </a:bodyPr>
          <a:lstStyle>
            <a:lvl1pPr marL="0" indent="0">
              <a:buNone/>
              <a:defRPr sz="133">
                <a:noFill/>
              </a:defRPr>
            </a:lvl1pPr>
          </a:lstStyle>
          <a:p>
            <a:pPr lvl="0"/>
            <a:r>
              <a:rPr lang="en-GB"/>
              <a:t>.</a:t>
            </a:r>
          </a:p>
        </p:txBody>
      </p:sp>
      <p:sp>
        <p:nvSpPr>
          <p:cNvPr id="27" name="Freeform: overlay">
            <a:extLst>
              <a:ext uri="{FF2B5EF4-FFF2-40B4-BE49-F238E27FC236}">
                <a16:creationId xmlns:a16="http://schemas.microsoft.com/office/drawing/2014/main" id="{55810AE6-DAF5-4A24-9347-0DE17364EB7A}"/>
              </a:ext>
            </a:extLst>
          </p:cNvPr>
          <p:cNvSpPr>
            <a:spLocks noGrp="1"/>
          </p:cNvSpPr>
          <p:nvPr>
            <p:ph type="body" sz="quarter" idx="223" hasCustomPrompt="1"/>
          </p:nvPr>
        </p:nvSpPr>
        <p:spPr>
          <a:xfrm>
            <a:off x="576000" y="2290665"/>
            <a:ext cx="3488400" cy="2754000"/>
          </a:xfrm>
          <a:custGeom>
            <a:avLst/>
            <a:gdLst>
              <a:gd name="connsiteX0" fmla="*/ 2111035 w 3488400"/>
              <a:gd name="connsiteY0" fmla="*/ 0 h 2754000"/>
              <a:gd name="connsiteX1" fmla="*/ 3488400 w 3488400"/>
              <a:gd name="connsiteY1" fmla="*/ 1377365 h 2754000"/>
              <a:gd name="connsiteX2" fmla="*/ 2111765 w 3488400"/>
              <a:gd name="connsiteY2" fmla="*/ 2754000 h 2754000"/>
              <a:gd name="connsiteX3" fmla="*/ 2111035 w 3488400"/>
              <a:gd name="connsiteY3" fmla="*/ 2754000 h 2754000"/>
              <a:gd name="connsiteX4" fmla="*/ 2111035 w 3488400"/>
              <a:gd name="connsiteY4" fmla="*/ 2066048 h 2754000"/>
              <a:gd name="connsiteX5" fmla="*/ 0 w 3488400"/>
              <a:gd name="connsiteY5" fmla="*/ 2066048 h 2754000"/>
              <a:gd name="connsiteX6" fmla="*/ 0 w 3488400"/>
              <a:gd name="connsiteY6" fmla="*/ 688683 h 2754000"/>
              <a:gd name="connsiteX7" fmla="*/ 2111035 w 3488400"/>
              <a:gd name="connsiteY7" fmla="*/ 688683 h 275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88400" h="2754000">
                <a:moveTo>
                  <a:pt x="2111035" y="0"/>
                </a:moveTo>
                <a:lnTo>
                  <a:pt x="3488400" y="1377365"/>
                </a:lnTo>
                <a:lnTo>
                  <a:pt x="2111765" y="2754000"/>
                </a:lnTo>
                <a:lnTo>
                  <a:pt x="2111035" y="2754000"/>
                </a:lnTo>
                <a:lnTo>
                  <a:pt x="2111035" y="2066048"/>
                </a:lnTo>
                <a:lnTo>
                  <a:pt x="0" y="2066048"/>
                </a:lnTo>
                <a:lnTo>
                  <a:pt x="0" y="688683"/>
                </a:lnTo>
                <a:lnTo>
                  <a:pt x="2111035" y="688683"/>
                </a:lnTo>
                <a:close/>
              </a:path>
            </a:pathLst>
          </a:custGeom>
          <a:solidFill>
            <a:schemeClr val="accent1">
              <a:alpha val="60000"/>
            </a:schemeClr>
          </a:solidFill>
          <a:ln w="0">
            <a:solidFill>
              <a:srgbClr val="F4F4F4"/>
            </a:solidFill>
          </a:ln>
        </p:spPr>
        <p:txBody>
          <a:bodyPr wrap="square">
            <a:noAutofit/>
          </a:bodyPr>
          <a:lstStyle>
            <a:lvl1pPr marL="0" indent="0">
              <a:buNone/>
              <a:defRPr sz="133">
                <a:noFill/>
              </a:defRPr>
            </a:lvl1pPr>
          </a:lstStyle>
          <a:p>
            <a:pPr lvl="0"/>
            <a:r>
              <a:rPr lang="en-GB"/>
              <a:t>.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8658E29D-7E55-4ED2-97EE-C0CA29C07599}"/>
              </a:ext>
            </a:extLst>
          </p:cNvPr>
          <p:cNvSpPr>
            <a:spLocks noGrp="1"/>
          </p:cNvSpPr>
          <p:nvPr>
            <p:ph type="pic" sz="quarter" idx="220" hasCustomPrompt="1"/>
          </p:nvPr>
        </p:nvSpPr>
        <p:spPr bwMode="white">
          <a:xfrm>
            <a:off x="576000" y="2290665"/>
            <a:ext cx="3488400" cy="2754000"/>
          </a:xfrm>
          <a:custGeom>
            <a:avLst/>
            <a:gdLst>
              <a:gd name="connsiteX0" fmla="*/ 2111035 w 3488400"/>
              <a:gd name="connsiteY0" fmla="*/ 0 h 2754000"/>
              <a:gd name="connsiteX1" fmla="*/ 3488400 w 3488400"/>
              <a:gd name="connsiteY1" fmla="*/ 1377365 h 2754000"/>
              <a:gd name="connsiteX2" fmla="*/ 2111765 w 3488400"/>
              <a:gd name="connsiteY2" fmla="*/ 2754000 h 2754000"/>
              <a:gd name="connsiteX3" fmla="*/ 2111035 w 3488400"/>
              <a:gd name="connsiteY3" fmla="*/ 2754000 h 2754000"/>
              <a:gd name="connsiteX4" fmla="*/ 2111035 w 3488400"/>
              <a:gd name="connsiteY4" fmla="*/ 2066048 h 2754000"/>
              <a:gd name="connsiteX5" fmla="*/ 0 w 3488400"/>
              <a:gd name="connsiteY5" fmla="*/ 2066048 h 2754000"/>
              <a:gd name="connsiteX6" fmla="*/ 0 w 3488400"/>
              <a:gd name="connsiteY6" fmla="*/ 688683 h 2754000"/>
              <a:gd name="connsiteX7" fmla="*/ 2111035 w 3488400"/>
              <a:gd name="connsiteY7" fmla="*/ 688683 h 275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88400" h="2754000">
                <a:moveTo>
                  <a:pt x="2111035" y="0"/>
                </a:moveTo>
                <a:lnTo>
                  <a:pt x="3488400" y="1377365"/>
                </a:lnTo>
                <a:lnTo>
                  <a:pt x="2111765" y="2754000"/>
                </a:lnTo>
                <a:lnTo>
                  <a:pt x="2111035" y="2754000"/>
                </a:lnTo>
                <a:lnTo>
                  <a:pt x="2111035" y="2066048"/>
                </a:lnTo>
                <a:lnTo>
                  <a:pt x="0" y="2066048"/>
                </a:lnTo>
                <a:lnTo>
                  <a:pt x="0" y="688683"/>
                </a:lnTo>
                <a:lnTo>
                  <a:pt x="2111035" y="688683"/>
                </a:lnTo>
                <a:close/>
              </a:path>
            </a:pathLst>
          </a:custGeom>
          <a:noFill/>
          <a:ln>
            <a:solidFill>
              <a:srgbClr val="F4F4F4"/>
            </a:solidFill>
          </a:ln>
        </p:spPr>
        <p:txBody>
          <a:bodyPr wrap="square" lIns="72000" tIns="720000" rIns="720000" bIns="0" anchor="t" anchorCtr="0">
            <a:noAutofit/>
          </a:bodyPr>
          <a:lstStyle>
            <a:lvl1pPr marL="0" indent="0" algn="l"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on frame and insert picture using the Insert tab - Pictures or from Templafy Images. Right click on picture and choose Send to Back to get overlay in front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D7D2F2AE-BB88-4E58-B29B-87D3BCE55BB3}"/>
              </a:ext>
            </a:extLst>
          </p:cNvPr>
          <p:cNvSpPr>
            <a:spLocks noGrp="1"/>
          </p:cNvSpPr>
          <p:nvPr>
            <p:ph type="pic" sz="quarter" idx="221" hasCustomPrompt="1"/>
          </p:nvPr>
        </p:nvSpPr>
        <p:spPr bwMode="white">
          <a:xfrm>
            <a:off x="4352400" y="2290665"/>
            <a:ext cx="3488400" cy="2754000"/>
          </a:xfrm>
          <a:custGeom>
            <a:avLst/>
            <a:gdLst>
              <a:gd name="connsiteX0" fmla="*/ 2111035 w 3488400"/>
              <a:gd name="connsiteY0" fmla="*/ 0 h 2754000"/>
              <a:gd name="connsiteX1" fmla="*/ 3488400 w 3488400"/>
              <a:gd name="connsiteY1" fmla="*/ 1377365 h 2754000"/>
              <a:gd name="connsiteX2" fmla="*/ 2111765 w 3488400"/>
              <a:gd name="connsiteY2" fmla="*/ 2754000 h 2754000"/>
              <a:gd name="connsiteX3" fmla="*/ 2111035 w 3488400"/>
              <a:gd name="connsiteY3" fmla="*/ 2754000 h 2754000"/>
              <a:gd name="connsiteX4" fmla="*/ 2111035 w 3488400"/>
              <a:gd name="connsiteY4" fmla="*/ 2066048 h 2754000"/>
              <a:gd name="connsiteX5" fmla="*/ 0 w 3488400"/>
              <a:gd name="connsiteY5" fmla="*/ 2066048 h 2754000"/>
              <a:gd name="connsiteX6" fmla="*/ 0 w 3488400"/>
              <a:gd name="connsiteY6" fmla="*/ 688683 h 2754000"/>
              <a:gd name="connsiteX7" fmla="*/ 2111035 w 3488400"/>
              <a:gd name="connsiteY7" fmla="*/ 688683 h 275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88400" h="2754000">
                <a:moveTo>
                  <a:pt x="2111035" y="0"/>
                </a:moveTo>
                <a:lnTo>
                  <a:pt x="3488400" y="1377365"/>
                </a:lnTo>
                <a:lnTo>
                  <a:pt x="2111765" y="2754000"/>
                </a:lnTo>
                <a:lnTo>
                  <a:pt x="2111035" y="2754000"/>
                </a:lnTo>
                <a:lnTo>
                  <a:pt x="2111035" y="2066048"/>
                </a:lnTo>
                <a:lnTo>
                  <a:pt x="0" y="2066048"/>
                </a:lnTo>
                <a:lnTo>
                  <a:pt x="0" y="688683"/>
                </a:lnTo>
                <a:lnTo>
                  <a:pt x="2111035" y="688683"/>
                </a:lnTo>
                <a:close/>
              </a:path>
            </a:pathLst>
          </a:custGeom>
          <a:noFill/>
          <a:ln>
            <a:solidFill>
              <a:srgbClr val="F4F4F4"/>
            </a:solidFill>
          </a:ln>
        </p:spPr>
        <p:txBody>
          <a:bodyPr wrap="square" lIns="72000" tIns="720000" rIns="720000" bIns="0" anchor="t" anchorCtr="0">
            <a:noAutofit/>
          </a:bodyPr>
          <a:lstStyle>
            <a:lvl1pPr marL="0" indent="0" algn="l"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on frame and insert picture using the Insert tab - Pictures or from Templafy Images. Right click on picture and choose Send to Back to get overlay in front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DEDF7323-18FB-49C6-AE59-7F2A5C2E9201}"/>
              </a:ext>
            </a:extLst>
          </p:cNvPr>
          <p:cNvSpPr>
            <a:spLocks noGrp="1"/>
          </p:cNvSpPr>
          <p:nvPr>
            <p:ph type="pic" sz="quarter" idx="222" hasCustomPrompt="1"/>
          </p:nvPr>
        </p:nvSpPr>
        <p:spPr bwMode="white">
          <a:xfrm>
            <a:off x="8128800" y="2290665"/>
            <a:ext cx="3488400" cy="2754000"/>
          </a:xfrm>
          <a:custGeom>
            <a:avLst/>
            <a:gdLst>
              <a:gd name="connsiteX0" fmla="*/ 2111035 w 3488400"/>
              <a:gd name="connsiteY0" fmla="*/ 0 h 2754000"/>
              <a:gd name="connsiteX1" fmla="*/ 3488400 w 3488400"/>
              <a:gd name="connsiteY1" fmla="*/ 1377365 h 2754000"/>
              <a:gd name="connsiteX2" fmla="*/ 2111765 w 3488400"/>
              <a:gd name="connsiteY2" fmla="*/ 2754000 h 2754000"/>
              <a:gd name="connsiteX3" fmla="*/ 2111035 w 3488400"/>
              <a:gd name="connsiteY3" fmla="*/ 2754000 h 2754000"/>
              <a:gd name="connsiteX4" fmla="*/ 2111035 w 3488400"/>
              <a:gd name="connsiteY4" fmla="*/ 2066048 h 2754000"/>
              <a:gd name="connsiteX5" fmla="*/ 0 w 3488400"/>
              <a:gd name="connsiteY5" fmla="*/ 2066048 h 2754000"/>
              <a:gd name="connsiteX6" fmla="*/ 0 w 3488400"/>
              <a:gd name="connsiteY6" fmla="*/ 688683 h 2754000"/>
              <a:gd name="connsiteX7" fmla="*/ 2111035 w 3488400"/>
              <a:gd name="connsiteY7" fmla="*/ 688683 h 275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88400" h="2754000">
                <a:moveTo>
                  <a:pt x="2111035" y="0"/>
                </a:moveTo>
                <a:lnTo>
                  <a:pt x="3488400" y="1377365"/>
                </a:lnTo>
                <a:lnTo>
                  <a:pt x="2111765" y="2754000"/>
                </a:lnTo>
                <a:lnTo>
                  <a:pt x="2111035" y="2754000"/>
                </a:lnTo>
                <a:lnTo>
                  <a:pt x="2111035" y="2066048"/>
                </a:lnTo>
                <a:lnTo>
                  <a:pt x="0" y="2066048"/>
                </a:lnTo>
                <a:lnTo>
                  <a:pt x="0" y="688683"/>
                </a:lnTo>
                <a:lnTo>
                  <a:pt x="2111035" y="688683"/>
                </a:lnTo>
                <a:close/>
              </a:path>
            </a:pathLst>
          </a:custGeom>
          <a:noFill/>
        </p:spPr>
        <p:txBody>
          <a:bodyPr wrap="square" lIns="72000" tIns="720000" rIns="720000" bIns="0" anchor="t" anchorCtr="0">
            <a:noAutofit/>
          </a:bodyPr>
          <a:lstStyle>
            <a:lvl1pPr marL="0" indent="0" algn="l"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on frame and insert picture using the Insert tab - Pictures or from Templafy Images. Right click on picture and choose Send to Back to get overlay in front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AF056C86-9B72-4237-AAA6-C389EC111C70}"/>
              </a:ext>
            </a:extLst>
          </p:cNvPr>
          <p:cNvSpPr>
            <a:spLocks noGrp="1"/>
          </p:cNvSpPr>
          <p:nvPr>
            <p:ph type="body" sz="quarter" idx="225" hasCustomPrompt="1"/>
          </p:nvPr>
        </p:nvSpPr>
        <p:spPr>
          <a:xfrm>
            <a:off x="840056" y="3514923"/>
            <a:ext cx="2880000" cy="332086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bg1"/>
                </a:solidFill>
              </a:defRPr>
            </a:lvl1pPr>
            <a:lvl2pPr marL="0" indent="0" algn="ctr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​"/>
              <a:defRPr sz="1000" b="0">
                <a:solidFill>
                  <a:schemeClr val="bg1"/>
                </a:solidFill>
              </a:defRPr>
            </a:lvl2pPr>
            <a:lvl3pPr marL="0" indent="0" algn="ctr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​"/>
              <a:defRPr sz="1000" b="0">
                <a:solidFill>
                  <a:schemeClr val="bg1"/>
                </a:solidFill>
              </a:defRPr>
            </a:lvl3pPr>
            <a:lvl4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</a:defRPr>
            </a:lvl4pPr>
            <a:lvl5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</a:defRPr>
            </a:lvl5pPr>
            <a:lvl6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</a:defRPr>
            </a:lvl6pPr>
            <a:lvl7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</a:defRPr>
            </a:lvl7pPr>
            <a:lvl8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</a:defRPr>
            </a:lvl8pPr>
            <a:lvl9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EFAAFBF5-84F6-4F9A-8C6C-37D3086EA40D}"/>
              </a:ext>
            </a:extLst>
          </p:cNvPr>
          <p:cNvSpPr>
            <a:spLocks noGrp="1"/>
          </p:cNvSpPr>
          <p:nvPr>
            <p:ph type="body" sz="quarter" idx="226" hasCustomPrompt="1"/>
          </p:nvPr>
        </p:nvSpPr>
        <p:spPr>
          <a:xfrm>
            <a:off x="4590019" y="3514923"/>
            <a:ext cx="2880000" cy="332086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bg1"/>
                </a:solidFill>
              </a:defRPr>
            </a:lvl1pPr>
            <a:lvl2pPr marL="0" indent="0" algn="ctr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​"/>
              <a:defRPr sz="1000" b="0">
                <a:solidFill>
                  <a:schemeClr val="bg1"/>
                </a:solidFill>
              </a:defRPr>
            </a:lvl2pPr>
            <a:lvl3pPr marL="0" indent="0" algn="ctr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​"/>
              <a:defRPr sz="1000" b="0">
                <a:solidFill>
                  <a:schemeClr val="bg1"/>
                </a:solidFill>
              </a:defRPr>
            </a:lvl3pPr>
            <a:lvl4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</a:defRPr>
            </a:lvl4pPr>
            <a:lvl5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</a:defRPr>
            </a:lvl5pPr>
            <a:lvl6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</a:defRPr>
            </a:lvl6pPr>
            <a:lvl7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</a:defRPr>
            </a:lvl7pPr>
            <a:lvl8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</a:defRPr>
            </a:lvl8pPr>
            <a:lvl9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363FC073-E101-4215-809B-C1ADF2A1D67E}"/>
              </a:ext>
            </a:extLst>
          </p:cNvPr>
          <p:cNvSpPr>
            <a:spLocks noGrp="1"/>
          </p:cNvSpPr>
          <p:nvPr>
            <p:ph type="body" sz="quarter" idx="227" hasCustomPrompt="1"/>
          </p:nvPr>
        </p:nvSpPr>
        <p:spPr>
          <a:xfrm>
            <a:off x="8404303" y="3514923"/>
            <a:ext cx="2880000" cy="332086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bg1"/>
                </a:solidFill>
              </a:defRPr>
            </a:lvl1pPr>
            <a:lvl2pPr marL="0" indent="0" algn="ctr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​"/>
              <a:defRPr sz="1000" b="0">
                <a:solidFill>
                  <a:schemeClr val="bg1"/>
                </a:solidFill>
              </a:defRPr>
            </a:lvl2pPr>
            <a:lvl3pPr marL="0" indent="0" algn="ctr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​"/>
              <a:defRPr sz="1000" b="0">
                <a:solidFill>
                  <a:schemeClr val="bg1"/>
                </a:solidFill>
              </a:defRPr>
            </a:lvl3pPr>
            <a:lvl4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</a:defRPr>
            </a:lvl4pPr>
            <a:lvl5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</a:defRPr>
            </a:lvl5pPr>
            <a:lvl6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</a:defRPr>
            </a:lvl6pPr>
            <a:lvl7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</a:defRPr>
            </a:lvl7pPr>
            <a:lvl8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</a:defRPr>
            </a:lvl8pPr>
            <a:lvl9pPr marL="0" indent="0" algn="ctr">
              <a:lnSpc>
                <a:spcPct val="100000"/>
              </a:lnSpc>
              <a:spcAft>
                <a:spcPts val="600"/>
              </a:spcAft>
              <a:defRPr sz="1000" b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24" name="Text Placeholder note">
            <a:extLst>
              <a:ext uri="{FF2B5EF4-FFF2-40B4-BE49-F238E27FC236}">
                <a16:creationId xmlns:a16="http://schemas.microsoft.com/office/drawing/2014/main" id="{FDAE462F-4EF6-425C-9A35-F99BDC636F38}"/>
              </a:ext>
            </a:extLst>
          </p:cNvPr>
          <p:cNvSpPr>
            <a:spLocks noGrp="1"/>
          </p:cNvSpPr>
          <p:nvPr>
            <p:ph type="body" sz="quarter" idx="233" hasCustomPrompt="1"/>
          </p:nvPr>
        </p:nvSpPr>
        <p:spPr>
          <a:xfrm>
            <a:off x="576000" y="5994000"/>
            <a:ext cx="11041200" cy="288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1pPr>
            <a:lvl2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3pPr>
            <a:lvl4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4pPr>
            <a:lvl5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5pPr>
            <a:lvl6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6pPr>
            <a:lvl7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7pPr>
            <a:lvl8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8pPr>
            <a:lvl9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Click to add note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967099-930F-4210-9F50-DC9990450EE4}"/>
              </a:ext>
            </a:extLst>
          </p:cNvPr>
          <p:cNvSpPr>
            <a:spLocks noGrp="1"/>
          </p:cNvSpPr>
          <p:nvPr>
            <p:ph type="dt" sz="half" idx="228"/>
          </p:nvPr>
        </p:nvSpPr>
        <p:spPr/>
        <p:txBody>
          <a:bodyPr/>
          <a:lstStyle/>
          <a:p>
            <a:fld id="{F4854537-164D-44A3-9222-C1FC533DE125}" type="datetime1">
              <a:rPr lang="en-US" smtClean="0"/>
              <a:t>10/8/2026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A2135A-048F-432E-BC94-231FB655E075}"/>
              </a:ext>
            </a:extLst>
          </p:cNvPr>
          <p:cNvSpPr>
            <a:spLocks noGrp="1"/>
          </p:cNvSpPr>
          <p:nvPr>
            <p:ph type="ftr" sz="quarter" idx="229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A04ED0-2EBB-40B6-B700-99EBA66031D0}"/>
              </a:ext>
            </a:extLst>
          </p:cNvPr>
          <p:cNvSpPr>
            <a:spLocks noGrp="1"/>
          </p:cNvSpPr>
          <p:nvPr>
            <p:ph type="sldNum" sz="quarter" idx="230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5" name="Picture 4" descr="A picture containing shirt, drawing&#10;&#10;Description automatically generated">
            <a:extLst>
              <a:ext uri="{FF2B5EF4-FFF2-40B4-BE49-F238E27FC236}">
                <a16:creationId xmlns:a16="http://schemas.microsoft.com/office/drawing/2014/main" id="{DA7F23F1-578C-6BBD-06C4-DD9A5F603B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5314" y="425657"/>
            <a:ext cx="12061372" cy="460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654882F-C5F5-0DA6-FC4E-39ADB1C16E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254" y="101657"/>
            <a:ext cx="11041200" cy="460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Click to add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99526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note">
            <a:extLst>
              <a:ext uri="{FF2B5EF4-FFF2-40B4-BE49-F238E27FC236}">
                <a16:creationId xmlns:a16="http://schemas.microsoft.com/office/drawing/2014/main" id="{D73B33C5-8972-4A84-A388-ED4964C9DAE6}"/>
              </a:ext>
            </a:extLst>
          </p:cNvPr>
          <p:cNvSpPr>
            <a:spLocks noGrp="1"/>
          </p:cNvSpPr>
          <p:nvPr>
            <p:ph type="body" sz="quarter" idx="233" hasCustomPrompt="1"/>
          </p:nvPr>
        </p:nvSpPr>
        <p:spPr>
          <a:xfrm>
            <a:off x="576000" y="5994000"/>
            <a:ext cx="11041200" cy="288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1pPr>
            <a:lvl2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3pPr>
            <a:lvl4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4pPr>
            <a:lvl5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5pPr>
            <a:lvl6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6pPr>
            <a:lvl7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7pPr>
            <a:lvl8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8pPr>
            <a:lvl9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 smtClean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Click to add note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D8E0B0-421A-4CA7-B758-5764CB40B34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90D1309-1E90-4ABC-98A3-4F70F87E394B}" type="datetime1">
              <a:rPr lang="en-US" smtClean="0"/>
              <a:t>10/8/2026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2EAD2E-013E-4D25-A08A-2E155D6743C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2B060A-EF64-4591-BF25-FC11C9534A9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5" name="Picture 4" descr="A picture containing shirt, drawing&#10;&#10;Description automatically generated">
            <a:extLst>
              <a:ext uri="{FF2B5EF4-FFF2-40B4-BE49-F238E27FC236}">
                <a16:creationId xmlns:a16="http://schemas.microsoft.com/office/drawing/2014/main" id="{25C92524-A00A-224E-30D4-89E9DBF1712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5314" y="425657"/>
            <a:ext cx="12061372" cy="460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71E8CE9-CC52-2443-9C8F-B1FB2F5817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254" y="101657"/>
            <a:ext cx="11041200" cy="460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Click to add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394888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B7760CEC-F44E-48BB-82EA-3BACC3ED663E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576000" y="5994000"/>
            <a:ext cx="11041200" cy="288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800" i="1">
                <a:solidFill>
                  <a:srgbClr val="545859"/>
                </a:solidFill>
              </a:defRPr>
            </a:lvl1pPr>
            <a:lvl2pPr marL="0" indent="0" algn="l">
              <a:buFont typeface="Arial" panose="020B0604020202020204" pitchFamily="34" charset="0"/>
              <a:buChar char="​"/>
              <a:defRPr sz="800"/>
            </a:lvl2pPr>
            <a:lvl3pPr marL="0" indent="0" algn="l">
              <a:buFont typeface="Arial" panose="020B0604020202020204" pitchFamily="34" charset="0"/>
              <a:buChar char="​"/>
              <a:defRPr sz="800"/>
            </a:lvl3pPr>
            <a:lvl4pPr marL="0" indent="0" algn="l">
              <a:buFont typeface="Arial" panose="020B0604020202020204" pitchFamily="34" charset="0"/>
              <a:buChar char="​"/>
              <a:defRPr sz="800"/>
            </a:lvl4pPr>
            <a:lvl5pPr marL="0" indent="0" algn="l">
              <a:buFont typeface="Arial" panose="020B0604020202020204" pitchFamily="34" charset="0"/>
              <a:buChar char="​"/>
              <a:defRPr sz="800"/>
            </a:lvl5pPr>
            <a:lvl6pPr marL="0" indent="0" algn="l">
              <a:buFont typeface="Arial" panose="020B0604020202020204" pitchFamily="34" charset="0"/>
              <a:buChar char="​"/>
              <a:defRPr sz="800"/>
            </a:lvl6pPr>
            <a:lvl7pPr marL="0" indent="0" algn="l">
              <a:buFont typeface="Arial" panose="020B0604020202020204" pitchFamily="34" charset="0"/>
              <a:buChar char="​"/>
              <a:defRPr sz="800"/>
            </a:lvl7pPr>
            <a:lvl8pPr marL="0" indent="0" algn="l">
              <a:buFont typeface="Arial" panose="020B0604020202020204" pitchFamily="34" charset="0"/>
              <a:buChar char="​"/>
              <a:defRPr sz="800"/>
            </a:lvl8pPr>
            <a:lvl9pPr marL="0" indent="0" algn="l">
              <a:buFont typeface="Arial" panose="020B0604020202020204" pitchFamily="34" charset="0"/>
              <a:buChar char="​"/>
              <a:defRPr sz="800"/>
            </a:lvl9pPr>
          </a:lstStyle>
          <a:p>
            <a:r>
              <a:rPr lang="en-GB"/>
              <a:t>Click to add 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F02E9D8-243A-43CF-853E-50C27FDBB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8C49C12-383D-468E-AA2D-912157218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1E77DCE-4538-484C-A26C-2C0A8F285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71E8AA1-F810-2E54-094C-0CE43BD404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254" y="101657"/>
            <a:ext cx="11041200" cy="460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Click to add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11015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b090dad-3842-4f49-83ed-87bd231e22b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note">
            <a:extLst>
              <a:ext uri="{FF2B5EF4-FFF2-40B4-BE49-F238E27FC236}">
                <a16:creationId xmlns:a16="http://schemas.microsoft.com/office/drawing/2014/main" id="{02A03667-2B4F-4D0F-B414-8BD38DAF5E62}"/>
              </a:ext>
            </a:extLst>
          </p:cNvPr>
          <p:cNvSpPr>
            <a:spLocks noGrp="1"/>
          </p:cNvSpPr>
          <p:nvPr>
            <p:ph type="body" sz="quarter" idx="233" hasCustomPrompt="1"/>
          </p:nvPr>
        </p:nvSpPr>
        <p:spPr>
          <a:xfrm>
            <a:off x="576000" y="5994000"/>
            <a:ext cx="11041200" cy="288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1pPr>
            <a:lvl2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3pPr>
            <a:lvl4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4pPr>
            <a:lvl5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US" sz="800" i="1" kern="1200" dirty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5pPr>
            <a:lvl6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6pPr>
            <a:lvl7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7pPr>
            <a:lvl8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8pPr>
            <a:lvl9pPr marL="0" indent="0">
              <a:lnSpc>
                <a:spcPct val="100000"/>
              </a:lnSpc>
              <a:spcAft>
                <a:spcPts val="600"/>
              </a:spcAft>
              <a:buFontTx/>
              <a:buNone/>
              <a:defRPr lang="en-GB" sz="800" i="1" kern="1200" noProof="0" dirty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/>
              <a:t>Click to add note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9AEB2F-B5C9-4F0B-B9F1-55A4EEC5AE2F}"/>
              </a:ext>
            </a:extLst>
          </p:cNvPr>
          <p:cNvSpPr>
            <a:spLocks noGrp="1"/>
          </p:cNvSpPr>
          <p:nvPr>
            <p:ph type="dt" sz="half" idx="22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FABAB8-DB40-4E2B-A7B2-792E81E8EE07}"/>
              </a:ext>
            </a:extLst>
          </p:cNvPr>
          <p:cNvSpPr>
            <a:spLocks noGrp="1"/>
          </p:cNvSpPr>
          <p:nvPr>
            <p:ph type="ftr" sz="quarter" idx="22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B958B4-7E4B-4469-9066-DEF3718645FF}"/>
              </a:ext>
            </a:extLst>
          </p:cNvPr>
          <p:cNvSpPr>
            <a:spLocks noGrp="1"/>
          </p:cNvSpPr>
          <p:nvPr>
            <p:ph type="sldNum" sz="quarter" idx="222"/>
          </p:nvPr>
        </p:nvSpPr>
        <p:spPr/>
        <p:txBody>
          <a:bodyPr/>
          <a:lstStyle/>
          <a:p>
            <a:fld id="{23AA811B-2EBD-4900-905E-5BE206449611}" type="slidenum">
              <a:rPr lang="en-GB"/>
              <a:pPr/>
              <a:t>‹#›</a:t>
            </a:fld>
            <a:endParaRPr lang="en-GB"/>
          </a:p>
        </p:txBody>
      </p:sp>
      <p:pic>
        <p:nvPicPr>
          <p:cNvPr id="6" name="Picture 5" descr="A picture containing shirt, drawing&#10;&#10;Description automatically generated">
            <a:extLst>
              <a:ext uri="{FF2B5EF4-FFF2-40B4-BE49-F238E27FC236}">
                <a16:creationId xmlns:a16="http://schemas.microsoft.com/office/drawing/2014/main" id="{CD78C376-3317-20BD-3CD9-3ED461FE76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5314" y="425657"/>
            <a:ext cx="12061372" cy="460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91DD4344-4A43-7BCE-6ED6-8CAB3433D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254" y="101657"/>
            <a:ext cx="11041200" cy="460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Click to add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0498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8">
            <a:extLst>
              <a:ext uri="{FF2B5EF4-FFF2-40B4-BE49-F238E27FC236}">
                <a16:creationId xmlns:a16="http://schemas.microsoft.com/office/drawing/2014/main" id="{6077DD46-AC9E-1344-6C63-A74228882264}"/>
              </a:ext>
            </a:extLst>
          </p:cNvPr>
          <p:cNvSpPr/>
          <p:nvPr userDrawn="1"/>
        </p:nvSpPr>
        <p:spPr>
          <a:xfrm flipV="1">
            <a:off x="2" y="2983968"/>
            <a:ext cx="12201637" cy="3896413"/>
          </a:xfrm>
          <a:custGeom>
            <a:avLst/>
            <a:gdLst>
              <a:gd name="connsiteX0" fmla="*/ 0 w 9111006"/>
              <a:gd name="connsiteY0" fmla="*/ 0 h 4110087"/>
              <a:gd name="connsiteX1" fmla="*/ 9111006 w 9111006"/>
              <a:gd name="connsiteY1" fmla="*/ 0 h 4110087"/>
              <a:gd name="connsiteX2" fmla="*/ 9111006 w 9111006"/>
              <a:gd name="connsiteY2" fmla="*/ 4110087 h 4110087"/>
              <a:gd name="connsiteX3" fmla="*/ 0 w 9111006"/>
              <a:gd name="connsiteY3" fmla="*/ 4110087 h 4110087"/>
              <a:gd name="connsiteX4" fmla="*/ 0 w 9111006"/>
              <a:gd name="connsiteY4" fmla="*/ 0 h 4110087"/>
              <a:gd name="connsiteX0" fmla="*/ 0 w 9129860"/>
              <a:gd name="connsiteY0" fmla="*/ 0 h 4110087"/>
              <a:gd name="connsiteX1" fmla="*/ 9111006 w 9129860"/>
              <a:gd name="connsiteY1" fmla="*/ 0 h 4110087"/>
              <a:gd name="connsiteX2" fmla="*/ 9129860 w 9129860"/>
              <a:gd name="connsiteY2" fmla="*/ 3864990 h 4110087"/>
              <a:gd name="connsiteX3" fmla="*/ 0 w 9129860"/>
              <a:gd name="connsiteY3" fmla="*/ 4110087 h 4110087"/>
              <a:gd name="connsiteX4" fmla="*/ 0 w 9129860"/>
              <a:gd name="connsiteY4" fmla="*/ 0 h 4110087"/>
              <a:gd name="connsiteX0" fmla="*/ 0 w 9172281"/>
              <a:gd name="connsiteY0" fmla="*/ 0 h 4110087"/>
              <a:gd name="connsiteX1" fmla="*/ 9111006 w 9172281"/>
              <a:gd name="connsiteY1" fmla="*/ 0 h 4110087"/>
              <a:gd name="connsiteX2" fmla="*/ 9172281 w 9172281"/>
              <a:gd name="connsiteY2" fmla="*/ 2917596 h 4110087"/>
              <a:gd name="connsiteX3" fmla="*/ 0 w 9172281"/>
              <a:gd name="connsiteY3" fmla="*/ 4110087 h 4110087"/>
              <a:gd name="connsiteX4" fmla="*/ 0 w 9172281"/>
              <a:gd name="connsiteY4" fmla="*/ 0 h 4110087"/>
              <a:gd name="connsiteX0" fmla="*/ 0 w 9172281"/>
              <a:gd name="connsiteY0" fmla="*/ 18853 h 4128940"/>
              <a:gd name="connsiteX1" fmla="*/ 9162854 w 9172281"/>
              <a:gd name="connsiteY1" fmla="*/ 0 h 4128940"/>
              <a:gd name="connsiteX2" fmla="*/ 9172281 w 9172281"/>
              <a:gd name="connsiteY2" fmla="*/ 2936449 h 4128940"/>
              <a:gd name="connsiteX3" fmla="*/ 0 w 9172281"/>
              <a:gd name="connsiteY3" fmla="*/ 4128940 h 4128940"/>
              <a:gd name="connsiteX4" fmla="*/ 0 w 9172281"/>
              <a:gd name="connsiteY4" fmla="*/ 18853 h 4128940"/>
              <a:gd name="connsiteX0" fmla="*/ 0 w 9176994"/>
              <a:gd name="connsiteY0" fmla="*/ 18853 h 4128940"/>
              <a:gd name="connsiteX1" fmla="*/ 9162854 w 9176994"/>
              <a:gd name="connsiteY1" fmla="*/ 0 h 4128940"/>
              <a:gd name="connsiteX2" fmla="*/ 9176994 w 9176994"/>
              <a:gd name="connsiteY2" fmla="*/ 2813901 h 4128940"/>
              <a:gd name="connsiteX3" fmla="*/ 0 w 9176994"/>
              <a:gd name="connsiteY3" fmla="*/ 4128940 h 4128940"/>
              <a:gd name="connsiteX4" fmla="*/ 0 w 9176994"/>
              <a:gd name="connsiteY4" fmla="*/ 18853 h 4128940"/>
              <a:gd name="connsiteX0" fmla="*/ 0 w 9181708"/>
              <a:gd name="connsiteY0" fmla="*/ 1206630 h 4128940"/>
              <a:gd name="connsiteX1" fmla="*/ 9167568 w 9181708"/>
              <a:gd name="connsiteY1" fmla="*/ 0 h 4128940"/>
              <a:gd name="connsiteX2" fmla="*/ 9181708 w 9181708"/>
              <a:gd name="connsiteY2" fmla="*/ 2813901 h 4128940"/>
              <a:gd name="connsiteX3" fmla="*/ 4714 w 9181708"/>
              <a:gd name="connsiteY3" fmla="*/ 4128940 h 4128940"/>
              <a:gd name="connsiteX4" fmla="*/ 0 w 9181708"/>
              <a:gd name="connsiteY4" fmla="*/ 1206630 h 4128940"/>
              <a:gd name="connsiteX0" fmla="*/ 0 w 9192276"/>
              <a:gd name="connsiteY0" fmla="*/ 494906 h 3417216"/>
              <a:gd name="connsiteX1" fmla="*/ 9191135 w 9192276"/>
              <a:gd name="connsiteY1" fmla="*/ 0 h 3417216"/>
              <a:gd name="connsiteX2" fmla="*/ 9181708 w 9192276"/>
              <a:gd name="connsiteY2" fmla="*/ 2102177 h 3417216"/>
              <a:gd name="connsiteX3" fmla="*/ 4714 w 9192276"/>
              <a:gd name="connsiteY3" fmla="*/ 3417216 h 3417216"/>
              <a:gd name="connsiteX4" fmla="*/ 0 w 9192276"/>
              <a:gd name="connsiteY4" fmla="*/ 494906 h 3417216"/>
              <a:gd name="connsiteX0" fmla="*/ 0 w 9187821"/>
              <a:gd name="connsiteY0" fmla="*/ 0 h 2922310"/>
              <a:gd name="connsiteX1" fmla="*/ 9186422 w 9187821"/>
              <a:gd name="connsiteY1" fmla="*/ 160257 h 2922310"/>
              <a:gd name="connsiteX2" fmla="*/ 9181708 w 9187821"/>
              <a:gd name="connsiteY2" fmla="*/ 1607271 h 2922310"/>
              <a:gd name="connsiteX3" fmla="*/ 4714 w 9187821"/>
              <a:gd name="connsiteY3" fmla="*/ 2922310 h 2922310"/>
              <a:gd name="connsiteX4" fmla="*/ 0 w 9187821"/>
              <a:gd name="connsiteY4" fmla="*/ 0 h 2922310"/>
              <a:gd name="connsiteX0" fmla="*/ 0 w 9233988"/>
              <a:gd name="connsiteY0" fmla="*/ 0 h 2922310"/>
              <a:gd name="connsiteX1" fmla="*/ 9233556 w 9233988"/>
              <a:gd name="connsiteY1" fmla="*/ 14141 h 2922310"/>
              <a:gd name="connsiteX2" fmla="*/ 9181708 w 9233988"/>
              <a:gd name="connsiteY2" fmla="*/ 1607271 h 2922310"/>
              <a:gd name="connsiteX3" fmla="*/ 4714 w 9233988"/>
              <a:gd name="connsiteY3" fmla="*/ 2922310 h 2922310"/>
              <a:gd name="connsiteX4" fmla="*/ 0 w 9233988"/>
              <a:gd name="connsiteY4" fmla="*/ 0 h 2922310"/>
              <a:gd name="connsiteX0" fmla="*/ 0 w 9233815"/>
              <a:gd name="connsiteY0" fmla="*/ 0 h 2922310"/>
              <a:gd name="connsiteX1" fmla="*/ 9233556 w 9233815"/>
              <a:gd name="connsiteY1" fmla="*/ 14141 h 2922310"/>
              <a:gd name="connsiteX2" fmla="*/ 9135988 w 9233815"/>
              <a:gd name="connsiteY2" fmla="*/ 1658071 h 2922310"/>
              <a:gd name="connsiteX3" fmla="*/ 4714 w 9233815"/>
              <a:gd name="connsiteY3" fmla="*/ 2922310 h 2922310"/>
              <a:gd name="connsiteX4" fmla="*/ 0 w 9233815"/>
              <a:gd name="connsiteY4" fmla="*/ 0 h 2922310"/>
              <a:gd name="connsiteX0" fmla="*/ 0 w 9233827"/>
              <a:gd name="connsiteY0" fmla="*/ 0 h 2922310"/>
              <a:gd name="connsiteX1" fmla="*/ 9233556 w 9233827"/>
              <a:gd name="connsiteY1" fmla="*/ 14141 h 2922310"/>
              <a:gd name="connsiteX2" fmla="*/ 9135988 w 9233827"/>
              <a:gd name="connsiteY2" fmla="*/ 1658071 h 2922310"/>
              <a:gd name="connsiteX3" fmla="*/ 4714 w 9233827"/>
              <a:gd name="connsiteY3" fmla="*/ 2922310 h 2922310"/>
              <a:gd name="connsiteX4" fmla="*/ 0 w 9233827"/>
              <a:gd name="connsiteY4" fmla="*/ 0 h 2922310"/>
              <a:gd name="connsiteX0" fmla="*/ 0 w 9139369"/>
              <a:gd name="connsiteY0" fmla="*/ 0 h 2922310"/>
              <a:gd name="connsiteX1" fmla="*/ 9137036 w 9139369"/>
              <a:gd name="connsiteY1" fmla="*/ 9061 h 2922310"/>
              <a:gd name="connsiteX2" fmla="*/ 9135988 w 9139369"/>
              <a:gd name="connsiteY2" fmla="*/ 1658071 h 2922310"/>
              <a:gd name="connsiteX3" fmla="*/ 4714 w 9139369"/>
              <a:gd name="connsiteY3" fmla="*/ 2922310 h 2922310"/>
              <a:gd name="connsiteX4" fmla="*/ 0 w 9139369"/>
              <a:gd name="connsiteY4" fmla="*/ 0 h 2922310"/>
              <a:gd name="connsiteX0" fmla="*/ 0 w 9151228"/>
              <a:gd name="connsiteY0" fmla="*/ 0 h 2922310"/>
              <a:gd name="connsiteX1" fmla="*/ 9137036 w 9151228"/>
              <a:gd name="connsiteY1" fmla="*/ 9061 h 2922310"/>
              <a:gd name="connsiteX2" fmla="*/ 9151228 w 9151228"/>
              <a:gd name="connsiteY2" fmla="*/ 2282911 h 2922310"/>
              <a:gd name="connsiteX3" fmla="*/ 4714 w 9151228"/>
              <a:gd name="connsiteY3" fmla="*/ 2922310 h 2922310"/>
              <a:gd name="connsiteX4" fmla="*/ 0 w 9151228"/>
              <a:gd name="connsiteY4" fmla="*/ 0 h 2922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51228" h="2922310">
                <a:moveTo>
                  <a:pt x="0" y="0"/>
                </a:moveTo>
                <a:lnTo>
                  <a:pt x="9137036" y="9061"/>
                </a:lnTo>
                <a:cubicBezTo>
                  <a:pt x="9143321" y="1297391"/>
                  <a:pt x="9150023" y="2279821"/>
                  <a:pt x="9151228" y="2282911"/>
                </a:cubicBezTo>
                <a:lnTo>
                  <a:pt x="4714" y="2922310"/>
                </a:lnTo>
                <a:cubicBezTo>
                  <a:pt x="3143" y="1948207"/>
                  <a:pt x="1571" y="974103"/>
                  <a:pt x="0" y="0"/>
                </a:cubicBezTo>
                <a:close/>
              </a:path>
            </a:pathLst>
          </a:custGeom>
          <a:solidFill>
            <a:srgbClr val="EBE8DC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A3BBAB-1CDE-9A87-8C5B-E3CFAE29095C}"/>
              </a:ext>
            </a:extLst>
          </p:cNvPr>
          <p:cNvSpPr/>
          <p:nvPr userDrawn="1"/>
        </p:nvSpPr>
        <p:spPr>
          <a:xfrm>
            <a:off x="1" y="-98997"/>
            <a:ext cx="12213996" cy="6032829"/>
          </a:xfrm>
          <a:custGeom>
            <a:avLst/>
            <a:gdLst>
              <a:gd name="connsiteX0" fmla="*/ 0 w 9111006"/>
              <a:gd name="connsiteY0" fmla="*/ 0 h 4110087"/>
              <a:gd name="connsiteX1" fmla="*/ 9111006 w 9111006"/>
              <a:gd name="connsiteY1" fmla="*/ 0 h 4110087"/>
              <a:gd name="connsiteX2" fmla="*/ 9111006 w 9111006"/>
              <a:gd name="connsiteY2" fmla="*/ 4110087 h 4110087"/>
              <a:gd name="connsiteX3" fmla="*/ 0 w 9111006"/>
              <a:gd name="connsiteY3" fmla="*/ 4110087 h 4110087"/>
              <a:gd name="connsiteX4" fmla="*/ 0 w 9111006"/>
              <a:gd name="connsiteY4" fmla="*/ 0 h 4110087"/>
              <a:gd name="connsiteX0" fmla="*/ 0 w 9129860"/>
              <a:gd name="connsiteY0" fmla="*/ 0 h 4110087"/>
              <a:gd name="connsiteX1" fmla="*/ 9111006 w 9129860"/>
              <a:gd name="connsiteY1" fmla="*/ 0 h 4110087"/>
              <a:gd name="connsiteX2" fmla="*/ 9129860 w 9129860"/>
              <a:gd name="connsiteY2" fmla="*/ 3864990 h 4110087"/>
              <a:gd name="connsiteX3" fmla="*/ 0 w 9129860"/>
              <a:gd name="connsiteY3" fmla="*/ 4110087 h 4110087"/>
              <a:gd name="connsiteX4" fmla="*/ 0 w 9129860"/>
              <a:gd name="connsiteY4" fmla="*/ 0 h 4110087"/>
              <a:gd name="connsiteX0" fmla="*/ 0 w 9172281"/>
              <a:gd name="connsiteY0" fmla="*/ 0 h 4110087"/>
              <a:gd name="connsiteX1" fmla="*/ 9111006 w 9172281"/>
              <a:gd name="connsiteY1" fmla="*/ 0 h 4110087"/>
              <a:gd name="connsiteX2" fmla="*/ 9172281 w 9172281"/>
              <a:gd name="connsiteY2" fmla="*/ 2917596 h 4110087"/>
              <a:gd name="connsiteX3" fmla="*/ 0 w 9172281"/>
              <a:gd name="connsiteY3" fmla="*/ 4110087 h 4110087"/>
              <a:gd name="connsiteX4" fmla="*/ 0 w 9172281"/>
              <a:gd name="connsiteY4" fmla="*/ 0 h 4110087"/>
              <a:gd name="connsiteX0" fmla="*/ 0 w 9172281"/>
              <a:gd name="connsiteY0" fmla="*/ 18853 h 4128940"/>
              <a:gd name="connsiteX1" fmla="*/ 9162854 w 9172281"/>
              <a:gd name="connsiteY1" fmla="*/ 0 h 4128940"/>
              <a:gd name="connsiteX2" fmla="*/ 9172281 w 9172281"/>
              <a:gd name="connsiteY2" fmla="*/ 2936449 h 4128940"/>
              <a:gd name="connsiteX3" fmla="*/ 0 w 9172281"/>
              <a:gd name="connsiteY3" fmla="*/ 4128940 h 4128940"/>
              <a:gd name="connsiteX4" fmla="*/ 0 w 9172281"/>
              <a:gd name="connsiteY4" fmla="*/ 18853 h 4128940"/>
              <a:gd name="connsiteX0" fmla="*/ 0 w 9176994"/>
              <a:gd name="connsiteY0" fmla="*/ 18853 h 4128940"/>
              <a:gd name="connsiteX1" fmla="*/ 9162854 w 9176994"/>
              <a:gd name="connsiteY1" fmla="*/ 0 h 4128940"/>
              <a:gd name="connsiteX2" fmla="*/ 9176994 w 9176994"/>
              <a:gd name="connsiteY2" fmla="*/ 2813901 h 4128940"/>
              <a:gd name="connsiteX3" fmla="*/ 0 w 9176994"/>
              <a:gd name="connsiteY3" fmla="*/ 4128940 h 4128940"/>
              <a:gd name="connsiteX4" fmla="*/ 0 w 9176994"/>
              <a:gd name="connsiteY4" fmla="*/ 18853 h 4128940"/>
              <a:gd name="connsiteX0" fmla="*/ 0 w 9176994"/>
              <a:gd name="connsiteY0" fmla="*/ 32807 h 4142894"/>
              <a:gd name="connsiteX1" fmla="*/ 9167934 w 9176994"/>
              <a:gd name="connsiteY1" fmla="*/ 0 h 4142894"/>
              <a:gd name="connsiteX2" fmla="*/ 9176994 w 9176994"/>
              <a:gd name="connsiteY2" fmla="*/ 2827855 h 4142894"/>
              <a:gd name="connsiteX3" fmla="*/ 0 w 9176994"/>
              <a:gd name="connsiteY3" fmla="*/ 4142894 h 4142894"/>
              <a:gd name="connsiteX4" fmla="*/ 0 w 9176994"/>
              <a:gd name="connsiteY4" fmla="*/ 32807 h 4142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6994" h="4142894">
                <a:moveTo>
                  <a:pt x="0" y="32807"/>
                </a:moveTo>
                <a:lnTo>
                  <a:pt x="9167934" y="0"/>
                </a:lnTo>
                <a:cubicBezTo>
                  <a:pt x="9174219" y="1288330"/>
                  <a:pt x="9170709" y="1539525"/>
                  <a:pt x="9176994" y="2827855"/>
                </a:cubicBezTo>
                <a:lnTo>
                  <a:pt x="0" y="4142894"/>
                </a:lnTo>
                <a:lnTo>
                  <a:pt x="0" y="32807"/>
                </a:lnTo>
                <a:close/>
              </a:path>
            </a:pathLst>
          </a:custGeom>
          <a:solidFill>
            <a:srgbClr val="14202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2" name="Picture 1" descr="Icon&#10;&#10;Description automatically generated">
            <a:extLst>
              <a:ext uri="{FF2B5EF4-FFF2-40B4-BE49-F238E27FC236}">
                <a16:creationId xmlns:a16="http://schemas.microsoft.com/office/drawing/2014/main" id="{678A5F60-C1F7-8E29-9933-A44B6A8D6F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127" y="6149020"/>
            <a:ext cx="1199021" cy="376705"/>
          </a:xfrm>
          <a:prstGeom prst="rect">
            <a:avLst/>
          </a:prstGeom>
        </p:spPr>
      </p:pic>
      <p:sp>
        <p:nvSpPr>
          <p:cNvPr id="13" name="Freeform 12">
            <a:extLst>
              <a:ext uri="{FF2B5EF4-FFF2-40B4-BE49-F238E27FC236}">
                <a16:creationId xmlns:a16="http://schemas.microsoft.com/office/drawing/2014/main" id="{8CE0749F-D29F-39BF-E059-F9F6790B859B}"/>
              </a:ext>
            </a:extLst>
          </p:cNvPr>
          <p:cNvSpPr/>
          <p:nvPr userDrawn="1"/>
        </p:nvSpPr>
        <p:spPr>
          <a:xfrm>
            <a:off x="8169900" y="1317489"/>
            <a:ext cx="4053736" cy="5565843"/>
          </a:xfrm>
          <a:custGeom>
            <a:avLst/>
            <a:gdLst>
              <a:gd name="connsiteX0" fmla="*/ 3040302 w 3040302"/>
              <a:gd name="connsiteY0" fmla="*/ 0 h 4174382"/>
              <a:gd name="connsiteX1" fmla="*/ 3034547 w 3040302"/>
              <a:gd name="connsiteY1" fmla="*/ 4174382 h 4174382"/>
              <a:gd name="connsiteX2" fmla="*/ 2338418 w 3040302"/>
              <a:gd name="connsiteY2" fmla="*/ 4174382 h 4174382"/>
              <a:gd name="connsiteX3" fmla="*/ 207245 w 3040302"/>
              <a:gd name="connsiteY3" fmla="*/ 2661224 h 4174382"/>
              <a:gd name="connsiteX4" fmla="*/ 140136 w 3040302"/>
              <a:gd name="connsiteY4" fmla="*/ 2615842 h 4174382"/>
              <a:gd name="connsiteX5" fmla="*/ 132144 w 3040302"/>
              <a:gd name="connsiteY5" fmla="*/ 2607903 h 4174382"/>
              <a:gd name="connsiteX6" fmla="*/ 125087 w 3040302"/>
              <a:gd name="connsiteY6" fmla="*/ 2602892 h 4174382"/>
              <a:gd name="connsiteX7" fmla="*/ 125062 w 3040302"/>
              <a:gd name="connsiteY7" fmla="*/ 2600867 h 4174382"/>
              <a:gd name="connsiteX8" fmla="*/ 81713 w 3040302"/>
              <a:gd name="connsiteY8" fmla="*/ 2557803 h 4174382"/>
              <a:gd name="connsiteX9" fmla="*/ 0 w 3040302"/>
              <a:gd name="connsiteY9" fmla="*/ 2338544 h 4174382"/>
              <a:gd name="connsiteX10" fmla="*/ 81713 w 3040302"/>
              <a:gd name="connsiteY10" fmla="*/ 2119285 h 4174382"/>
              <a:gd name="connsiteX11" fmla="*/ 118702 w 3040302"/>
              <a:gd name="connsiteY11" fmla="*/ 2082540 h 4174382"/>
              <a:gd name="connsiteX12" fmla="*/ 118651 w 3040302"/>
              <a:gd name="connsiteY12" fmla="*/ 2078380 h 4174382"/>
              <a:gd name="connsiteX13" fmla="*/ 133578 w 3040302"/>
              <a:gd name="connsiteY13" fmla="*/ 2067762 h 4174382"/>
              <a:gd name="connsiteX14" fmla="*/ 140136 w 3040302"/>
              <a:gd name="connsiteY14" fmla="*/ 2061248 h 4174382"/>
              <a:gd name="connsiteX15" fmla="*/ 192822 w 3040302"/>
              <a:gd name="connsiteY15" fmla="*/ 2025618 h 4174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040302" h="4174382">
                <a:moveTo>
                  <a:pt x="3040302" y="0"/>
                </a:moveTo>
                <a:lnTo>
                  <a:pt x="3034547" y="4174382"/>
                </a:lnTo>
                <a:lnTo>
                  <a:pt x="2338418" y="4174382"/>
                </a:lnTo>
                <a:lnTo>
                  <a:pt x="207245" y="2661224"/>
                </a:lnTo>
                <a:lnTo>
                  <a:pt x="140136" y="2615842"/>
                </a:lnTo>
                <a:lnTo>
                  <a:pt x="132144" y="2607903"/>
                </a:lnTo>
                <a:lnTo>
                  <a:pt x="125087" y="2602892"/>
                </a:lnTo>
                <a:lnTo>
                  <a:pt x="125062" y="2600867"/>
                </a:lnTo>
                <a:lnTo>
                  <a:pt x="81713" y="2557803"/>
                </a:lnTo>
                <a:cubicBezTo>
                  <a:pt x="30124" y="2495215"/>
                  <a:pt x="0" y="2419763"/>
                  <a:pt x="0" y="2338544"/>
                </a:cubicBezTo>
                <a:cubicBezTo>
                  <a:pt x="0" y="2257326"/>
                  <a:pt x="30124" y="2181874"/>
                  <a:pt x="81713" y="2119285"/>
                </a:cubicBezTo>
                <a:lnTo>
                  <a:pt x="118702" y="2082540"/>
                </a:lnTo>
                <a:lnTo>
                  <a:pt x="118651" y="2078380"/>
                </a:lnTo>
                <a:lnTo>
                  <a:pt x="133578" y="2067762"/>
                </a:lnTo>
                <a:lnTo>
                  <a:pt x="140136" y="2061248"/>
                </a:lnTo>
                <a:lnTo>
                  <a:pt x="192822" y="2025618"/>
                </a:lnTo>
                <a:close/>
              </a:path>
            </a:pathLst>
          </a:custGeom>
          <a:solidFill>
            <a:srgbClr val="02A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87288866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8">
            <a:extLst>
              <a:ext uri="{FF2B5EF4-FFF2-40B4-BE49-F238E27FC236}">
                <a16:creationId xmlns:a16="http://schemas.microsoft.com/office/drawing/2014/main" id="{6077DD46-AC9E-1344-6C63-A74228882264}"/>
              </a:ext>
            </a:extLst>
          </p:cNvPr>
          <p:cNvSpPr/>
          <p:nvPr userDrawn="1"/>
        </p:nvSpPr>
        <p:spPr>
          <a:xfrm flipV="1">
            <a:off x="2" y="2983968"/>
            <a:ext cx="12201637" cy="3896413"/>
          </a:xfrm>
          <a:custGeom>
            <a:avLst/>
            <a:gdLst>
              <a:gd name="connsiteX0" fmla="*/ 0 w 9111006"/>
              <a:gd name="connsiteY0" fmla="*/ 0 h 4110087"/>
              <a:gd name="connsiteX1" fmla="*/ 9111006 w 9111006"/>
              <a:gd name="connsiteY1" fmla="*/ 0 h 4110087"/>
              <a:gd name="connsiteX2" fmla="*/ 9111006 w 9111006"/>
              <a:gd name="connsiteY2" fmla="*/ 4110087 h 4110087"/>
              <a:gd name="connsiteX3" fmla="*/ 0 w 9111006"/>
              <a:gd name="connsiteY3" fmla="*/ 4110087 h 4110087"/>
              <a:gd name="connsiteX4" fmla="*/ 0 w 9111006"/>
              <a:gd name="connsiteY4" fmla="*/ 0 h 4110087"/>
              <a:gd name="connsiteX0" fmla="*/ 0 w 9129860"/>
              <a:gd name="connsiteY0" fmla="*/ 0 h 4110087"/>
              <a:gd name="connsiteX1" fmla="*/ 9111006 w 9129860"/>
              <a:gd name="connsiteY1" fmla="*/ 0 h 4110087"/>
              <a:gd name="connsiteX2" fmla="*/ 9129860 w 9129860"/>
              <a:gd name="connsiteY2" fmla="*/ 3864990 h 4110087"/>
              <a:gd name="connsiteX3" fmla="*/ 0 w 9129860"/>
              <a:gd name="connsiteY3" fmla="*/ 4110087 h 4110087"/>
              <a:gd name="connsiteX4" fmla="*/ 0 w 9129860"/>
              <a:gd name="connsiteY4" fmla="*/ 0 h 4110087"/>
              <a:gd name="connsiteX0" fmla="*/ 0 w 9172281"/>
              <a:gd name="connsiteY0" fmla="*/ 0 h 4110087"/>
              <a:gd name="connsiteX1" fmla="*/ 9111006 w 9172281"/>
              <a:gd name="connsiteY1" fmla="*/ 0 h 4110087"/>
              <a:gd name="connsiteX2" fmla="*/ 9172281 w 9172281"/>
              <a:gd name="connsiteY2" fmla="*/ 2917596 h 4110087"/>
              <a:gd name="connsiteX3" fmla="*/ 0 w 9172281"/>
              <a:gd name="connsiteY3" fmla="*/ 4110087 h 4110087"/>
              <a:gd name="connsiteX4" fmla="*/ 0 w 9172281"/>
              <a:gd name="connsiteY4" fmla="*/ 0 h 4110087"/>
              <a:gd name="connsiteX0" fmla="*/ 0 w 9172281"/>
              <a:gd name="connsiteY0" fmla="*/ 18853 h 4128940"/>
              <a:gd name="connsiteX1" fmla="*/ 9162854 w 9172281"/>
              <a:gd name="connsiteY1" fmla="*/ 0 h 4128940"/>
              <a:gd name="connsiteX2" fmla="*/ 9172281 w 9172281"/>
              <a:gd name="connsiteY2" fmla="*/ 2936449 h 4128940"/>
              <a:gd name="connsiteX3" fmla="*/ 0 w 9172281"/>
              <a:gd name="connsiteY3" fmla="*/ 4128940 h 4128940"/>
              <a:gd name="connsiteX4" fmla="*/ 0 w 9172281"/>
              <a:gd name="connsiteY4" fmla="*/ 18853 h 4128940"/>
              <a:gd name="connsiteX0" fmla="*/ 0 w 9176994"/>
              <a:gd name="connsiteY0" fmla="*/ 18853 h 4128940"/>
              <a:gd name="connsiteX1" fmla="*/ 9162854 w 9176994"/>
              <a:gd name="connsiteY1" fmla="*/ 0 h 4128940"/>
              <a:gd name="connsiteX2" fmla="*/ 9176994 w 9176994"/>
              <a:gd name="connsiteY2" fmla="*/ 2813901 h 4128940"/>
              <a:gd name="connsiteX3" fmla="*/ 0 w 9176994"/>
              <a:gd name="connsiteY3" fmla="*/ 4128940 h 4128940"/>
              <a:gd name="connsiteX4" fmla="*/ 0 w 9176994"/>
              <a:gd name="connsiteY4" fmla="*/ 18853 h 4128940"/>
              <a:gd name="connsiteX0" fmla="*/ 0 w 9181708"/>
              <a:gd name="connsiteY0" fmla="*/ 1206630 h 4128940"/>
              <a:gd name="connsiteX1" fmla="*/ 9167568 w 9181708"/>
              <a:gd name="connsiteY1" fmla="*/ 0 h 4128940"/>
              <a:gd name="connsiteX2" fmla="*/ 9181708 w 9181708"/>
              <a:gd name="connsiteY2" fmla="*/ 2813901 h 4128940"/>
              <a:gd name="connsiteX3" fmla="*/ 4714 w 9181708"/>
              <a:gd name="connsiteY3" fmla="*/ 4128940 h 4128940"/>
              <a:gd name="connsiteX4" fmla="*/ 0 w 9181708"/>
              <a:gd name="connsiteY4" fmla="*/ 1206630 h 4128940"/>
              <a:gd name="connsiteX0" fmla="*/ 0 w 9192276"/>
              <a:gd name="connsiteY0" fmla="*/ 494906 h 3417216"/>
              <a:gd name="connsiteX1" fmla="*/ 9191135 w 9192276"/>
              <a:gd name="connsiteY1" fmla="*/ 0 h 3417216"/>
              <a:gd name="connsiteX2" fmla="*/ 9181708 w 9192276"/>
              <a:gd name="connsiteY2" fmla="*/ 2102177 h 3417216"/>
              <a:gd name="connsiteX3" fmla="*/ 4714 w 9192276"/>
              <a:gd name="connsiteY3" fmla="*/ 3417216 h 3417216"/>
              <a:gd name="connsiteX4" fmla="*/ 0 w 9192276"/>
              <a:gd name="connsiteY4" fmla="*/ 494906 h 3417216"/>
              <a:gd name="connsiteX0" fmla="*/ 0 w 9187821"/>
              <a:gd name="connsiteY0" fmla="*/ 0 h 2922310"/>
              <a:gd name="connsiteX1" fmla="*/ 9186422 w 9187821"/>
              <a:gd name="connsiteY1" fmla="*/ 160257 h 2922310"/>
              <a:gd name="connsiteX2" fmla="*/ 9181708 w 9187821"/>
              <a:gd name="connsiteY2" fmla="*/ 1607271 h 2922310"/>
              <a:gd name="connsiteX3" fmla="*/ 4714 w 9187821"/>
              <a:gd name="connsiteY3" fmla="*/ 2922310 h 2922310"/>
              <a:gd name="connsiteX4" fmla="*/ 0 w 9187821"/>
              <a:gd name="connsiteY4" fmla="*/ 0 h 2922310"/>
              <a:gd name="connsiteX0" fmla="*/ 0 w 9233988"/>
              <a:gd name="connsiteY0" fmla="*/ 0 h 2922310"/>
              <a:gd name="connsiteX1" fmla="*/ 9233556 w 9233988"/>
              <a:gd name="connsiteY1" fmla="*/ 14141 h 2922310"/>
              <a:gd name="connsiteX2" fmla="*/ 9181708 w 9233988"/>
              <a:gd name="connsiteY2" fmla="*/ 1607271 h 2922310"/>
              <a:gd name="connsiteX3" fmla="*/ 4714 w 9233988"/>
              <a:gd name="connsiteY3" fmla="*/ 2922310 h 2922310"/>
              <a:gd name="connsiteX4" fmla="*/ 0 w 9233988"/>
              <a:gd name="connsiteY4" fmla="*/ 0 h 2922310"/>
              <a:gd name="connsiteX0" fmla="*/ 0 w 9233815"/>
              <a:gd name="connsiteY0" fmla="*/ 0 h 2922310"/>
              <a:gd name="connsiteX1" fmla="*/ 9233556 w 9233815"/>
              <a:gd name="connsiteY1" fmla="*/ 14141 h 2922310"/>
              <a:gd name="connsiteX2" fmla="*/ 9135988 w 9233815"/>
              <a:gd name="connsiteY2" fmla="*/ 1658071 h 2922310"/>
              <a:gd name="connsiteX3" fmla="*/ 4714 w 9233815"/>
              <a:gd name="connsiteY3" fmla="*/ 2922310 h 2922310"/>
              <a:gd name="connsiteX4" fmla="*/ 0 w 9233815"/>
              <a:gd name="connsiteY4" fmla="*/ 0 h 2922310"/>
              <a:gd name="connsiteX0" fmla="*/ 0 w 9233827"/>
              <a:gd name="connsiteY0" fmla="*/ 0 h 2922310"/>
              <a:gd name="connsiteX1" fmla="*/ 9233556 w 9233827"/>
              <a:gd name="connsiteY1" fmla="*/ 14141 h 2922310"/>
              <a:gd name="connsiteX2" fmla="*/ 9135988 w 9233827"/>
              <a:gd name="connsiteY2" fmla="*/ 1658071 h 2922310"/>
              <a:gd name="connsiteX3" fmla="*/ 4714 w 9233827"/>
              <a:gd name="connsiteY3" fmla="*/ 2922310 h 2922310"/>
              <a:gd name="connsiteX4" fmla="*/ 0 w 9233827"/>
              <a:gd name="connsiteY4" fmla="*/ 0 h 2922310"/>
              <a:gd name="connsiteX0" fmla="*/ 0 w 9139369"/>
              <a:gd name="connsiteY0" fmla="*/ 0 h 2922310"/>
              <a:gd name="connsiteX1" fmla="*/ 9137036 w 9139369"/>
              <a:gd name="connsiteY1" fmla="*/ 9061 h 2922310"/>
              <a:gd name="connsiteX2" fmla="*/ 9135988 w 9139369"/>
              <a:gd name="connsiteY2" fmla="*/ 1658071 h 2922310"/>
              <a:gd name="connsiteX3" fmla="*/ 4714 w 9139369"/>
              <a:gd name="connsiteY3" fmla="*/ 2922310 h 2922310"/>
              <a:gd name="connsiteX4" fmla="*/ 0 w 9139369"/>
              <a:gd name="connsiteY4" fmla="*/ 0 h 2922310"/>
              <a:gd name="connsiteX0" fmla="*/ 0 w 9151228"/>
              <a:gd name="connsiteY0" fmla="*/ 0 h 2922310"/>
              <a:gd name="connsiteX1" fmla="*/ 9137036 w 9151228"/>
              <a:gd name="connsiteY1" fmla="*/ 9061 h 2922310"/>
              <a:gd name="connsiteX2" fmla="*/ 9151228 w 9151228"/>
              <a:gd name="connsiteY2" fmla="*/ 2282911 h 2922310"/>
              <a:gd name="connsiteX3" fmla="*/ 4714 w 9151228"/>
              <a:gd name="connsiteY3" fmla="*/ 2922310 h 2922310"/>
              <a:gd name="connsiteX4" fmla="*/ 0 w 9151228"/>
              <a:gd name="connsiteY4" fmla="*/ 0 h 2922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51228" h="2922310">
                <a:moveTo>
                  <a:pt x="0" y="0"/>
                </a:moveTo>
                <a:lnTo>
                  <a:pt x="9137036" y="9061"/>
                </a:lnTo>
                <a:cubicBezTo>
                  <a:pt x="9143321" y="1297391"/>
                  <a:pt x="9150023" y="2279821"/>
                  <a:pt x="9151228" y="2282911"/>
                </a:cubicBezTo>
                <a:lnTo>
                  <a:pt x="4714" y="2922310"/>
                </a:lnTo>
                <a:cubicBezTo>
                  <a:pt x="3143" y="1948207"/>
                  <a:pt x="1571" y="974103"/>
                  <a:pt x="0" y="0"/>
                </a:cubicBezTo>
                <a:close/>
              </a:path>
            </a:pathLst>
          </a:custGeom>
          <a:solidFill>
            <a:srgbClr val="05172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A3BBAB-1CDE-9A87-8C5B-E3CFAE29095C}"/>
              </a:ext>
            </a:extLst>
          </p:cNvPr>
          <p:cNvSpPr/>
          <p:nvPr userDrawn="1"/>
        </p:nvSpPr>
        <p:spPr>
          <a:xfrm>
            <a:off x="-1" y="-35397"/>
            <a:ext cx="12213996" cy="6032829"/>
          </a:xfrm>
          <a:custGeom>
            <a:avLst/>
            <a:gdLst>
              <a:gd name="connsiteX0" fmla="*/ 0 w 9111006"/>
              <a:gd name="connsiteY0" fmla="*/ 0 h 4110087"/>
              <a:gd name="connsiteX1" fmla="*/ 9111006 w 9111006"/>
              <a:gd name="connsiteY1" fmla="*/ 0 h 4110087"/>
              <a:gd name="connsiteX2" fmla="*/ 9111006 w 9111006"/>
              <a:gd name="connsiteY2" fmla="*/ 4110087 h 4110087"/>
              <a:gd name="connsiteX3" fmla="*/ 0 w 9111006"/>
              <a:gd name="connsiteY3" fmla="*/ 4110087 h 4110087"/>
              <a:gd name="connsiteX4" fmla="*/ 0 w 9111006"/>
              <a:gd name="connsiteY4" fmla="*/ 0 h 4110087"/>
              <a:gd name="connsiteX0" fmla="*/ 0 w 9129860"/>
              <a:gd name="connsiteY0" fmla="*/ 0 h 4110087"/>
              <a:gd name="connsiteX1" fmla="*/ 9111006 w 9129860"/>
              <a:gd name="connsiteY1" fmla="*/ 0 h 4110087"/>
              <a:gd name="connsiteX2" fmla="*/ 9129860 w 9129860"/>
              <a:gd name="connsiteY2" fmla="*/ 3864990 h 4110087"/>
              <a:gd name="connsiteX3" fmla="*/ 0 w 9129860"/>
              <a:gd name="connsiteY3" fmla="*/ 4110087 h 4110087"/>
              <a:gd name="connsiteX4" fmla="*/ 0 w 9129860"/>
              <a:gd name="connsiteY4" fmla="*/ 0 h 4110087"/>
              <a:gd name="connsiteX0" fmla="*/ 0 w 9172281"/>
              <a:gd name="connsiteY0" fmla="*/ 0 h 4110087"/>
              <a:gd name="connsiteX1" fmla="*/ 9111006 w 9172281"/>
              <a:gd name="connsiteY1" fmla="*/ 0 h 4110087"/>
              <a:gd name="connsiteX2" fmla="*/ 9172281 w 9172281"/>
              <a:gd name="connsiteY2" fmla="*/ 2917596 h 4110087"/>
              <a:gd name="connsiteX3" fmla="*/ 0 w 9172281"/>
              <a:gd name="connsiteY3" fmla="*/ 4110087 h 4110087"/>
              <a:gd name="connsiteX4" fmla="*/ 0 w 9172281"/>
              <a:gd name="connsiteY4" fmla="*/ 0 h 4110087"/>
              <a:gd name="connsiteX0" fmla="*/ 0 w 9172281"/>
              <a:gd name="connsiteY0" fmla="*/ 18853 h 4128940"/>
              <a:gd name="connsiteX1" fmla="*/ 9162854 w 9172281"/>
              <a:gd name="connsiteY1" fmla="*/ 0 h 4128940"/>
              <a:gd name="connsiteX2" fmla="*/ 9172281 w 9172281"/>
              <a:gd name="connsiteY2" fmla="*/ 2936449 h 4128940"/>
              <a:gd name="connsiteX3" fmla="*/ 0 w 9172281"/>
              <a:gd name="connsiteY3" fmla="*/ 4128940 h 4128940"/>
              <a:gd name="connsiteX4" fmla="*/ 0 w 9172281"/>
              <a:gd name="connsiteY4" fmla="*/ 18853 h 4128940"/>
              <a:gd name="connsiteX0" fmla="*/ 0 w 9176994"/>
              <a:gd name="connsiteY0" fmla="*/ 18853 h 4128940"/>
              <a:gd name="connsiteX1" fmla="*/ 9162854 w 9176994"/>
              <a:gd name="connsiteY1" fmla="*/ 0 h 4128940"/>
              <a:gd name="connsiteX2" fmla="*/ 9176994 w 9176994"/>
              <a:gd name="connsiteY2" fmla="*/ 2813901 h 4128940"/>
              <a:gd name="connsiteX3" fmla="*/ 0 w 9176994"/>
              <a:gd name="connsiteY3" fmla="*/ 4128940 h 4128940"/>
              <a:gd name="connsiteX4" fmla="*/ 0 w 9176994"/>
              <a:gd name="connsiteY4" fmla="*/ 18853 h 4128940"/>
              <a:gd name="connsiteX0" fmla="*/ 0 w 9176994"/>
              <a:gd name="connsiteY0" fmla="*/ 32807 h 4142894"/>
              <a:gd name="connsiteX1" fmla="*/ 9167934 w 9176994"/>
              <a:gd name="connsiteY1" fmla="*/ 0 h 4142894"/>
              <a:gd name="connsiteX2" fmla="*/ 9176994 w 9176994"/>
              <a:gd name="connsiteY2" fmla="*/ 2827855 h 4142894"/>
              <a:gd name="connsiteX3" fmla="*/ 0 w 9176994"/>
              <a:gd name="connsiteY3" fmla="*/ 4142894 h 4142894"/>
              <a:gd name="connsiteX4" fmla="*/ 0 w 9176994"/>
              <a:gd name="connsiteY4" fmla="*/ 32807 h 4142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6994" h="4142894">
                <a:moveTo>
                  <a:pt x="0" y="32807"/>
                </a:moveTo>
                <a:lnTo>
                  <a:pt x="9167934" y="0"/>
                </a:lnTo>
                <a:cubicBezTo>
                  <a:pt x="9174219" y="1288330"/>
                  <a:pt x="9170709" y="1539525"/>
                  <a:pt x="9176994" y="2827855"/>
                </a:cubicBezTo>
                <a:lnTo>
                  <a:pt x="0" y="4142894"/>
                </a:lnTo>
                <a:lnTo>
                  <a:pt x="0" y="3280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15C68FFE-6CFF-B42B-6BF1-111977BC90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854" y="6149020"/>
            <a:ext cx="1199025" cy="376705"/>
          </a:xfrm>
          <a:prstGeom prst="rect">
            <a:avLst/>
          </a:prstGeom>
        </p:spPr>
      </p:pic>
      <p:sp>
        <p:nvSpPr>
          <p:cNvPr id="2" name="Freeform 1">
            <a:extLst>
              <a:ext uri="{FF2B5EF4-FFF2-40B4-BE49-F238E27FC236}">
                <a16:creationId xmlns:a16="http://schemas.microsoft.com/office/drawing/2014/main" id="{745D549F-5C55-772B-9002-2553BB60A910}"/>
              </a:ext>
            </a:extLst>
          </p:cNvPr>
          <p:cNvSpPr/>
          <p:nvPr userDrawn="1"/>
        </p:nvSpPr>
        <p:spPr>
          <a:xfrm>
            <a:off x="8169900" y="1317489"/>
            <a:ext cx="4053736" cy="5565843"/>
          </a:xfrm>
          <a:custGeom>
            <a:avLst/>
            <a:gdLst>
              <a:gd name="connsiteX0" fmla="*/ 3040302 w 3040302"/>
              <a:gd name="connsiteY0" fmla="*/ 0 h 4174382"/>
              <a:gd name="connsiteX1" fmla="*/ 3034547 w 3040302"/>
              <a:gd name="connsiteY1" fmla="*/ 4174382 h 4174382"/>
              <a:gd name="connsiteX2" fmla="*/ 2338418 w 3040302"/>
              <a:gd name="connsiteY2" fmla="*/ 4174382 h 4174382"/>
              <a:gd name="connsiteX3" fmla="*/ 207245 w 3040302"/>
              <a:gd name="connsiteY3" fmla="*/ 2661224 h 4174382"/>
              <a:gd name="connsiteX4" fmla="*/ 140136 w 3040302"/>
              <a:gd name="connsiteY4" fmla="*/ 2615842 h 4174382"/>
              <a:gd name="connsiteX5" fmla="*/ 132144 w 3040302"/>
              <a:gd name="connsiteY5" fmla="*/ 2607903 h 4174382"/>
              <a:gd name="connsiteX6" fmla="*/ 125087 w 3040302"/>
              <a:gd name="connsiteY6" fmla="*/ 2602892 h 4174382"/>
              <a:gd name="connsiteX7" fmla="*/ 125062 w 3040302"/>
              <a:gd name="connsiteY7" fmla="*/ 2600867 h 4174382"/>
              <a:gd name="connsiteX8" fmla="*/ 81713 w 3040302"/>
              <a:gd name="connsiteY8" fmla="*/ 2557803 h 4174382"/>
              <a:gd name="connsiteX9" fmla="*/ 0 w 3040302"/>
              <a:gd name="connsiteY9" fmla="*/ 2338544 h 4174382"/>
              <a:gd name="connsiteX10" fmla="*/ 81713 w 3040302"/>
              <a:gd name="connsiteY10" fmla="*/ 2119285 h 4174382"/>
              <a:gd name="connsiteX11" fmla="*/ 118702 w 3040302"/>
              <a:gd name="connsiteY11" fmla="*/ 2082540 h 4174382"/>
              <a:gd name="connsiteX12" fmla="*/ 118651 w 3040302"/>
              <a:gd name="connsiteY12" fmla="*/ 2078380 h 4174382"/>
              <a:gd name="connsiteX13" fmla="*/ 133578 w 3040302"/>
              <a:gd name="connsiteY13" fmla="*/ 2067762 h 4174382"/>
              <a:gd name="connsiteX14" fmla="*/ 140136 w 3040302"/>
              <a:gd name="connsiteY14" fmla="*/ 2061248 h 4174382"/>
              <a:gd name="connsiteX15" fmla="*/ 192822 w 3040302"/>
              <a:gd name="connsiteY15" fmla="*/ 2025618 h 4174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040302" h="4174382">
                <a:moveTo>
                  <a:pt x="3040302" y="0"/>
                </a:moveTo>
                <a:lnTo>
                  <a:pt x="3034547" y="4174382"/>
                </a:lnTo>
                <a:lnTo>
                  <a:pt x="2338418" y="4174382"/>
                </a:lnTo>
                <a:lnTo>
                  <a:pt x="207245" y="2661224"/>
                </a:lnTo>
                <a:lnTo>
                  <a:pt x="140136" y="2615842"/>
                </a:lnTo>
                <a:lnTo>
                  <a:pt x="132144" y="2607903"/>
                </a:lnTo>
                <a:lnTo>
                  <a:pt x="125087" y="2602892"/>
                </a:lnTo>
                <a:lnTo>
                  <a:pt x="125062" y="2600867"/>
                </a:lnTo>
                <a:lnTo>
                  <a:pt x="81713" y="2557803"/>
                </a:lnTo>
                <a:cubicBezTo>
                  <a:pt x="30124" y="2495215"/>
                  <a:pt x="0" y="2419763"/>
                  <a:pt x="0" y="2338544"/>
                </a:cubicBezTo>
                <a:cubicBezTo>
                  <a:pt x="0" y="2257326"/>
                  <a:pt x="30124" y="2181874"/>
                  <a:pt x="81713" y="2119285"/>
                </a:cubicBezTo>
                <a:lnTo>
                  <a:pt x="118702" y="2082540"/>
                </a:lnTo>
                <a:lnTo>
                  <a:pt x="118651" y="2078380"/>
                </a:lnTo>
                <a:lnTo>
                  <a:pt x="133578" y="2067762"/>
                </a:lnTo>
                <a:lnTo>
                  <a:pt x="140136" y="2061248"/>
                </a:lnTo>
                <a:lnTo>
                  <a:pt x="192822" y="2025618"/>
                </a:lnTo>
                <a:close/>
              </a:path>
            </a:pathLst>
          </a:custGeom>
          <a:solidFill>
            <a:srgbClr val="02A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53332964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8">
            <a:extLst>
              <a:ext uri="{FF2B5EF4-FFF2-40B4-BE49-F238E27FC236}">
                <a16:creationId xmlns:a16="http://schemas.microsoft.com/office/drawing/2014/main" id="{6077DD46-AC9E-1344-6C63-A74228882264}"/>
              </a:ext>
            </a:extLst>
          </p:cNvPr>
          <p:cNvSpPr/>
          <p:nvPr userDrawn="1"/>
        </p:nvSpPr>
        <p:spPr>
          <a:xfrm flipH="1" flipV="1">
            <a:off x="-18435" y="3016717"/>
            <a:ext cx="12232429" cy="3891105"/>
          </a:xfrm>
          <a:custGeom>
            <a:avLst/>
            <a:gdLst>
              <a:gd name="connsiteX0" fmla="*/ 0 w 9111006"/>
              <a:gd name="connsiteY0" fmla="*/ 0 h 4110087"/>
              <a:gd name="connsiteX1" fmla="*/ 9111006 w 9111006"/>
              <a:gd name="connsiteY1" fmla="*/ 0 h 4110087"/>
              <a:gd name="connsiteX2" fmla="*/ 9111006 w 9111006"/>
              <a:gd name="connsiteY2" fmla="*/ 4110087 h 4110087"/>
              <a:gd name="connsiteX3" fmla="*/ 0 w 9111006"/>
              <a:gd name="connsiteY3" fmla="*/ 4110087 h 4110087"/>
              <a:gd name="connsiteX4" fmla="*/ 0 w 9111006"/>
              <a:gd name="connsiteY4" fmla="*/ 0 h 4110087"/>
              <a:gd name="connsiteX0" fmla="*/ 0 w 9129860"/>
              <a:gd name="connsiteY0" fmla="*/ 0 h 4110087"/>
              <a:gd name="connsiteX1" fmla="*/ 9111006 w 9129860"/>
              <a:gd name="connsiteY1" fmla="*/ 0 h 4110087"/>
              <a:gd name="connsiteX2" fmla="*/ 9129860 w 9129860"/>
              <a:gd name="connsiteY2" fmla="*/ 3864990 h 4110087"/>
              <a:gd name="connsiteX3" fmla="*/ 0 w 9129860"/>
              <a:gd name="connsiteY3" fmla="*/ 4110087 h 4110087"/>
              <a:gd name="connsiteX4" fmla="*/ 0 w 9129860"/>
              <a:gd name="connsiteY4" fmla="*/ 0 h 4110087"/>
              <a:gd name="connsiteX0" fmla="*/ 0 w 9172281"/>
              <a:gd name="connsiteY0" fmla="*/ 0 h 4110087"/>
              <a:gd name="connsiteX1" fmla="*/ 9111006 w 9172281"/>
              <a:gd name="connsiteY1" fmla="*/ 0 h 4110087"/>
              <a:gd name="connsiteX2" fmla="*/ 9172281 w 9172281"/>
              <a:gd name="connsiteY2" fmla="*/ 2917596 h 4110087"/>
              <a:gd name="connsiteX3" fmla="*/ 0 w 9172281"/>
              <a:gd name="connsiteY3" fmla="*/ 4110087 h 4110087"/>
              <a:gd name="connsiteX4" fmla="*/ 0 w 9172281"/>
              <a:gd name="connsiteY4" fmla="*/ 0 h 4110087"/>
              <a:gd name="connsiteX0" fmla="*/ 0 w 9172281"/>
              <a:gd name="connsiteY0" fmla="*/ 18853 h 4128940"/>
              <a:gd name="connsiteX1" fmla="*/ 9162854 w 9172281"/>
              <a:gd name="connsiteY1" fmla="*/ 0 h 4128940"/>
              <a:gd name="connsiteX2" fmla="*/ 9172281 w 9172281"/>
              <a:gd name="connsiteY2" fmla="*/ 2936449 h 4128940"/>
              <a:gd name="connsiteX3" fmla="*/ 0 w 9172281"/>
              <a:gd name="connsiteY3" fmla="*/ 4128940 h 4128940"/>
              <a:gd name="connsiteX4" fmla="*/ 0 w 9172281"/>
              <a:gd name="connsiteY4" fmla="*/ 18853 h 4128940"/>
              <a:gd name="connsiteX0" fmla="*/ 0 w 9176994"/>
              <a:gd name="connsiteY0" fmla="*/ 18853 h 4128940"/>
              <a:gd name="connsiteX1" fmla="*/ 9162854 w 9176994"/>
              <a:gd name="connsiteY1" fmla="*/ 0 h 4128940"/>
              <a:gd name="connsiteX2" fmla="*/ 9176994 w 9176994"/>
              <a:gd name="connsiteY2" fmla="*/ 2813901 h 4128940"/>
              <a:gd name="connsiteX3" fmla="*/ 0 w 9176994"/>
              <a:gd name="connsiteY3" fmla="*/ 4128940 h 4128940"/>
              <a:gd name="connsiteX4" fmla="*/ 0 w 9176994"/>
              <a:gd name="connsiteY4" fmla="*/ 18853 h 4128940"/>
              <a:gd name="connsiteX0" fmla="*/ 0 w 9181708"/>
              <a:gd name="connsiteY0" fmla="*/ 1206630 h 4128940"/>
              <a:gd name="connsiteX1" fmla="*/ 9167568 w 9181708"/>
              <a:gd name="connsiteY1" fmla="*/ 0 h 4128940"/>
              <a:gd name="connsiteX2" fmla="*/ 9181708 w 9181708"/>
              <a:gd name="connsiteY2" fmla="*/ 2813901 h 4128940"/>
              <a:gd name="connsiteX3" fmla="*/ 4714 w 9181708"/>
              <a:gd name="connsiteY3" fmla="*/ 4128940 h 4128940"/>
              <a:gd name="connsiteX4" fmla="*/ 0 w 9181708"/>
              <a:gd name="connsiteY4" fmla="*/ 1206630 h 4128940"/>
              <a:gd name="connsiteX0" fmla="*/ 0 w 9192276"/>
              <a:gd name="connsiteY0" fmla="*/ 494906 h 3417216"/>
              <a:gd name="connsiteX1" fmla="*/ 9191135 w 9192276"/>
              <a:gd name="connsiteY1" fmla="*/ 0 h 3417216"/>
              <a:gd name="connsiteX2" fmla="*/ 9181708 w 9192276"/>
              <a:gd name="connsiteY2" fmla="*/ 2102177 h 3417216"/>
              <a:gd name="connsiteX3" fmla="*/ 4714 w 9192276"/>
              <a:gd name="connsiteY3" fmla="*/ 3417216 h 3417216"/>
              <a:gd name="connsiteX4" fmla="*/ 0 w 9192276"/>
              <a:gd name="connsiteY4" fmla="*/ 494906 h 3417216"/>
              <a:gd name="connsiteX0" fmla="*/ 0 w 9187821"/>
              <a:gd name="connsiteY0" fmla="*/ 0 h 2922310"/>
              <a:gd name="connsiteX1" fmla="*/ 9186422 w 9187821"/>
              <a:gd name="connsiteY1" fmla="*/ 160257 h 2922310"/>
              <a:gd name="connsiteX2" fmla="*/ 9181708 w 9187821"/>
              <a:gd name="connsiteY2" fmla="*/ 1607271 h 2922310"/>
              <a:gd name="connsiteX3" fmla="*/ 4714 w 9187821"/>
              <a:gd name="connsiteY3" fmla="*/ 2922310 h 2922310"/>
              <a:gd name="connsiteX4" fmla="*/ 0 w 9187821"/>
              <a:gd name="connsiteY4" fmla="*/ 0 h 2922310"/>
              <a:gd name="connsiteX0" fmla="*/ 0 w 9233988"/>
              <a:gd name="connsiteY0" fmla="*/ 0 h 2922310"/>
              <a:gd name="connsiteX1" fmla="*/ 9233556 w 9233988"/>
              <a:gd name="connsiteY1" fmla="*/ 14141 h 2922310"/>
              <a:gd name="connsiteX2" fmla="*/ 9181708 w 9233988"/>
              <a:gd name="connsiteY2" fmla="*/ 1607271 h 2922310"/>
              <a:gd name="connsiteX3" fmla="*/ 4714 w 9233988"/>
              <a:gd name="connsiteY3" fmla="*/ 2922310 h 2922310"/>
              <a:gd name="connsiteX4" fmla="*/ 0 w 9233988"/>
              <a:gd name="connsiteY4" fmla="*/ 0 h 2922310"/>
              <a:gd name="connsiteX0" fmla="*/ 0 w 9332537"/>
              <a:gd name="connsiteY0" fmla="*/ 0 h 2922310"/>
              <a:gd name="connsiteX1" fmla="*/ 9233556 w 9332537"/>
              <a:gd name="connsiteY1" fmla="*/ 14141 h 2922310"/>
              <a:gd name="connsiteX2" fmla="*/ 9332537 w 9332537"/>
              <a:gd name="connsiteY2" fmla="*/ 2196446 h 2922310"/>
              <a:gd name="connsiteX3" fmla="*/ 4714 w 9332537"/>
              <a:gd name="connsiteY3" fmla="*/ 2922310 h 2922310"/>
              <a:gd name="connsiteX4" fmla="*/ 0 w 9332537"/>
              <a:gd name="connsiteY4" fmla="*/ 0 h 2922310"/>
              <a:gd name="connsiteX0" fmla="*/ 0 w 9234305"/>
              <a:gd name="connsiteY0" fmla="*/ 0 h 2922310"/>
              <a:gd name="connsiteX1" fmla="*/ 9233556 w 9234305"/>
              <a:gd name="connsiteY1" fmla="*/ 14141 h 2922310"/>
              <a:gd name="connsiteX2" fmla="*/ 9210617 w 9234305"/>
              <a:gd name="connsiteY2" fmla="*/ 2232006 h 2922310"/>
              <a:gd name="connsiteX3" fmla="*/ 4714 w 9234305"/>
              <a:gd name="connsiteY3" fmla="*/ 2922310 h 2922310"/>
              <a:gd name="connsiteX4" fmla="*/ 0 w 9234305"/>
              <a:gd name="connsiteY4" fmla="*/ 0 h 2922310"/>
              <a:gd name="connsiteX0" fmla="*/ 0 w 9234305"/>
              <a:gd name="connsiteY0" fmla="*/ 0 h 2932470"/>
              <a:gd name="connsiteX1" fmla="*/ 9233556 w 9234305"/>
              <a:gd name="connsiteY1" fmla="*/ 14141 h 2932470"/>
              <a:gd name="connsiteX2" fmla="*/ 9210617 w 9234305"/>
              <a:gd name="connsiteY2" fmla="*/ 2232006 h 2932470"/>
              <a:gd name="connsiteX3" fmla="*/ 30114 w 9234305"/>
              <a:gd name="connsiteY3" fmla="*/ 2932470 h 2932470"/>
              <a:gd name="connsiteX4" fmla="*/ 0 w 9234305"/>
              <a:gd name="connsiteY4" fmla="*/ 0 h 2932470"/>
              <a:gd name="connsiteX0" fmla="*/ 61355 w 9204220"/>
              <a:gd name="connsiteY0" fmla="*/ 0 h 2927390"/>
              <a:gd name="connsiteX1" fmla="*/ 9203471 w 9204220"/>
              <a:gd name="connsiteY1" fmla="*/ 9061 h 2927390"/>
              <a:gd name="connsiteX2" fmla="*/ 9180532 w 9204220"/>
              <a:gd name="connsiteY2" fmla="*/ 2226926 h 2927390"/>
              <a:gd name="connsiteX3" fmla="*/ 29 w 9204220"/>
              <a:gd name="connsiteY3" fmla="*/ 2927390 h 2927390"/>
              <a:gd name="connsiteX4" fmla="*/ 61355 w 9204220"/>
              <a:gd name="connsiteY4" fmla="*/ 0 h 2927390"/>
              <a:gd name="connsiteX0" fmla="*/ 10652 w 9204317"/>
              <a:gd name="connsiteY0" fmla="*/ 31579 h 2918329"/>
              <a:gd name="connsiteX1" fmla="*/ 9203568 w 9204317"/>
              <a:gd name="connsiteY1" fmla="*/ 0 h 2918329"/>
              <a:gd name="connsiteX2" fmla="*/ 9180629 w 9204317"/>
              <a:gd name="connsiteY2" fmla="*/ 2217865 h 2918329"/>
              <a:gd name="connsiteX3" fmla="*/ 126 w 9204317"/>
              <a:gd name="connsiteY3" fmla="*/ 2918329 h 2918329"/>
              <a:gd name="connsiteX4" fmla="*/ 10652 w 9204317"/>
              <a:gd name="connsiteY4" fmla="*/ 31579 h 2918329"/>
              <a:gd name="connsiteX0" fmla="*/ 20761 w 9204266"/>
              <a:gd name="connsiteY0" fmla="*/ 16339 h 2918329"/>
              <a:gd name="connsiteX1" fmla="*/ 9203517 w 9204266"/>
              <a:gd name="connsiteY1" fmla="*/ 0 h 2918329"/>
              <a:gd name="connsiteX2" fmla="*/ 9180578 w 9204266"/>
              <a:gd name="connsiteY2" fmla="*/ 2217865 h 2918329"/>
              <a:gd name="connsiteX3" fmla="*/ 75 w 9204266"/>
              <a:gd name="connsiteY3" fmla="*/ 2918329 h 2918329"/>
              <a:gd name="connsiteX4" fmla="*/ 20761 w 9204266"/>
              <a:gd name="connsiteY4" fmla="*/ 16339 h 2918329"/>
              <a:gd name="connsiteX0" fmla="*/ 0 w 9208905"/>
              <a:gd name="connsiteY0" fmla="*/ 1099 h 2918329"/>
              <a:gd name="connsiteX1" fmla="*/ 9208156 w 9208905"/>
              <a:gd name="connsiteY1" fmla="*/ 0 h 2918329"/>
              <a:gd name="connsiteX2" fmla="*/ 9185217 w 9208905"/>
              <a:gd name="connsiteY2" fmla="*/ 2217865 h 2918329"/>
              <a:gd name="connsiteX3" fmla="*/ 4714 w 9208905"/>
              <a:gd name="connsiteY3" fmla="*/ 2918329 h 2918329"/>
              <a:gd name="connsiteX4" fmla="*/ 0 w 9208905"/>
              <a:gd name="connsiteY4" fmla="*/ 1099 h 2918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08905" h="2918329">
                <a:moveTo>
                  <a:pt x="0" y="1099"/>
                </a:moveTo>
                <a:lnTo>
                  <a:pt x="9208156" y="0"/>
                </a:lnTo>
                <a:cubicBezTo>
                  <a:pt x="9214441" y="1288330"/>
                  <a:pt x="9178932" y="929535"/>
                  <a:pt x="9185217" y="2217865"/>
                </a:cubicBezTo>
                <a:cubicBezTo>
                  <a:pt x="6126219" y="2656211"/>
                  <a:pt x="3063712" y="2479983"/>
                  <a:pt x="4714" y="2918329"/>
                </a:cubicBezTo>
                <a:cubicBezTo>
                  <a:pt x="3143" y="1944226"/>
                  <a:pt x="1571" y="975202"/>
                  <a:pt x="0" y="1099"/>
                </a:cubicBezTo>
                <a:close/>
              </a:path>
            </a:pathLst>
          </a:custGeom>
          <a:solidFill>
            <a:srgbClr val="EBE8DC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A3BBAB-1CDE-9A87-8C5B-E3CFAE29095C}"/>
              </a:ext>
            </a:extLst>
          </p:cNvPr>
          <p:cNvSpPr/>
          <p:nvPr userDrawn="1"/>
        </p:nvSpPr>
        <p:spPr>
          <a:xfrm flipH="1">
            <a:off x="-18431" y="-20322"/>
            <a:ext cx="12232428" cy="5944844"/>
          </a:xfrm>
          <a:custGeom>
            <a:avLst/>
            <a:gdLst>
              <a:gd name="connsiteX0" fmla="*/ 0 w 9111006"/>
              <a:gd name="connsiteY0" fmla="*/ 0 h 4110087"/>
              <a:gd name="connsiteX1" fmla="*/ 9111006 w 9111006"/>
              <a:gd name="connsiteY1" fmla="*/ 0 h 4110087"/>
              <a:gd name="connsiteX2" fmla="*/ 9111006 w 9111006"/>
              <a:gd name="connsiteY2" fmla="*/ 4110087 h 4110087"/>
              <a:gd name="connsiteX3" fmla="*/ 0 w 9111006"/>
              <a:gd name="connsiteY3" fmla="*/ 4110087 h 4110087"/>
              <a:gd name="connsiteX4" fmla="*/ 0 w 9111006"/>
              <a:gd name="connsiteY4" fmla="*/ 0 h 4110087"/>
              <a:gd name="connsiteX0" fmla="*/ 0 w 9129860"/>
              <a:gd name="connsiteY0" fmla="*/ 0 h 4110087"/>
              <a:gd name="connsiteX1" fmla="*/ 9111006 w 9129860"/>
              <a:gd name="connsiteY1" fmla="*/ 0 h 4110087"/>
              <a:gd name="connsiteX2" fmla="*/ 9129860 w 9129860"/>
              <a:gd name="connsiteY2" fmla="*/ 3864990 h 4110087"/>
              <a:gd name="connsiteX3" fmla="*/ 0 w 9129860"/>
              <a:gd name="connsiteY3" fmla="*/ 4110087 h 4110087"/>
              <a:gd name="connsiteX4" fmla="*/ 0 w 9129860"/>
              <a:gd name="connsiteY4" fmla="*/ 0 h 4110087"/>
              <a:gd name="connsiteX0" fmla="*/ 0 w 9172281"/>
              <a:gd name="connsiteY0" fmla="*/ 0 h 4110087"/>
              <a:gd name="connsiteX1" fmla="*/ 9111006 w 9172281"/>
              <a:gd name="connsiteY1" fmla="*/ 0 h 4110087"/>
              <a:gd name="connsiteX2" fmla="*/ 9172281 w 9172281"/>
              <a:gd name="connsiteY2" fmla="*/ 2917596 h 4110087"/>
              <a:gd name="connsiteX3" fmla="*/ 0 w 9172281"/>
              <a:gd name="connsiteY3" fmla="*/ 4110087 h 4110087"/>
              <a:gd name="connsiteX4" fmla="*/ 0 w 9172281"/>
              <a:gd name="connsiteY4" fmla="*/ 0 h 4110087"/>
              <a:gd name="connsiteX0" fmla="*/ 0 w 9172281"/>
              <a:gd name="connsiteY0" fmla="*/ 18853 h 4128940"/>
              <a:gd name="connsiteX1" fmla="*/ 9162854 w 9172281"/>
              <a:gd name="connsiteY1" fmla="*/ 0 h 4128940"/>
              <a:gd name="connsiteX2" fmla="*/ 9172281 w 9172281"/>
              <a:gd name="connsiteY2" fmla="*/ 2936449 h 4128940"/>
              <a:gd name="connsiteX3" fmla="*/ 0 w 9172281"/>
              <a:gd name="connsiteY3" fmla="*/ 4128940 h 4128940"/>
              <a:gd name="connsiteX4" fmla="*/ 0 w 9172281"/>
              <a:gd name="connsiteY4" fmla="*/ 18853 h 4128940"/>
              <a:gd name="connsiteX0" fmla="*/ 0 w 9176994"/>
              <a:gd name="connsiteY0" fmla="*/ 18853 h 4128940"/>
              <a:gd name="connsiteX1" fmla="*/ 9162854 w 9176994"/>
              <a:gd name="connsiteY1" fmla="*/ 0 h 4128940"/>
              <a:gd name="connsiteX2" fmla="*/ 9176994 w 9176994"/>
              <a:gd name="connsiteY2" fmla="*/ 2813901 h 4128940"/>
              <a:gd name="connsiteX3" fmla="*/ 0 w 9176994"/>
              <a:gd name="connsiteY3" fmla="*/ 4128940 h 4128940"/>
              <a:gd name="connsiteX4" fmla="*/ 0 w 9176994"/>
              <a:gd name="connsiteY4" fmla="*/ 18853 h 4128940"/>
              <a:gd name="connsiteX0" fmla="*/ 0 w 9176994"/>
              <a:gd name="connsiteY0" fmla="*/ 0 h 4138410"/>
              <a:gd name="connsiteX1" fmla="*/ 9162854 w 9176994"/>
              <a:gd name="connsiteY1" fmla="*/ 9470 h 4138410"/>
              <a:gd name="connsiteX2" fmla="*/ 9176994 w 9176994"/>
              <a:gd name="connsiteY2" fmla="*/ 2823371 h 4138410"/>
              <a:gd name="connsiteX3" fmla="*/ 0 w 9176994"/>
              <a:gd name="connsiteY3" fmla="*/ 4138410 h 4138410"/>
              <a:gd name="connsiteX4" fmla="*/ 0 w 9176994"/>
              <a:gd name="connsiteY4" fmla="*/ 0 h 4138410"/>
              <a:gd name="connsiteX0" fmla="*/ 0 w 9176994"/>
              <a:gd name="connsiteY0" fmla="*/ 4692 h 4143102"/>
              <a:gd name="connsiteX1" fmla="*/ 9173014 w 9176994"/>
              <a:gd name="connsiteY1" fmla="*/ 0 h 4143102"/>
              <a:gd name="connsiteX2" fmla="*/ 9176994 w 9176994"/>
              <a:gd name="connsiteY2" fmla="*/ 2828063 h 4143102"/>
              <a:gd name="connsiteX3" fmla="*/ 0 w 9176994"/>
              <a:gd name="connsiteY3" fmla="*/ 4143102 h 4143102"/>
              <a:gd name="connsiteX4" fmla="*/ 0 w 9176994"/>
              <a:gd name="connsiteY4" fmla="*/ 4692 h 4143102"/>
              <a:gd name="connsiteX0" fmla="*/ 0 w 9174321"/>
              <a:gd name="connsiteY0" fmla="*/ 4692 h 4143102"/>
              <a:gd name="connsiteX1" fmla="*/ 9173014 w 9174321"/>
              <a:gd name="connsiteY1" fmla="*/ 0 h 4143102"/>
              <a:gd name="connsiteX2" fmla="*/ 9166834 w 9174321"/>
              <a:gd name="connsiteY2" fmla="*/ 2837504 h 4143102"/>
              <a:gd name="connsiteX3" fmla="*/ 0 w 9174321"/>
              <a:gd name="connsiteY3" fmla="*/ 4143102 h 4143102"/>
              <a:gd name="connsiteX4" fmla="*/ 0 w 9174321"/>
              <a:gd name="connsiteY4" fmla="*/ 4692 h 4143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4321" h="4143102">
                <a:moveTo>
                  <a:pt x="0" y="4692"/>
                </a:moveTo>
                <a:lnTo>
                  <a:pt x="9173014" y="0"/>
                </a:lnTo>
                <a:cubicBezTo>
                  <a:pt x="9179299" y="1288330"/>
                  <a:pt x="9160549" y="1549174"/>
                  <a:pt x="9166834" y="2837504"/>
                </a:cubicBezTo>
                <a:lnTo>
                  <a:pt x="0" y="4143102"/>
                </a:lnTo>
                <a:lnTo>
                  <a:pt x="0" y="4692"/>
                </a:lnTo>
                <a:close/>
              </a:path>
            </a:pathLst>
          </a:custGeom>
          <a:solidFill>
            <a:srgbClr val="05172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1C4362EE-1365-EAE1-7652-77A53FEBC5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78458" y="6149020"/>
            <a:ext cx="1199021" cy="376705"/>
          </a:xfrm>
          <a:prstGeom prst="rect">
            <a:avLst/>
          </a:prstGeom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37BC8113-54C1-6DBC-C355-35CF1FADC3B4}"/>
              </a:ext>
            </a:extLst>
          </p:cNvPr>
          <p:cNvSpPr/>
          <p:nvPr userDrawn="1"/>
        </p:nvSpPr>
        <p:spPr>
          <a:xfrm flipH="1">
            <a:off x="-18431" y="192765"/>
            <a:ext cx="3464748" cy="5254175"/>
          </a:xfrm>
          <a:custGeom>
            <a:avLst/>
            <a:gdLst>
              <a:gd name="connsiteX0" fmla="*/ 2860906 w 2860906"/>
              <a:gd name="connsiteY0" fmla="*/ 0 h 4311608"/>
              <a:gd name="connsiteX1" fmla="*/ 2854850 w 2860906"/>
              <a:gd name="connsiteY1" fmla="*/ 4311608 h 4311608"/>
              <a:gd name="connsiteX2" fmla="*/ 195016 w 2860906"/>
              <a:gd name="connsiteY2" fmla="*/ 2457962 h 4311608"/>
              <a:gd name="connsiteX3" fmla="*/ 131867 w 2860906"/>
              <a:gd name="connsiteY3" fmla="*/ 2416046 h 4311608"/>
              <a:gd name="connsiteX4" fmla="*/ 124347 w 2860906"/>
              <a:gd name="connsiteY4" fmla="*/ 2408713 h 4311608"/>
              <a:gd name="connsiteX5" fmla="*/ 117706 w 2860906"/>
              <a:gd name="connsiteY5" fmla="*/ 2404085 h 4311608"/>
              <a:gd name="connsiteX6" fmla="*/ 117683 w 2860906"/>
              <a:gd name="connsiteY6" fmla="*/ 2402215 h 4311608"/>
              <a:gd name="connsiteX7" fmla="*/ 76891 w 2860906"/>
              <a:gd name="connsiteY7" fmla="*/ 2362440 h 4311608"/>
              <a:gd name="connsiteX8" fmla="*/ 0 w 2860906"/>
              <a:gd name="connsiteY8" fmla="*/ 2159928 h 4311608"/>
              <a:gd name="connsiteX9" fmla="*/ 76891 w 2860906"/>
              <a:gd name="connsiteY9" fmla="*/ 1957416 h 4311608"/>
              <a:gd name="connsiteX10" fmla="*/ 111698 w 2860906"/>
              <a:gd name="connsiteY10" fmla="*/ 1923477 h 4311608"/>
              <a:gd name="connsiteX11" fmla="*/ 111650 w 2860906"/>
              <a:gd name="connsiteY11" fmla="*/ 1919635 h 4311608"/>
              <a:gd name="connsiteX12" fmla="*/ 125696 w 2860906"/>
              <a:gd name="connsiteY12" fmla="*/ 1909828 h 4311608"/>
              <a:gd name="connsiteX13" fmla="*/ 131867 w 2860906"/>
              <a:gd name="connsiteY13" fmla="*/ 1903811 h 4311608"/>
              <a:gd name="connsiteX14" fmla="*/ 181444 w 2860906"/>
              <a:gd name="connsiteY14" fmla="*/ 1870903 h 4311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860906" h="4311608">
                <a:moveTo>
                  <a:pt x="2860906" y="0"/>
                </a:moveTo>
                <a:cubicBezTo>
                  <a:pt x="2858887" y="1437203"/>
                  <a:pt x="2856869" y="2874405"/>
                  <a:pt x="2854850" y="4311608"/>
                </a:cubicBezTo>
                <a:lnTo>
                  <a:pt x="195016" y="2457962"/>
                </a:lnTo>
                <a:lnTo>
                  <a:pt x="131867" y="2416046"/>
                </a:lnTo>
                <a:lnTo>
                  <a:pt x="124347" y="2408713"/>
                </a:lnTo>
                <a:lnTo>
                  <a:pt x="117706" y="2404085"/>
                </a:lnTo>
                <a:lnTo>
                  <a:pt x="117683" y="2402215"/>
                </a:lnTo>
                <a:lnTo>
                  <a:pt x="76891" y="2362440"/>
                </a:lnTo>
                <a:cubicBezTo>
                  <a:pt x="28346" y="2304632"/>
                  <a:pt x="0" y="2234943"/>
                  <a:pt x="0" y="2159928"/>
                </a:cubicBezTo>
                <a:cubicBezTo>
                  <a:pt x="0" y="2084913"/>
                  <a:pt x="28346" y="2015224"/>
                  <a:pt x="76891" y="1957416"/>
                </a:cubicBezTo>
                <a:lnTo>
                  <a:pt x="111698" y="1923477"/>
                </a:lnTo>
                <a:lnTo>
                  <a:pt x="111650" y="1919635"/>
                </a:lnTo>
                <a:lnTo>
                  <a:pt x="125696" y="1909828"/>
                </a:lnTo>
                <a:lnTo>
                  <a:pt x="131867" y="1903811"/>
                </a:lnTo>
                <a:lnTo>
                  <a:pt x="181444" y="1870903"/>
                </a:lnTo>
                <a:close/>
              </a:path>
            </a:pathLst>
          </a:custGeom>
          <a:solidFill>
            <a:srgbClr val="02A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87742633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8">
            <a:extLst>
              <a:ext uri="{FF2B5EF4-FFF2-40B4-BE49-F238E27FC236}">
                <a16:creationId xmlns:a16="http://schemas.microsoft.com/office/drawing/2014/main" id="{6077DD46-AC9E-1344-6C63-A74228882264}"/>
              </a:ext>
            </a:extLst>
          </p:cNvPr>
          <p:cNvSpPr/>
          <p:nvPr userDrawn="1"/>
        </p:nvSpPr>
        <p:spPr>
          <a:xfrm flipH="1" flipV="1">
            <a:off x="-18435" y="3022550"/>
            <a:ext cx="12232429" cy="3891105"/>
          </a:xfrm>
          <a:custGeom>
            <a:avLst/>
            <a:gdLst>
              <a:gd name="connsiteX0" fmla="*/ 0 w 9111006"/>
              <a:gd name="connsiteY0" fmla="*/ 0 h 4110087"/>
              <a:gd name="connsiteX1" fmla="*/ 9111006 w 9111006"/>
              <a:gd name="connsiteY1" fmla="*/ 0 h 4110087"/>
              <a:gd name="connsiteX2" fmla="*/ 9111006 w 9111006"/>
              <a:gd name="connsiteY2" fmla="*/ 4110087 h 4110087"/>
              <a:gd name="connsiteX3" fmla="*/ 0 w 9111006"/>
              <a:gd name="connsiteY3" fmla="*/ 4110087 h 4110087"/>
              <a:gd name="connsiteX4" fmla="*/ 0 w 9111006"/>
              <a:gd name="connsiteY4" fmla="*/ 0 h 4110087"/>
              <a:gd name="connsiteX0" fmla="*/ 0 w 9129860"/>
              <a:gd name="connsiteY0" fmla="*/ 0 h 4110087"/>
              <a:gd name="connsiteX1" fmla="*/ 9111006 w 9129860"/>
              <a:gd name="connsiteY1" fmla="*/ 0 h 4110087"/>
              <a:gd name="connsiteX2" fmla="*/ 9129860 w 9129860"/>
              <a:gd name="connsiteY2" fmla="*/ 3864990 h 4110087"/>
              <a:gd name="connsiteX3" fmla="*/ 0 w 9129860"/>
              <a:gd name="connsiteY3" fmla="*/ 4110087 h 4110087"/>
              <a:gd name="connsiteX4" fmla="*/ 0 w 9129860"/>
              <a:gd name="connsiteY4" fmla="*/ 0 h 4110087"/>
              <a:gd name="connsiteX0" fmla="*/ 0 w 9172281"/>
              <a:gd name="connsiteY0" fmla="*/ 0 h 4110087"/>
              <a:gd name="connsiteX1" fmla="*/ 9111006 w 9172281"/>
              <a:gd name="connsiteY1" fmla="*/ 0 h 4110087"/>
              <a:gd name="connsiteX2" fmla="*/ 9172281 w 9172281"/>
              <a:gd name="connsiteY2" fmla="*/ 2917596 h 4110087"/>
              <a:gd name="connsiteX3" fmla="*/ 0 w 9172281"/>
              <a:gd name="connsiteY3" fmla="*/ 4110087 h 4110087"/>
              <a:gd name="connsiteX4" fmla="*/ 0 w 9172281"/>
              <a:gd name="connsiteY4" fmla="*/ 0 h 4110087"/>
              <a:gd name="connsiteX0" fmla="*/ 0 w 9172281"/>
              <a:gd name="connsiteY0" fmla="*/ 18853 h 4128940"/>
              <a:gd name="connsiteX1" fmla="*/ 9162854 w 9172281"/>
              <a:gd name="connsiteY1" fmla="*/ 0 h 4128940"/>
              <a:gd name="connsiteX2" fmla="*/ 9172281 w 9172281"/>
              <a:gd name="connsiteY2" fmla="*/ 2936449 h 4128940"/>
              <a:gd name="connsiteX3" fmla="*/ 0 w 9172281"/>
              <a:gd name="connsiteY3" fmla="*/ 4128940 h 4128940"/>
              <a:gd name="connsiteX4" fmla="*/ 0 w 9172281"/>
              <a:gd name="connsiteY4" fmla="*/ 18853 h 4128940"/>
              <a:gd name="connsiteX0" fmla="*/ 0 w 9176994"/>
              <a:gd name="connsiteY0" fmla="*/ 18853 h 4128940"/>
              <a:gd name="connsiteX1" fmla="*/ 9162854 w 9176994"/>
              <a:gd name="connsiteY1" fmla="*/ 0 h 4128940"/>
              <a:gd name="connsiteX2" fmla="*/ 9176994 w 9176994"/>
              <a:gd name="connsiteY2" fmla="*/ 2813901 h 4128940"/>
              <a:gd name="connsiteX3" fmla="*/ 0 w 9176994"/>
              <a:gd name="connsiteY3" fmla="*/ 4128940 h 4128940"/>
              <a:gd name="connsiteX4" fmla="*/ 0 w 9176994"/>
              <a:gd name="connsiteY4" fmla="*/ 18853 h 4128940"/>
              <a:gd name="connsiteX0" fmla="*/ 0 w 9181708"/>
              <a:gd name="connsiteY0" fmla="*/ 1206630 h 4128940"/>
              <a:gd name="connsiteX1" fmla="*/ 9167568 w 9181708"/>
              <a:gd name="connsiteY1" fmla="*/ 0 h 4128940"/>
              <a:gd name="connsiteX2" fmla="*/ 9181708 w 9181708"/>
              <a:gd name="connsiteY2" fmla="*/ 2813901 h 4128940"/>
              <a:gd name="connsiteX3" fmla="*/ 4714 w 9181708"/>
              <a:gd name="connsiteY3" fmla="*/ 4128940 h 4128940"/>
              <a:gd name="connsiteX4" fmla="*/ 0 w 9181708"/>
              <a:gd name="connsiteY4" fmla="*/ 1206630 h 4128940"/>
              <a:gd name="connsiteX0" fmla="*/ 0 w 9192276"/>
              <a:gd name="connsiteY0" fmla="*/ 494906 h 3417216"/>
              <a:gd name="connsiteX1" fmla="*/ 9191135 w 9192276"/>
              <a:gd name="connsiteY1" fmla="*/ 0 h 3417216"/>
              <a:gd name="connsiteX2" fmla="*/ 9181708 w 9192276"/>
              <a:gd name="connsiteY2" fmla="*/ 2102177 h 3417216"/>
              <a:gd name="connsiteX3" fmla="*/ 4714 w 9192276"/>
              <a:gd name="connsiteY3" fmla="*/ 3417216 h 3417216"/>
              <a:gd name="connsiteX4" fmla="*/ 0 w 9192276"/>
              <a:gd name="connsiteY4" fmla="*/ 494906 h 3417216"/>
              <a:gd name="connsiteX0" fmla="*/ 0 w 9187821"/>
              <a:gd name="connsiteY0" fmla="*/ 0 h 2922310"/>
              <a:gd name="connsiteX1" fmla="*/ 9186422 w 9187821"/>
              <a:gd name="connsiteY1" fmla="*/ 160257 h 2922310"/>
              <a:gd name="connsiteX2" fmla="*/ 9181708 w 9187821"/>
              <a:gd name="connsiteY2" fmla="*/ 1607271 h 2922310"/>
              <a:gd name="connsiteX3" fmla="*/ 4714 w 9187821"/>
              <a:gd name="connsiteY3" fmla="*/ 2922310 h 2922310"/>
              <a:gd name="connsiteX4" fmla="*/ 0 w 9187821"/>
              <a:gd name="connsiteY4" fmla="*/ 0 h 2922310"/>
              <a:gd name="connsiteX0" fmla="*/ 0 w 9233988"/>
              <a:gd name="connsiteY0" fmla="*/ 0 h 2922310"/>
              <a:gd name="connsiteX1" fmla="*/ 9233556 w 9233988"/>
              <a:gd name="connsiteY1" fmla="*/ 14141 h 2922310"/>
              <a:gd name="connsiteX2" fmla="*/ 9181708 w 9233988"/>
              <a:gd name="connsiteY2" fmla="*/ 1607271 h 2922310"/>
              <a:gd name="connsiteX3" fmla="*/ 4714 w 9233988"/>
              <a:gd name="connsiteY3" fmla="*/ 2922310 h 2922310"/>
              <a:gd name="connsiteX4" fmla="*/ 0 w 9233988"/>
              <a:gd name="connsiteY4" fmla="*/ 0 h 2922310"/>
              <a:gd name="connsiteX0" fmla="*/ 0 w 9332537"/>
              <a:gd name="connsiteY0" fmla="*/ 0 h 2922310"/>
              <a:gd name="connsiteX1" fmla="*/ 9233556 w 9332537"/>
              <a:gd name="connsiteY1" fmla="*/ 14141 h 2922310"/>
              <a:gd name="connsiteX2" fmla="*/ 9332537 w 9332537"/>
              <a:gd name="connsiteY2" fmla="*/ 2196446 h 2922310"/>
              <a:gd name="connsiteX3" fmla="*/ 4714 w 9332537"/>
              <a:gd name="connsiteY3" fmla="*/ 2922310 h 2922310"/>
              <a:gd name="connsiteX4" fmla="*/ 0 w 9332537"/>
              <a:gd name="connsiteY4" fmla="*/ 0 h 2922310"/>
              <a:gd name="connsiteX0" fmla="*/ 0 w 9234305"/>
              <a:gd name="connsiteY0" fmla="*/ 0 h 2922310"/>
              <a:gd name="connsiteX1" fmla="*/ 9233556 w 9234305"/>
              <a:gd name="connsiteY1" fmla="*/ 14141 h 2922310"/>
              <a:gd name="connsiteX2" fmla="*/ 9210617 w 9234305"/>
              <a:gd name="connsiteY2" fmla="*/ 2232006 h 2922310"/>
              <a:gd name="connsiteX3" fmla="*/ 4714 w 9234305"/>
              <a:gd name="connsiteY3" fmla="*/ 2922310 h 2922310"/>
              <a:gd name="connsiteX4" fmla="*/ 0 w 9234305"/>
              <a:gd name="connsiteY4" fmla="*/ 0 h 2922310"/>
              <a:gd name="connsiteX0" fmla="*/ 0 w 9234305"/>
              <a:gd name="connsiteY0" fmla="*/ 0 h 2932470"/>
              <a:gd name="connsiteX1" fmla="*/ 9233556 w 9234305"/>
              <a:gd name="connsiteY1" fmla="*/ 14141 h 2932470"/>
              <a:gd name="connsiteX2" fmla="*/ 9210617 w 9234305"/>
              <a:gd name="connsiteY2" fmla="*/ 2232006 h 2932470"/>
              <a:gd name="connsiteX3" fmla="*/ 30114 w 9234305"/>
              <a:gd name="connsiteY3" fmla="*/ 2932470 h 2932470"/>
              <a:gd name="connsiteX4" fmla="*/ 0 w 9234305"/>
              <a:gd name="connsiteY4" fmla="*/ 0 h 2932470"/>
              <a:gd name="connsiteX0" fmla="*/ 61355 w 9204220"/>
              <a:gd name="connsiteY0" fmla="*/ 0 h 2927390"/>
              <a:gd name="connsiteX1" fmla="*/ 9203471 w 9204220"/>
              <a:gd name="connsiteY1" fmla="*/ 9061 h 2927390"/>
              <a:gd name="connsiteX2" fmla="*/ 9180532 w 9204220"/>
              <a:gd name="connsiteY2" fmla="*/ 2226926 h 2927390"/>
              <a:gd name="connsiteX3" fmla="*/ 29 w 9204220"/>
              <a:gd name="connsiteY3" fmla="*/ 2927390 h 2927390"/>
              <a:gd name="connsiteX4" fmla="*/ 61355 w 9204220"/>
              <a:gd name="connsiteY4" fmla="*/ 0 h 2927390"/>
              <a:gd name="connsiteX0" fmla="*/ 10652 w 9204317"/>
              <a:gd name="connsiteY0" fmla="*/ 31579 h 2918329"/>
              <a:gd name="connsiteX1" fmla="*/ 9203568 w 9204317"/>
              <a:gd name="connsiteY1" fmla="*/ 0 h 2918329"/>
              <a:gd name="connsiteX2" fmla="*/ 9180629 w 9204317"/>
              <a:gd name="connsiteY2" fmla="*/ 2217865 h 2918329"/>
              <a:gd name="connsiteX3" fmla="*/ 126 w 9204317"/>
              <a:gd name="connsiteY3" fmla="*/ 2918329 h 2918329"/>
              <a:gd name="connsiteX4" fmla="*/ 10652 w 9204317"/>
              <a:gd name="connsiteY4" fmla="*/ 31579 h 2918329"/>
              <a:gd name="connsiteX0" fmla="*/ 20761 w 9204266"/>
              <a:gd name="connsiteY0" fmla="*/ 16339 h 2918329"/>
              <a:gd name="connsiteX1" fmla="*/ 9203517 w 9204266"/>
              <a:gd name="connsiteY1" fmla="*/ 0 h 2918329"/>
              <a:gd name="connsiteX2" fmla="*/ 9180578 w 9204266"/>
              <a:gd name="connsiteY2" fmla="*/ 2217865 h 2918329"/>
              <a:gd name="connsiteX3" fmla="*/ 75 w 9204266"/>
              <a:gd name="connsiteY3" fmla="*/ 2918329 h 2918329"/>
              <a:gd name="connsiteX4" fmla="*/ 20761 w 9204266"/>
              <a:gd name="connsiteY4" fmla="*/ 16339 h 2918329"/>
              <a:gd name="connsiteX0" fmla="*/ 0 w 9208905"/>
              <a:gd name="connsiteY0" fmla="*/ 1099 h 2918329"/>
              <a:gd name="connsiteX1" fmla="*/ 9208156 w 9208905"/>
              <a:gd name="connsiteY1" fmla="*/ 0 h 2918329"/>
              <a:gd name="connsiteX2" fmla="*/ 9185217 w 9208905"/>
              <a:gd name="connsiteY2" fmla="*/ 2217865 h 2918329"/>
              <a:gd name="connsiteX3" fmla="*/ 4714 w 9208905"/>
              <a:gd name="connsiteY3" fmla="*/ 2918329 h 2918329"/>
              <a:gd name="connsiteX4" fmla="*/ 0 w 9208905"/>
              <a:gd name="connsiteY4" fmla="*/ 1099 h 2918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08905" h="2918329">
                <a:moveTo>
                  <a:pt x="0" y="1099"/>
                </a:moveTo>
                <a:lnTo>
                  <a:pt x="9208156" y="0"/>
                </a:lnTo>
                <a:cubicBezTo>
                  <a:pt x="9214441" y="1288330"/>
                  <a:pt x="9178932" y="929535"/>
                  <a:pt x="9185217" y="2217865"/>
                </a:cubicBezTo>
                <a:cubicBezTo>
                  <a:pt x="6126219" y="2656211"/>
                  <a:pt x="3063712" y="2479983"/>
                  <a:pt x="4714" y="2918329"/>
                </a:cubicBezTo>
                <a:cubicBezTo>
                  <a:pt x="3143" y="1944226"/>
                  <a:pt x="1571" y="975202"/>
                  <a:pt x="0" y="1099"/>
                </a:cubicBezTo>
                <a:close/>
              </a:path>
            </a:pathLst>
          </a:custGeom>
          <a:solidFill>
            <a:srgbClr val="05172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A3BBAB-1CDE-9A87-8C5B-E3CFAE29095C}"/>
              </a:ext>
            </a:extLst>
          </p:cNvPr>
          <p:cNvSpPr/>
          <p:nvPr userDrawn="1"/>
        </p:nvSpPr>
        <p:spPr>
          <a:xfrm flipH="1">
            <a:off x="-18431" y="-20321"/>
            <a:ext cx="12232428" cy="5944844"/>
          </a:xfrm>
          <a:custGeom>
            <a:avLst/>
            <a:gdLst>
              <a:gd name="connsiteX0" fmla="*/ 0 w 9111006"/>
              <a:gd name="connsiteY0" fmla="*/ 0 h 4110087"/>
              <a:gd name="connsiteX1" fmla="*/ 9111006 w 9111006"/>
              <a:gd name="connsiteY1" fmla="*/ 0 h 4110087"/>
              <a:gd name="connsiteX2" fmla="*/ 9111006 w 9111006"/>
              <a:gd name="connsiteY2" fmla="*/ 4110087 h 4110087"/>
              <a:gd name="connsiteX3" fmla="*/ 0 w 9111006"/>
              <a:gd name="connsiteY3" fmla="*/ 4110087 h 4110087"/>
              <a:gd name="connsiteX4" fmla="*/ 0 w 9111006"/>
              <a:gd name="connsiteY4" fmla="*/ 0 h 4110087"/>
              <a:gd name="connsiteX0" fmla="*/ 0 w 9129860"/>
              <a:gd name="connsiteY0" fmla="*/ 0 h 4110087"/>
              <a:gd name="connsiteX1" fmla="*/ 9111006 w 9129860"/>
              <a:gd name="connsiteY1" fmla="*/ 0 h 4110087"/>
              <a:gd name="connsiteX2" fmla="*/ 9129860 w 9129860"/>
              <a:gd name="connsiteY2" fmla="*/ 3864990 h 4110087"/>
              <a:gd name="connsiteX3" fmla="*/ 0 w 9129860"/>
              <a:gd name="connsiteY3" fmla="*/ 4110087 h 4110087"/>
              <a:gd name="connsiteX4" fmla="*/ 0 w 9129860"/>
              <a:gd name="connsiteY4" fmla="*/ 0 h 4110087"/>
              <a:gd name="connsiteX0" fmla="*/ 0 w 9172281"/>
              <a:gd name="connsiteY0" fmla="*/ 0 h 4110087"/>
              <a:gd name="connsiteX1" fmla="*/ 9111006 w 9172281"/>
              <a:gd name="connsiteY1" fmla="*/ 0 h 4110087"/>
              <a:gd name="connsiteX2" fmla="*/ 9172281 w 9172281"/>
              <a:gd name="connsiteY2" fmla="*/ 2917596 h 4110087"/>
              <a:gd name="connsiteX3" fmla="*/ 0 w 9172281"/>
              <a:gd name="connsiteY3" fmla="*/ 4110087 h 4110087"/>
              <a:gd name="connsiteX4" fmla="*/ 0 w 9172281"/>
              <a:gd name="connsiteY4" fmla="*/ 0 h 4110087"/>
              <a:gd name="connsiteX0" fmla="*/ 0 w 9172281"/>
              <a:gd name="connsiteY0" fmla="*/ 18853 h 4128940"/>
              <a:gd name="connsiteX1" fmla="*/ 9162854 w 9172281"/>
              <a:gd name="connsiteY1" fmla="*/ 0 h 4128940"/>
              <a:gd name="connsiteX2" fmla="*/ 9172281 w 9172281"/>
              <a:gd name="connsiteY2" fmla="*/ 2936449 h 4128940"/>
              <a:gd name="connsiteX3" fmla="*/ 0 w 9172281"/>
              <a:gd name="connsiteY3" fmla="*/ 4128940 h 4128940"/>
              <a:gd name="connsiteX4" fmla="*/ 0 w 9172281"/>
              <a:gd name="connsiteY4" fmla="*/ 18853 h 4128940"/>
              <a:gd name="connsiteX0" fmla="*/ 0 w 9176994"/>
              <a:gd name="connsiteY0" fmla="*/ 18853 h 4128940"/>
              <a:gd name="connsiteX1" fmla="*/ 9162854 w 9176994"/>
              <a:gd name="connsiteY1" fmla="*/ 0 h 4128940"/>
              <a:gd name="connsiteX2" fmla="*/ 9176994 w 9176994"/>
              <a:gd name="connsiteY2" fmla="*/ 2813901 h 4128940"/>
              <a:gd name="connsiteX3" fmla="*/ 0 w 9176994"/>
              <a:gd name="connsiteY3" fmla="*/ 4128940 h 4128940"/>
              <a:gd name="connsiteX4" fmla="*/ 0 w 9176994"/>
              <a:gd name="connsiteY4" fmla="*/ 18853 h 4128940"/>
              <a:gd name="connsiteX0" fmla="*/ 0 w 9176994"/>
              <a:gd name="connsiteY0" fmla="*/ 0 h 4138410"/>
              <a:gd name="connsiteX1" fmla="*/ 9162854 w 9176994"/>
              <a:gd name="connsiteY1" fmla="*/ 9470 h 4138410"/>
              <a:gd name="connsiteX2" fmla="*/ 9176994 w 9176994"/>
              <a:gd name="connsiteY2" fmla="*/ 2823371 h 4138410"/>
              <a:gd name="connsiteX3" fmla="*/ 0 w 9176994"/>
              <a:gd name="connsiteY3" fmla="*/ 4138410 h 4138410"/>
              <a:gd name="connsiteX4" fmla="*/ 0 w 9176994"/>
              <a:gd name="connsiteY4" fmla="*/ 0 h 4138410"/>
              <a:gd name="connsiteX0" fmla="*/ 0 w 9176994"/>
              <a:gd name="connsiteY0" fmla="*/ 4692 h 4143102"/>
              <a:gd name="connsiteX1" fmla="*/ 9173014 w 9176994"/>
              <a:gd name="connsiteY1" fmla="*/ 0 h 4143102"/>
              <a:gd name="connsiteX2" fmla="*/ 9176994 w 9176994"/>
              <a:gd name="connsiteY2" fmla="*/ 2828063 h 4143102"/>
              <a:gd name="connsiteX3" fmla="*/ 0 w 9176994"/>
              <a:gd name="connsiteY3" fmla="*/ 4143102 h 4143102"/>
              <a:gd name="connsiteX4" fmla="*/ 0 w 9176994"/>
              <a:gd name="connsiteY4" fmla="*/ 4692 h 4143102"/>
              <a:gd name="connsiteX0" fmla="*/ 0 w 9174321"/>
              <a:gd name="connsiteY0" fmla="*/ 4692 h 4143102"/>
              <a:gd name="connsiteX1" fmla="*/ 9173014 w 9174321"/>
              <a:gd name="connsiteY1" fmla="*/ 0 h 4143102"/>
              <a:gd name="connsiteX2" fmla="*/ 9166834 w 9174321"/>
              <a:gd name="connsiteY2" fmla="*/ 2837504 h 4143102"/>
              <a:gd name="connsiteX3" fmla="*/ 0 w 9174321"/>
              <a:gd name="connsiteY3" fmla="*/ 4143102 h 4143102"/>
              <a:gd name="connsiteX4" fmla="*/ 0 w 9174321"/>
              <a:gd name="connsiteY4" fmla="*/ 4692 h 4143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4321" h="4143102">
                <a:moveTo>
                  <a:pt x="0" y="4692"/>
                </a:moveTo>
                <a:lnTo>
                  <a:pt x="9173014" y="0"/>
                </a:lnTo>
                <a:cubicBezTo>
                  <a:pt x="9179299" y="1288330"/>
                  <a:pt x="9160549" y="1549174"/>
                  <a:pt x="9166834" y="2837504"/>
                </a:cubicBezTo>
                <a:lnTo>
                  <a:pt x="0" y="4143102"/>
                </a:lnTo>
                <a:lnTo>
                  <a:pt x="0" y="469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51DF764B-C2B3-AFFC-4565-1F32F6CF1CB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78453" y="6149020"/>
            <a:ext cx="1199025" cy="376705"/>
          </a:xfrm>
          <a:prstGeom prst="rect">
            <a:avLst/>
          </a:prstGeom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D635E5EB-F6F9-BAE8-A734-47530F1F1402}"/>
              </a:ext>
            </a:extLst>
          </p:cNvPr>
          <p:cNvSpPr/>
          <p:nvPr userDrawn="1"/>
        </p:nvSpPr>
        <p:spPr>
          <a:xfrm flipH="1">
            <a:off x="-18431" y="183458"/>
            <a:ext cx="3464748" cy="5254175"/>
          </a:xfrm>
          <a:custGeom>
            <a:avLst/>
            <a:gdLst>
              <a:gd name="connsiteX0" fmla="*/ 2860906 w 2860906"/>
              <a:gd name="connsiteY0" fmla="*/ 0 h 4311608"/>
              <a:gd name="connsiteX1" fmla="*/ 2854850 w 2860906"/>
              <a:gd name="connsiteY1" fmla="*/ 4311608 h 4311608"/>
              <a:gd name="connsiteX2" fmla="*/ 195016 w 2860906"/>
              <a:gd name="connsiteY2" fmla="*/ 2457962 h 4311608"/>
              <a:gd name="connsiteX3" fmla="*/ 131867 w 2860906"/>
              <a:gd name="connsiteY3" fmla="*/ 2416046 h 4311608"/>
              <a:gd name="connsiteX4" fmla="*/ 124347 w 2860906"/>
              <a:gd name="connsiteY4" fmla="*/ 2408713 h 4311608"/>
              <a:gd name="connsiteX5" fmla="*/ 117706 w 2860906"/>
              <a:gd name="connsiteY5" fmla="*/ 2404085 h 4311608"/>
              <a:gd name="connsiteX6" fmla="*/ 117683 w 2860906"/>
              <a:gd name="connsiteY6" fmla="*/ 2402215 h 4311608"/>
              <a:gd name="connsiteX7" fmla="*/ 76891 w 2860906"/>
              <a:gd name="connsiteY7" fmla="*/ 2362440 h 4311608"/>
              <a:gd name="connsiteX8" fmla="*/ 0 w 2860906"/>
              <a:gd name="connsiteY8" fmla="*/ 2159928 h 4311608"/>
              <a:gd name="connsiteX9" fmla="*/ 76891 w 2860906"/>
              <a:gd name="connsiteY9" fmla="*/ 1957416 h 4311608"/>
              <a:gd name="connsiteX10" fmla="*/ 111698 w 2860906"/>
              <a:gd name="connsiteY10" fmla="*/ 1923477 h 4311608"/>
              <a:gd name="connsiteX11" fmla="*/ 111650 w 2860906"/>
              <a:gd name="connsiteY11" fmla="*/ 1919635 h 4311608"/>
              <a:gd name="connsiteX12" fmla="*/ 125696 w 2860906"/>
              <a:gd name="connsiteY12" fmla="*/ 1909828 h 4311608"/>
              <a:gd name="connsiteX13" fmla="*/ 131867 w 2860906"/>
              <a:gd name="connsiteY13" fmla="*/ 1903811 h 4311608"/>
              <a:gd name="connsiteX14" fmla="*/ 181444 w 2860906"/>
              <a:gd name="connsiteY14" fmla="*/ 1870903 h 4311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860906" h="4311608">
                <a:moveTo>
                  <a:pt x="2860906" y="0"/>
                </a:moveTo>
                <a:cubicBezTo>
                  <a:pt x="2858887" y="1437203"/>
                  <a:pt x="2856869" y="2874405"/>
                  <a:pt x="2854850" y="4311608"/>
                </a:cubicBezTo>
                <a:lnTo>
                  <a:pt x="195016" y="2457962"/>
                </a:lnTo>
                <a:lnTo>
                  <a:pt x="131867" y="2416046"/>
                </a:lnTo>
                <a:lnTo>
                  <a:pt x="124347" y="2408713"/>
                </a:lnTo>
                <a:lnTo>
                  <a:pt x="117706" y="2404085"/>
                </a:lnTo>
                <a:lnTo>
                  <a:pt x="117683" y="2402215"/>
                </a:lnTo>
                <a:lnTo>
                  <a:pt x="76891" y="2362440"/>
                </a:lnTo>
                <a:cubicBezTo>
                  <a:pt x="28346" y="2304632"/>
                  <a:pt x="0" y="2234943"/>
                  <a:pt x="0" y="2159928"/>
                </a:cubicBezTo>
                <a:cubicBezTo>
                  <a:pt x="0" y="2084913"/>
                  <a:pt x="28346" y="2015224"/>
                  <a:pt x="76891" y="1957416"/>
                </a:cubicBezTo>
                <a:lnTo>
                  <a:pt x="111698" y="1923477"/>
                </a:lnTo>
                <a:lnTo>
                  <a:pt x="111650" y="1919635"/>
                </a:lnTo>
                <a:lnTo>
                  <a:pt x="125696" y="1909828"/>
                </a:lnTo>
                <a:lnTo>
                  <a:pt x="131867" y="1903811"/>
                </a:lnTo>
                <a:lnTo>
                  <a:pt x="181444" y="1870903"/>
                </a:lnTo>
                <a:close/>
              </a:path>
            </a:pathLst>
          </a:custGeom>
          <a:solidFill>
            <a:srgbClr val="02A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0482686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8">
            <a:extLst>
              <a:ext uri="{FF2B5EF4-FFF2-40B4-BE49-F238E27FC236}">
                <a16:creationId xmlns:a16="http://schemas.microsoft.com/office/drawing/2014/main" id="{6077DD46-AC9E-1344-6C63-A74228882264}"/>
              </a:ext>
            </a:extLst>
          </p:cNvPr>
          <p:cNvSpPr/>
          <p:nvPr userDrawn="1"/>
        </p:nvSpPr>
        <p:spPr>
          <a:xfrm flipV="1">
            <a:off x="-21997" y="2990252"/>
            <a:ext cx="12235428" cy="3896413"/>
          </a:xfrm>
          <a:custGeom>
            <a:avLst/>
            <a:gdLst>
              <a:gd name="connsiteX0" fmla="*/ 0 w 9111006"/>
              <a:gd name="connsiteY0" fmla="*/ 0 h 4110087"/>
              <a:gd name="connsiteX1" fmla="*/ 9111006 w 9111006"/>
              <a:gd name="connsiteY1" fmla="*/ 0 h 4110087"/>
              <a:gd name="connsiteX2" fmla="*/ 9111006 w 9111006"/>
              <a:gd name="connsiteY2" fmla="*/ 4110087 h 4110087"/>
              <a:gd name="connsiteX3" fmla="*/ 0 w 9111006"/>
              <a:gd name="connsiteY3" fmla="*/ 4110087 h 4110087"/>
              <a:gd name="connsiteX4" fmla="*/ 0 w 9111006"/>
              <a:gd name="connsiteY4" fmla="*/ 0 h 4110087"/>
              <a:gd name="connsiteX0" fmla="*/ 0 w 9129860"/>
              <a:gd name="connsiteY0" fmla="*/ 0 h 4110087"/>
              <a:gd name="connsiteX1" fmla="*/ 9111006 w 9129860"/>
              <a:gd name="connsiteY1" fmla="*/ 0 h 4110087"/>
              <a:gd name="connsiteX2" fmla="*/ 9129860 w 9129860"/>
              <a:gd name="connsiteY2" fmla="*/ 3864990 h 4110087"/>
              <a:gd name="connsiteX3" fmla="*/ 0 w 9129860"/>
              <a:gd name="connsiteY3" fmla="*/ 4110087 h 4110087"/>
              <a:gd name="connsiteX4" fmla="*/ 0 w 9129860"/>
              <a:gd name="connsiteY4" fmla="*/ 0 h 4110087"/>
              <a:gd name="connsiteX0" fmla="*/ 0 w 9172281"/>
              <a:gd name="connsiteY0" fmla="*/ 0 h 4110087"/>
              <a:gd name="connsiteX1" fmla="*/ 9111006 w 9172281"/>
              <a:gd name="connsiteY1" fmla="*/ 0 h 4110087"/>
              <a:gd name="connsiteX2" fmla="*/ 9172281 w 9172281"/>
              <a:gd name="connsiteY2" fmla="*/ 2917596 h 4110087"/>
              <a:gd name="connsiteX3" fmla="*/ 0 w 9172281"/>
              <a:gd name="connsiteY3" fmla="*/ 4110087 h 4110087"/>
              <a:gd name="connsiteX4" fmla="*/ 0 w 9172281"/>
              <a:gd name="connsiteY4" fmla="*/ 0 h 4110087"/>
              <a:gd name="connsiteX0" fmla="*/ 0 w 9172281"/>
              <a:gd name="connsiteY0" fmla="*/ 18853 h 4128940"/>
              <a:gd name="connsiteX1" fmla="*/ 9162854 w 9172281"/>
              <a:gd name="connsiteY1" fmla="*/ 0 h 4128940"/>
              <a:gd name="connsiteX2" fmla="*/ 9172281 w 9172281"/>
              <a:gd name="connsiteY2" fmla="*/ 2936449 h 4128940"/>
              <a:gd name="connsiteX3" fmla="*/ 0 w 9172281"/>
              <a:gd name="connsiteY3" fmla="*/ 4128940 h 4128940"/>
              <a:gd name="connsiteX4" fmla="*/ 0 w 9172281"/>
              <a:gd name="connsiteY4" fmla="*/ 18853 h 4128940"/>
              <a:gd name="connsiteX0" fmla="*/ 0 w 9176994"/>
              <a:gd name="connsiteY0" fmla="*/ 18853 h 4128940"/>
              <a:gd name="connsiteX1" fmla="*/ 9162854 w 9176994"/>
              <a:gd name="connsiteY1" fmla="*/ 0 h 4128940"/>
              <a:gd name="connsiteX2" fmla="*/ 9176994 w 9176994"/>
              <a:gd name="connsiteY2" fmla="*/ 2813901 h 4128940"/>
              <a:gd name="connsiteX3" fmla="*/ 0 w 9176994"/>
              <a:gd name="connsiteY3" fmla="*/ 4128940 h 4128940"/>
              <a:gd name="connsiteX4" fmla="*/ 0 w 9176994"/>
              <a:gd name="connsiteY4" fmla="*/ 18853 h 4128940"/>
              <a:gd name="connsiteX0" fmla="*/ 0 w 9181708"/>
              <a:gd name="connsiteY0" fmla="*/ 1206630 h 4128940"/>
              <a:gd name="connsiteX1" fmla="*/ 9167568 w 9181708"/>
              <a:gd name="connsiteY1" fmla="*/ 0 h 4128940"/>
              <a:gd name="connsiteX2" fmla="*/ 9181708 w 9181708"/>
              <a:gd name="connsiteY2" fmla="*/ 2813901 h 4128940"/>
              <a:gd name="connsiteX3" fmla="*/ 4714 w 9181708"/>
              <a:gd name="connsiteY3" fmla="*/ 4128940 h 4128940"/>
              <a:gd name="connsiteX4" fmla="*/ 0 w 9181708"/>
              <a:gd name="connsiteY4" fmla="*/ 1206630 h 4128940"/>
              <a:gd name="connsiteX0" fmla="*/ 0 w 9192276"/>
              <a:gd name="connsiteY0" fmla="*/ 494906 h 3417216"/>
              <a:gd name="connsiteX1" fmla="*/ 9191135 w 9192276"/>
              <a:gd name="connsiteY1" fmla="*/ 0 h 3417216"/>
              <a:gd name="connsiteX2" fmla="*/ 9181708 w 9192276"/>
              <a:gd name="connsiteY2" fmla="*/ 2102177 h 3417216"/>
              <a:gd name="connsiteX3" fmla="*/ 4714 w 9192276"/>
              <a:gd name="connsiteY3" fmla="*/ 3417216 h 3417216"/>
              <a:gd name="connsiteX4" fmla="*/ 0 w 9192276"/>
              <a:gd name="connsiteY4" fmla="*/ 494906 h 3417216"/>
              <a:gd name="connsiteX0" fmla="*/ 0 w 9187821"/>
              <a:gd name="connsiteY0" fmla="*/ 0 h 2922310"/>
              <a:gd name="connsiteX1" fmla="*/ 9186422 w 9187821"/>
              <a:gd name="connsiteY1" fmla="*/ 160257 h 2922310"/>
              <a:gd name="connsiteX2" fmla="*/ 9181708 w 9187821"/>
              <a:gd name="connsiteY2" fmla="*/ 1607271 h 2922310"/>
              <a:gd name="connsiteX3" fmla="*/ 4714 w 9187821"/>
              <a:gd name="connsiteY3" fmla="*/ 2922310 h 2922310"/>
              <a:gd name="connsiteX4" fmla="*/ 0 w 9187821"/>
              <a:gd name="connsiteY4" fmla="*/ 0 h 2922310"/>
              <a:gd name="connsiteX0" fmla="*/ 0 w 9233988"/>
              <a:gd name="connsiteY0" fmla="*/ 0 h 2922310"/>
              <a:gd name="connsiteX1" fmla="*/ 9233556 w 9233988"/>
              <a:gd name="connsiteY1" fmla="*/ 14141 h 2922310"/>
              <a:gd name="connsiteX2" fmla="*/ 9181708 w 9233988"/>
              <a:gd name="connsiteY2" fmla="*/ 1607271 h 2922310"/>
              <a:gd name="connsiteX3" fmla="*/ 4714 w 9233988"/>
              <a:gd name="connsiteY3" fmla="*/ 2922310 h 2922310"/>
              <a:gd name="connsiteX4" fmla="*/ 0 w 9233988"/>
              <a:gd name="connsiteY4" fmla="*/ 0 h 2922310"/>
              <a:gd name="connsiteX0" fmla="*/ 0 w 9181708"/>
              <a:gd name="connsiteY0" fmla="*/ 0 h 2922310"/>
              <a:gd name="connsiteX1" fmla="*/ 9171911 w 9181708"/>
              <a:gd name="connsiteY1" fmla="*/ 9004 h 2922310"/>
              <a:gd name="connsiteX2" fmla="*/ 9181708 w 9181708"/>
              <a:gd name="connsiteY2" fmla="*/ 1607271 h 2922310"/>
              <a:gd name="connsiteX3" fmla="*/ 4714 w 9181708"/>
              <a:gd name="connsiteY3" fmla="*/ 2922310 h 2922310"/>
              <a:gd name="connsiteX4" fmla="*/ 0 w 9181708"/>
              <a:gd name="connsiteY4" fmla="*/ 0 h 2922310"/>
              <a:gd name="connsiteX0" fmla="*/ 0 w 9176571"/>
              <a:gd name="connsiteY0" fmla="*/ 0 h 2922310"/>
              <a:gd name="connsiteX1" fmla="*/ 9171911 w 9176571"/>
              <a:gd name="connsiteY1" fmla="*/ 9004 h 2922310"/>
              <a:gd name="connsiteX2" fmla="*/ 9176571 w 9176571"/>
              <a:gd name="connsiteY2" fmla="*/ 1607271 h 2922310"/>
              <a:gd name="connsiteX3" fmla="*/ 4714 w 9176571"/>
              <a:gd name="connsiteY3" fmla="*/ 2922310 h 2922310"/>
              <a:gd name="connsiteX4" fmla="*/ 0 w 9176571"/>
              <a:gd name="connsiteY4" fmla="*/ 0 h 2922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6571" h="2922310">
                <a:moveTo>
                  <a:pt x="0" y="0"/>
                </a:moveTo>
                <a:lnTo>
                  <a:pt x="9171911" y="9004"/>
                </a:lnTo>
                <a:cubicBezTo>
                  <a:pt x="9178196" y="1297334"/>
                  <a:pt x="9170286" y="318941"/>
                  <a:pt x="9176571" y="1607271"/>
                </a:cubicBezTo>
                <a:lnTo>
                  <a:pt x="4714" y="2922310"/>
                </a:lnTo>
                <a:cubicBezTo>
                  <a:pt x="3143" y="1948207"/>
                  <a:pt x="1571" y="974103"/>
                  <a:pt x="0" y="0"/>
                </a:cubicBezTo>
                <a:close/>
              </a:path>
            </a:pathLst>
          </a:custGeom>
          <a:solidFill>
            <a:srgbClr val="14202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A3BBAB-1CDE-9A87-8C5B-E3CFAE29095C}"/>
              </a:ext>
            </a:extLst>
          </p:cNvPr>
          <p:cNvSpPr/>
          <p:nvPr userDrawn="1"/>
        </p:nvSpPr>
        <p:spPr>
          <a:xfrm>
            <a:off x="-21997" y="-10223"/>
            <a:ext cx="12223159" cy="5921672"/>
          </a:xfrm>
          <a:custGeom>
            <a:avLst/>
            <a:gdLst>
              <a:gd name="connsiteX0" fmla="*/ 0 w 9111006"/>
              <a:gd name="connsiteY0" fmla="*/ 0 h 4110087"/>
              <a:gd name="connsiteX1" fmla="*/ 9111006 w 9111006"/>
              <a:gd name="connsiteY1" fmla="*/ 0 h 4110087"/>
              <a:gd name="connsiteX2" fmla="*/ 9111006 w 9111006"/>
              <a:gd name="connsiteY2" fmla="*/ 4110087 h 4110087"/>
              <a:gd name="connsiteX3" fmla="*/ 0 w 9111006"/>
              <a:gd name="connsiteY3" fmla="*/ 4110087 h 4110087"/>
              <a:gd name="connsiteX4" fmla="*/ 0 w 9111006"/>
              <a:gd name="connsiteY4" fmla="*/ 0 h 4110087"/>
              <a:gd name="connsiteX0" fmla="*/ 0 w 9129860"/>
              <a:gd name="connsiteY0" fmla="*/ 0 h 4110087"/>
              <a:gd name="connsiteX1" fmla="*/ 9111006 w 9129860"/>
              <a:gd name="connsiteY1" fmla="*/ 0 h 4110087"/>
              <a:gd name="connsiteX2" fmla="*/ 9129860 w 9129860"/>
              <a:gd name="connsiteY2" fmla="*/ 3864990 h 4110087"/>
              <a:gd name="connsiteX3" fmla="*/ 0 w 9129860"/>
              <a:gd name="connsiteY3" fmla="*/ 4110087 h 4110087"/>
              <a:gd name="connsiteX4" fmla="*/ 0 w 9129860"/>
              <a:gd name="connsiteY4" fmla="*/ 0 h 4110087"/>
              <a:gd name="connsiteX0" fmla="*/ 0 w 9172281"/>
              <a:gd name="connsiteY0" fmla="*/ 0 h 4110087"/>
              <a:gd name="connsiteX1" fmla="*/ 9111006 w 9172281"/>
              <a:gd name="connsiteY1" fmla="*/ 0 h 4110087"/>
              <a:gd name="connsiteX2" fmla="*/ 9172281 w 9172281"/>
              <a:gd name="connsiteY2" fmla="*/ 2917596 h 4110087"/>
              <a:gd name="connsiteX3" fmla="*/ 0 w 9172281"/>
              <a:gd name="connsiteY3" fmla="*/ 4110087 h 4110087"/>
              <a:gd name="connsiteX4" fmla="*/ 0 w 9172281"/>
              <a:gd name="connsiteY4" fmla="*/ 0 h 4110087"/>
              <a:gd name="connsiteX0" fmla="*/ 0 w 9172281"/>
              <a:gd name="connsiteY0" fmla="*/ 18853 h 4128940"/>
              <a:gd name="connsiteX1" fmla="*/ 9162854 w 9172281"/>
              <a:gd name="connsiteY1" fmla="*/ 0 h 4128940"/>
              <a:gd name="connsiteX2" fmla="*/ 9172281 w 9172281"/>
              <a:gd name="connsiteY2" fmla="*/ 2936449 h 4128940"/>
              <a:gd name="connsiteX3" fmla="*/ 0 w 9172281"/>
              <a:gd name="connsiteY3" fmla="*/ 4128940 h 4128940"/>
              <a:gd name="connsiteX4" fmla="*/ 0 w 9172281"/>
              <a:gd name="connsiteY4" fmla="*/ 18853 h 4128940"/>
              <a:gd name="connsiteX0" fmla="*/ 0 w 9176994"/>
              <a:gd name="connsiteY0" fmla="*/ 18853 h 4128940"/>
              <a:gd name="connsiteX1" fmla="*/ 9162854 w 9176994"/>
              <a:gd name="connsiteY1" fmla="*/ 0 h 4128940"/>
              <a:gd name="connsiteX2" fmla="*/ 9176994 w 9176994"/>
              <a:gd name="connsiteY2" fmla="*/ 2813901 h 4128940"/>
              <a:gd name="connsiteX3" fmla="*/ 0 w 9176994"/>
              <a:gd name="connsiteY3" fmla="*/ 4128940 h 4128940"/>
              <a:gd name="connsiteX4" fmla="*/ 0 w 9176994"/>
              <a:gd name="connsiteY4" fmla="*/ 18853 h 4128940"/>
              <a:gd name="connsiteX0" fmla="*/ 0 w 9176994"/>
              <a:gd name="connsiteY0" fmla="*/ 117 h 4110204"/>
              <a:gd name="connsiteX1" fmla="*/ 9162854 w 9176994"/>
              <a:gd name="connsiteY1" fmla="*/ 237711 h 4110204"/>
              <a:gd name="connsiteX2" fmla="*/ 9176994 w 9176994"/>
              <a:gd name="connsiteY2" fmla="*/ 2795165 h 4110204"/>
              <a:gd name="connsiteX3" fmla="*/ 0 w 9176994"/>
              <a:gd name="connsiteY3" fmla="*/ 4110204 h 4110204"/>
              <a:gd name="connsiteX4" fmla="*/ 0 w 9176994"/>
              <a:gd name="connsiteY4" fmla="*/ 117 h 4110204"/>
              <a:gd name="connsiteX0" fmla="*/ 0 w 9176994"/>
              <a:gd name="connsiteY0" fmla="*/ 0 h 4110087"/>
              <a:gd name="connsiteX1" fmla="*/ 9162854 w 9176994"/>
              <a:gd name="connsiteY1" fmla="*/ 29784 h 4110087"/>
              <a:gd name="connsiteX2" fmla="*/ 9176994 w 9176994"/>
              <a:gd name="connsiteY2" fmla="*/ 2795048 h 4110087"/>
              <a:gd name="connsiteX3" fmla="*/ 0 w 9176994"/>
              <a:gd name="connsiteY3" fmla="*/ 4110087 h 4110087"/>
              <a:gd name="connsiteX4" fmla="*/ 0 w 9176994"/>
              <a:gd name="connsiteY4" fmla="*/ 0 h 4110087"/>
              <a:gd name="connsiteX0" fmla="*/ 28876 w 9176994"/>
              <a:gd name="connsiteY0" fmla="*/ 231085 h 4080303"/>
              <a:gd name="connsiteX1" fmla="*/ 9162854 w 9176994"/>
              <a:gd name="connsiteY1" fmla="*/ 0 h 4080303"/>
              <a:gd name="connsiteX2" fmla="*/ 9176994 w 9176994"/>
              <a:gd name="connsiteY2" fmla="*/ 2765264 h 4080303"/>
              <a:gd name="connsiteX3" fmla="*/ 0 w 9176994"/>
              <a:gd name="connsiteY3" fmla="*/ 4080303 h 4080303"/>
              <a:gd name="connsiteX4" fmla="*/ 28876 w 9176994"/>
              <a:gd name="connsiteY4" fmla="*/ 231085 h 4080303"/>
              <a:gd name="connsiteX0" fmla="*/ 4812 w 9176994"/>
              <a:gd name="connsiteY0" fmla="*/ 1167 h 4080303"/>
              <a:gd name="connsiteX1" fmla="*/ 9162854 w 9176994"/>
              <a:gd name="connsiteY1" fmla="*/ 0 h 4080303"/>
              <a:gd name="connsiteX2" fmla="*/ 9176994 w 9176994"/>
              <a:gd name="connsiteY2" fmla="*/ 2765264 h 4080303"/>
              <a:gd name="connsiteX3" fmla="*/ 0 w 9176994"/>
              <a:gd name="connsiteY3" fmla="*/ 4080303 h 4080303"/>
              <a:gd name="connsiteX4" fmla="*/ 4812 w 9176994"/>
              <a:gd name="connsiteY4" fmla="*/ 1167 h 4080303"/>
              <a:gd name="connsiteX0" fmla="*/ 4812 w 9167369"/>
              <a:gd name="connsiteY0" fmla="*/ 1167 h 4080303"/>
              <a:gd name="connsiteX1" fmla="*/ 9162854 w 9167369"/>
              <a:gd name="connsiteY1" fmla="*/ 0 h 4080303"/>
              <a:gd name="connsiteX2" fmla="*/ 9167369 w 9167369"/>
              <a:gd name="connsiteY2" fmla="*/ 2782949 h 4080303"/>
              <a:gd name="connsiteX3" fmla="*/ 0 w 9167369"/>
              <a:gd name="connsiteY3" fmla="*/ 4080303 h 4080303"/>
              <a:gd name="connsiteX4" fmla="*/ 4812 w 9167369"/>
              <a:gd name="connsiteY4" fmla="*/ 1167 h 408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67369" h="4080303">
                <a:moveTo>
                  <a:pt x="4812" y="1167"/>
                </a:moveTo>
                <a:lnTo>
                  <a:pt x="9162854" y="0"/>
                </a:lnTo>
                <a:cubicBezTo>
                  <a:pt x="9169139" y="1288330"/>
                  <a:pt x="9161084" y="1494619"/>
                  <a:pt x="9167369" y="2782949"/>
                </a:cubicBezTo>
                <a:lnTo>
                  <a:pt x="0" y="4080303"/>
                </a:lnTo>
                <a:lnTo>
                  <a:pt x="4812" y="1167"/>
                </a:lnTo>
                <a:close/>
              </a:path>
            </a:pathLst>
          </a:custGeom>
          <a:solidFill>
            <a:srgbClr val="A3B4A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3444598F-BB06-97B5-F254-D7D9C5DDA9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854" y="6149020"/>
            <a:ext cx="1199025" cy="376705"/>
          </a:xfrm>
          <a:prstGeom prst="rect">
            <a:avLst/>
          </a:prstGeom>
        </p:spPr>
      </p:pic>
      <p:sp>
        <p:nvSpPr>
          <p:cNvPr id="2" name="Freeform 1">
            <a:extLst>
              <a:ext uri="{FF2B5EF4-FFF2-40B4-BE49-F238E27FC236}">
                <a16:creationId xmlns:a16="http://schemas.microsoft.com/office/drawing/2014/main" id="{2C93343C-0101-E80B-7767-39E552A8AFE3}"/>
              </a:ext>
            </a:extLst>
          </p:cNvPr>
          <p:cNvSpPr/>
          <p:nvPr userDrawn="1"/>
        </p:nvSpPr>
        <p:spPr>
          <a:xfrm>
            <a:off x="8169900" y="1317489"/>
            <a:ext cx="4053736" cy="5565843"/>
          </a:xfrm>
          <a:custGeom>
            <a:avLst/>
            <a:gdLst>
              <a:gd name="connsiteX0" fmla="*/ 3040302 w 3040302"/>
              <a:gd name="connsiteY0" fmla="*/ 0 h 4174382"/>
              <a:gd name="connsiteX1" fmla="*/ 3034547 w 3040302"/>
              <a:gd name="connsiteY1" fmla="*/ 4174382 h 4174382"/>
              <a:gd name="connsiteX2" fmla="*/ 2338418 w 3040302"/>
              <a:gd name="connsiteY2" fmla="*/ 4174382 h 4174382"/>
              <a:gd name="connsiteX3" fmla="*/ 207245 w 3040302"/>
              <a:gd name="connsiteY3" fmla="*/ 2661224 h 4174382"/>
              <a:gd name="connsiteX4" fmla="*/ 140136 w 3040302"/>
              <a:gd name="connsiteY4" fmla="*/ 2615842 h 4174382"/>
              <a:gd name="connsiteX5" fmla="*/ 132144 w 3040302"/>
              <a:gd name="connsiteY5" fmla="*/ 2607903 h 4174382"/>
              <a:gd name="connsiteX6" fmla="*/ 125087 w 3040302"/>
              <a:gd name="connsiteY6" fmla="*/ 2602892 h 4174382"/>
              <a:gd name="connsiteX7" fmla="*/ 125062 w 3040302"/>
              <a:gd name="connsiteY7" fmla="*/ 2600867 h 4174382"/>
              <a:gd name="connsiteX8" fmla="*/ 81713 w 3040302"/>
              <a:gd name="connsiteY8" fmla="*/ 2557803 h 4174382"/>
              <a:gd name="connsiteX9" fmla="*/ 0 w 3040302"/>
              <a:gd name="connsiteY9" fmla="*/ 2338544 h 4174382"/>
              <a:gd name="connsiteX10" fmla="*/ 81713 w 3040302"/>
              <a:gd name="connsiteY10" fmla="*/ 2119285 h 4174382"/>
              <a:gd name="connsiteX11" fmla="*/ 118702 w 3040302"/>
              <a:gd name="connsiteY11" fmla="*/ 2082540 h 4174382"/>
              <a:gd name="connsiteX12" fmla="*/ 118651 w 3040302"/>
              <a:gd name="connsiteY12" fmla="*/ 2078380 h 4174382"/>
              <a:gd name="connsiteX13" fmla="*/ 133578 w 3040302"/>
              <a:gd name="connsiteY13" fmla="*/ 2067762 h 4174382"/>
              <a:gd name="connsiteX14" fmla="*/ 140136 w 3040302"/>
              <a:gd name="connsiteY14" fmla="*/ 2061248 h 4174382"/>
              <a:gd name="connsiteX15" fmla="*/ 192822 w 3040302"/>
              <a:gd name="connsiteY15" fmla="*/ 2025618 h 4174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040302" h="4174382">
                <a:moveTo>
                  <a:pt x="3040302" y="0"/>
                </a:moveTo>
                <a:lnTo>
                  <a:pt x="3034547" y="4174382"/>
                </a:lnTo>
                <a:lnTo>
                  <a:pt x="2338418" y="4174382"/>
                </a:lnTo>
                <a:lnTo>
                  <a:pt x="207245" y="2661224"/>
                </a:lnTo>
                <a:lnTo>
                  <a:pt x="140136" y="2615842"/>
                </a:lnTo>
                <a:lnTo>
                  <a:pt x="132144" y="2607903"/>
                </a:lnTo>
                <a:lnTo>
                  <a:pt x="125087" y="2602892"/>
                </a:lnTo>
                <a:lnTo>
                  <a:pt x="125062" y="2600867"/>
                </a:lnTo>
                <a:lnTo>
                  <a:pt x="81713" y="2557803"/>
                </a:lnTo>
                <a:cubicBezTo>
                  <a:pt x="30124" y="2495215"/>
                  <a:pt x="0" y="2419763"/>
                  <a:pt x="0" y="2338544"/>
                </a:cubicBezTo>
                <a:cubicBezTo>
                  <a:pt x="0" y="2257326"/>
                  <a:pt x="30124" y="2181874"/>
                  <a:pt x="81713" y="2119285"/>
                </a:cubicBezTo>
                <a:lnTo>
                  <a:pt x="118702" y="2082540"/>
                </a:lnTo>
                <a:lnTo>
                  <a:pt x="118651" y="2078380"/>
                </a:lnTo>
                <a:lnTo>
                  <a:pt x="133578" y="2067762"/>
                </a:lnTo>
                <a:lnTo>
                  <a:pt x="140136" y="2061248"/>
                </a:lnTo>
                <a:lnTo>
                  <a:pt x="192822" y="2025618"/>
                </a:lnTo>
                <a:close/>
              </a:path>
            </a:pathLst>
          </a:custGeom>
          <a:solidFill>
            <a:srgbClr val="EB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55464241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r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8">
            <a:extLst>
              <a:ext uri="{FF2B5EF4-FFF2-40B4-BE49-F238E27FC236}">
                <a16:creationId xmlns:a16="http://schemas.microsoft.com/office/drawing/2014/main" id="{6077DD46-AC9E-1344-6C63-A74228882264}"/>
              </a:ext>
            </a:extLst>
          </p:cNvPr>
          <p:cNvSpPr/>
          <p:nvPr userDrawn="1"/>
        </p:nvSpPr>
        <p:spPr>
          <a:xfrm flipV="1">
            <a:off x="-21997" y="2990252"/>
            <a:ext cx="12235428" cy="3896413"/>
          </a:xfrm>
          <a:custGeom>
            <a:avLst/>
            <a:gdLst>
              <a:gd name="connsiteX0" fmla="*/ 0 w 9111006"/>
              <a:gd name="connsiteY0" fmla="*/ 0 h 4110087"/>
              <a:gd name="connsiteX1" fmla="*/ 9111006 w 9111006"/>
              <a:gd name="connsiteY1" fmla="*/ 0 h 4110087"/>
              <a:gd name="connsiteX2" fmla="*/ 9111006 w 9111006"/>
              <a:gd name="connsiteY2" fmla="*/ 4110087 h 4110087"/>
              <a:gd name="connsiteX3" fmla="*/ 0 w 9111006"/>
              <a:gd name="connsiteY3" fmla="*/ 4110087 h 4110087"/>
              <a:gd name="connsiteX4" fmla="*/ 0 w 9111006"/>
              <a:gd name="connsiteY4" fmla="*/ 0 h 4110087"/>
              <a:gd name="connsiteX0" fmla="*/ 0 w 9129860"/>
              <a:gd name="connsiteY0" fmla="*/ 0 h 4110087"/>
              <a:gd name="connsiteX1" fmla="*/ 9111006 w 9129860"/>
              <a:gd name="connsiteY1" fmla="*/ 0 h 4110087"/>
              <a:gd name="connsiteX2" fmla="*/ 9129860 w 9129860"/>
              <a:gd name="connsiteY2" fmla="*/ 3864990 h 4110087"/>
              <a:gd name="connsiteX3" fmla="*/ 0 w 9129860"/>
              <a:gd name="connsiteY3" fmla="*/ 4110087 h 4110087"/>
              <a:gd name="connsiteX4" fmla="*/ 0 w 9129860"/>
              <a:gd name="connsiteY4" fmla="*/ 0 h 4110087"/>
              <a:gd name="connsiteX0" fmla="*/ 0 w 9172281"/>
              <a:gd name="connsiteY0" fmla="*/ 0 h 4110087"/>
              <a:gd name="connsiteX1" fmla="*/ 9111006 w 9172281"/>
              <a:gd name="connsiteY1" fmla="*/ 0 h 4110087"/>
              <a:gd name="connsiteX2" fmla="*/ 9172281 w 9172281"/>
              <a:gd name="connsiteY2" fmla="*/ 2917596 h 4110087"/>
              <a:gd name="connsiteX3" fmla="*/ 0 w 9172281"/>
              <a:gd name="connsiteY3" fmla="*/ 4110087 h 4110087"/>
              <a:gd name="connsiteX4" fmla="*/ 0 w 9172281"/>
              <a:gd name="connsiteY4" fmla="*/ 0 h 4110087"/>
              <a:gd name="connsiteX0" fmla="*/ 0 w 9172281"/>
              <a:gd name="connsiteY0" fmla="*/ 18853 h 4128940"/>
              <a:gd name="connsiteX1" fmla="*/ 9162854 w 9172281"/>
              <a:gd name="connsiteY1" fmla="*/ 0 h 4128940"/>
              <a:gd name="connsiteX2" fmla="*/ 9172281 w 9172281"/>
              <a:gd name="connsiteY2" fmla="*/ 2936449 h 4128940"/>
              <a:gd name="connsiteX3" fmla="*/ 0 w 9172281"/>
              <a:gd name="connsiteY3" fmla="*/ 4128940 h 4128940"/>
              <a:gd name="connsiteX4" fmla="*/ 0 w 9172281"/>
              <a:gd name="connsiteY4" fmla="*/ 18853 h 4128940"/>
              <a:gd name="connsiteX0" fmla="*/ 0 w 9176994"/>
              <a:gd name="connsiteY0" fmla="*/ 18853 h 4128940"/>
              <a:gd name="connsiteX1" fmla="*/ 9162854 w 9176994"/>
              <a:gd name="connsiteY1" fmla="*/ 0 h 4128940"/>
              <a:gd name="connsiteX2" fmla="*/ 9176994 w 9176994"/>
              <a:gd name="connsiteY2" fmla="*/ 2813901 h 4128940"/>
              <a:gd name="connsiteX3" fmla="*/ 0 w 9176994"/>
              <a:gd name="connsiteY3" fmla="*/ 4128940 h 4128940"/>
              <a:gd name="connsiteX4" fmla="*/ 0 w 9176994"/>
              <a:gd name="connsiteY4" fmla="*/ 18853 h 4128940"/>
              <a:gd name="connsiteX0" fmla="*/ 0 w 9181708"/>
              <a:gd name="connsiteY0" fmla="*/ 1206630 h 4128940"/>
              <a:gd name="connsiteX1" fmla="*/ 9167568 w 9181708"/>
              <a:gd name="connsiteY1" fmla="*/ 0 h 4128940"/>
              <a:gd name="connsiteX2" fmla="*/ 9181708 w 9181708"/>
              <a:gd name="connsiteY2" fmla="*/ 2813901 h 4128940"/>
              <a:gd name="connsiteX3" fmla="*/ 4714 w 9181708"/>
              <a:gd name="connsiteY3" fmla="*/ 4128940 h 4128940"/>
              <a:gd name="connsiteX4" fmla="*/ 0 w 9181708"/>
              <a:gd name="connsiteY4" fmla="*/ 1206630 h 4128940"/>
              <a:gd name="connsiteX0" fmla="*/ 0 w 9192276"/>
              <a:gd name="connsiteY0" fmla="*/ 494906 h 3417216"/>
              <a:gd name="connsiteX1" fmla="*/ 9191135 w 9192276"/>
              <a:gd name="connsiteY1" fmla="*/ 0 h 3417216"/>
              <a:gd name="connsiteX2" fmla="*/ 9181708 w 9192276"/>
              <a:gd name="connsiteY2" fmla="*/ 2102177 h 3417216"/>
              <a:gd name="connsiteX3" fmla="*/ 4714 w 9192276"/>
              <a:gd name="connsiteY3" fmla="*/ 3417216 h 3417216"/>
              <a:gd name="connsiteX4" fmla="*/ 0 w 9192276"/>
              <a:gd name="connsiteY4" fmla="*/ 494906 h 3417216"/>
              <a:gd name="connsiteX0" fmla="*/ 0 w 9187821"/>
              <a:gd name="connsiteY0" fmla="*/ 0 h 2922310"/>
              <a:gd name="connsiteX1" fmla="*/ 9186422 w 9187821"/>
              <a:gd name="connsiteY1" fmla="*/ 160257 h 2922310"/>
              <a:gd name="connsiteX2" fmla="*/ 9181708 w 9187821"/>
              <a:gd name="connsiteY2" fmla="*/ 1607271 h 2922310"/>
              <a:gd name="connsiteX3" fmla="*/ 4714 w 9187821"/>
              <a:gd name="connsiteY3" fmla="*/ 2922310 h 2922310"/>
              <a:gd name="connsiteX4" fmla="*/ 0 w 9187821"/>
              <a:gd name="connsiteY4" fmla="*/ 0 h 2922310"/>
              <a:gd name="connsiteX0" fmla="*/ 0 w 9233988"/>
              <a:gd name="connsiteY0" fmla="*/ 0 h 2922310"/>
              <a:gd name="connsiteX1" fmla="*/ 9233556 w 9233988"/>
              <a:gd name="connsiteY1" fmla="*/ 14141 h 2922310"/>
              <a:gd name="connsiteX2" fmla="*/ 9181708 w 9233988"/>
              <a:gd name="connsiteY2" fmla="*/ 1607271 h 2922310"/>
              <a:gd name="connsiteX3" fmla="*/ 4714 w 9233988"/>
              <a:gd name="connsiteY3" fmla="*/ 2922310 h 2922310"/>
              <a:gd name="connsiteX4" fmla="*/ 0 w 9233988"/>
              <a:gd name="connsiteY4" fmla="*/ 0 h 2922310"/>
              <a:gd name="connsiteX0" fmla="*/ 0 w 9181708"/>
              <a:gd name="connsiteY0" fmla="*/ 0 h 2922310"/>
              <a:gd name="connsiteX1" fmla="*/ 9171911 w 9181708"/>
              <a:gd name="connsiteY1" fmla="*/ 9004 h 2922310"/>
              <a:gd name="connsiteX2" fmla="*/ 9181708 w 9181708"/>
              <a:gd name="connsiteY2" fmla="*/ 1607271 h 2922310"/>
              <a:gd name="connsiteX3" fmla="*/ 4714 w 9181708"/>
              <a:gd name="connsiteY3" fmla="*/ 2922310 h 2922310"/>
              <a:gd name="connsiteX4" fmla="*/ 0 w 9181708"/>
              <a:gd name="connsiteY4" fmla="*/ 0 h 2922310"/>
              <a:gd name="connsiteX0" fmla="*/ 0 w 9176571"/>
              <a:gd name="connsiteY0" fmla="*/ 0 h 2922310"/>
              <a:gd name="connsiteX1" fmla="*/ 9171911 w 9176571"/>
              <a:gd name="connsiteY1" fmla="*/ 9004 h 2922310"/>
              <a:gd name="connsiteX2" fmla="*/ 9176571 w 9176571"/>
              <a:gd name="connsiteY2" fmla="*/ 1607271 h 2922310"/>
              <a:gd name="connsiteX3" fmla="*/ 4714 w 9176571"/>
              <a:gd name="connsiteY3" fmla="*/ 2922310 h 2922310"/>
              <a:gd name="connsiteX4" fmla="*/ 0 w 9176571"/>
              <a:gd name="connsiteY4" fmla="*/ 0 h 2922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6571" h="2922310">
                <a:moveTo>
                  <a:pt x="0" y="0"/>
                </a:moveTo>
                <a:lnTo>
                  <a:pt x="9171911" y="9004"/>
                </a:lnTo>
                <a:cubicBezTo>
                  <a:pt x="9178196" y="1297334"/>
                  <a:pt x="9170286" y="318941"/>
                  <a:pt x="9176571" y="1607271"/>
                </a:cubicBezTo>
                <a:lnTo>
                  <a:pt x="4714" y="2922310"/>
                </a:lnTo>
                <a:cubicBezTo>
                  <a:pt x="3143" y="1948207"/>
                  <a:pt x="1571" y="974103"/>
                  <a:pt x="0" y="0"/>
                </a:cubicBezTo>
                <a:close/>
              </a:path>
            </a:pathLst>
          </a:custGeom>
          <a:solidFill>
            <a:srgbClr val="A3B4A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A3BBAB-1CDE-9A87-8C5B-E3CFAE29095C}"/>
              </a:ext>
            </a:extLst>
          </p:cNvPr>
          <p:cNvSpPr/>
          <p:nvPr userDrawn="1"/>
        </p:nvSpPr>
        <p:spPr>
          <a:xfrm>
            <a:off x="-21997" y="-10223"/>
            <a:ext cx="12223159" cy="5921672"/>
          </a:xfrm>
          <a:custGeom>
            <a:avLst/>
            <a:gdLst>
              <a:gd name="connsiteX0" fmla="*/ 0 w 9111006"/>
              <a:gd name="connsiteY0" fmla="*/ 0 h 4110087"/>
              <a:gd name="connsiteX1" fmla="*/ 9111006 w 9111006"/>
              <a:gd name="connsiteY1" fmla="*/ 0 h 4110087"/>
              <a:gd name="connsiteX2" fmla="*/ 9111006 w 9111006"/>
              <a:gd name="connsiteY2" fmla="*/ 4110087 h 4110087"/>
              <a:gd name="connsiteX3" fmla="*/ 0 w 9111006"/>
              <a:gd name="connsiteY3" fmla="*/ 4110087 h 4110087"/>
              <a:gd name="connsiteX4" fmla="*/ 0 w 9111006"/>
              <a:gd name="connsiteY4" fmla="*/ 0 h 4110087"/>
              <a:gd name="connsiteX0" fmla="*/ 0 w 9129860"/>
              <a:gd name="connsiteY0" fmla="*/ 0 h 4110087"/>
              <a:gd name="connsiteX1" fmla="*/ 9111006 w 9129860"/>
              <a:gd name="connsiteY1" fmla="*/ 0 h 4110087"/>
              <a:gd name="connsiteX2" fmla="*/ 9129860 w 9129860"/>
              <a:gd name="connsiteY2" fmla="*/ 3864990 h 4110087"/>
              <a:gd name="connsiteX3" fmla="*/ 0 w 9129860"/>
              <a:gd name="connsiteY3" fmla="*/ 4110087 h 4110087"/>
              <a:gd name="connsiteX4" fmla="*/ 0 w 9129860"/>
              <a:gd name="connsiteY4" fmla="*/ 0 h 4110087"/>
              <a:gd name="connsiteX0" fmla="*/ 0 w 9172281"/>
              <a:gd name="connsiteY0" fmla="*/ 0 h 4110087"/>
              <a:gd name="connsiteX1" fmla="*/ 9111006 w 9172281"/>
              <a:gd name="connsiteY1" fmla="*/ 0 h 4110087"/>
              <a:gd name="connsiteX2" fmla="*/ 9172281 w 9172281"/>
              <a:gd name="connsiteY2" fmla="*/ 2917596 h 4110087"/>
              <a:gd name="connsiteX3" fmla="*/ 0 w 9172281"/>
              <a:gd name="connsiteY3" fmla="*/ 4110087 h 4110087"/>
              <a:gd name="connsiteX4" fmla="*/ 0 w 9172281"/>
              <a:gd name="connsiteY4" fmla="*/ 0 h 4110087"/>
              <a:gd name="connsiteX0" fmla="*/ 0 w 9172281"/>
              <a:gd name="connsiteY0" fmla="*/ 18853 h 4128940"/>
              <a:gd name="connsiteX1" fmla="*/ 9162854 w 9172281"/>
              <a:gd name="connsiteY1" fmla="*/ 0 h 4128940"/>
              <a:gd name="connsiteX2" fmla="*/ 9172281 w 9172281"/>
              <a:gd name="connsiteY2" fmla="*/ 2936449 h 4128940"/>
              <a:gd name="connsiteX3" fmla="*/ 0 w 9172281"/>
              <a:gd name="connsiteY3" fmla="*/ 4128940 h 4128940"/>
              <a:gd name="connsiteX4" fmla="*/ 0 w 9172281"/>
              <a:gd name="connsiteY4" fmla="*/ 18853 h 4128940"/>
              <a:gd name="connsiteX0" fmla="*/ 0 w 9176994"/>
              <a:gd name="connsiteY0" fmla="*/ 18853 h 4128940"/>
              <a:gd name="connsiteX1" fmla="*/ 9162854 w 9176994"/>
              <a:gd name="connsiteY1" fmla="*/ 0 h 4128940"/>
              <a:gd name="connsiteX2" fmla="*/ 9176994 w 9176994"/>
              <a:gd name="connsiteY2" fmla="*/ 2813901 h 4128940"/>
              <a:gd name="connsiteX3" fmla="*/ 0 w 9176994"/>
              <a:gd name="connsiteY3" fmla="*/ 4128940 h 4128940"/>
              <a:gd name="connsiteX4" fmla="*/ 0 w 9176994"/>
              <a:gd name="connsiteY4" fmla="*/ 18853 h 4128940"/>
              <a:gd name="connsiteX0" fmla="*/ 0 w 9176994"/>
              <a:gd name="connsiteY0" fmla="*/ 117 h 4110204"/>
              <a:gd name="connsiteX1" fmla="*/ 9162854 w 9176994"/>
              <a:gd name="connsiteY1" fmla="*/ 237711 h 4110204"/>
              <a:gd name="connsiteX2" fmla="*/ 9176994 w 9176994"/>
              <a:gd name="connsiteY2" fmla="*/ 2795165 h 4110204"/>
              <a:gd name="connsiteX3" fmla="*/ 0 w 9176994"/>
              <a:gd name="connsiteY3" fmla="*/ 4110204 h 4110204"/>
              <a:gd name="connsiteX4" fmla="*/ 0 w 9176994"/>
              <a:gd name="connsiteY4" fmla="*/ 117 h 4110204"/>
              <a:gd name="connsiteX0" fmla="*/ 0 w 9176994"/>
              <a:gd name="connsiteY0" fmla="*/ 0 h 4110087"/>
              <a:gd name="connsiteX1" fmla="*/ 9162854 w 9176994"/>
              <a:gd name="connsiteY1" fmla="*/ 29784 h 4110087"/>
              <a:gd name="connsiteX2" fmla="*/ 9176994 w 9176994"/>
              <a:gd name="connsiteY2" fmla="*/ 2795048 h 4110087"/>
              <a:gd name="connsiteX3" fmla="*/ 0 w 9176994"/>
              <a:gd name="connsiteY3" fmla="*/ 4110087 h 4110087"/>
              <a:gd name="connsiteX4" fmla="*/ 0 w 9176994"/>
              <a:gd name="connsiteY4" fmla="*/ 0 h 4110087"/>
              <a:gd name="connsiteX0" fmla="*/ 28876 w 9176994"/>
              <a:gd name="connsiteY0" fmla="*/ 231085 h 4080303"/>
              <a:gd name="connsiteX1" fmla="*/ 9162854 w 9176994"/>
              <a:gd name="connsiteY1" fmla="*/ 0 h 4080303"/>
              <a:gd name="connsiteX2" fmla="*/ 9176994 w 9176994"/>
              <a:gd name="connsiteY2" fmla="*/ 2765264 h 4080303"/>
              <a:gd name="connsiteX3" fmla="*/ 0 w 9176994"/>
              <a:gd name="connsiteY3" fmla="*/ 4080303 h 4080303"/>
              <a:gd name="connsiteX4" fmla="*/ 28876 w 9176994"/>
              <a:gd name="connsiteY4" fmla="*/ 231085 h 4080303"/>
              <a:gd name="connsiteX0" fmla="*/ 4812 w 9176994"/>
              <a:gd name="connsiteY0" fmla="*/ 1167 h 4080303"/>
              <a:gd name="connsiteX1" fmla="*/ 9162854 w 9176994"/>
              <a:gd name="connsiteY1" fmla="*/ 0 h 4080303"/>
              <a:gd name="connsiteX2" fmla="*/ 9176994 w 9176994"/>
              <a:gd name="connsiteY2" fmla="*/ 2765264 h 4080303"/>
              <a:gd name="connsiteX3" fmla="*/ 0 w 9176994"/>
              <a:gd name="connsiteY3" fmla="*/ 4080303 h 4080303"/>
              <a:gd name="connsiteX4" fmla="*/ 4812 w 9176994"/>
              <a:gd name="connsiteY4" fmla="*/ 1167 h 4080303"/>
              <a:gd name="connsiteX0" fmla="*/ 4812 w 9167369"/>
              <a:gd name="connsiteY0" fmla="*/ 1167 h 4080303"/>
              <a:gd name="connsiteX1" fmla="*/ 9162854 w 9167369"/>
              <a:gd name="connsiteY1" fmla="*/ 0 h 4080303"/>
              <a:gd name="connsiteX2" fmla="*/ 9167369 w 9167369"/>
              <a:gd name="connsiteY2" fmla="*/ 2782949 h 4080303"/>
              <a:gd name="connsiteX3" fmla="*/ 0 w 9167369"/>
              <a:gd name="connsiteY3" fmla="*/ 4080303 h 4080303"/>
              <a:gd name="connsiteX4" fmla="*/ 4812 w 9167369"/>
              <a:gd name="connsiteY4" fmla="*/ 1167 h 408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67369" h="4080303">
                <a:moveTo>
                  <a:pt x="4812" y="1167"/>
                </a:moveTo>
                <a:lnTo>
                  <a:pt x="9162854" y="0"/>
                </a:lnTo>
                <a:cubicBezTo>
                  <a:pt x="9169139" y="1288330"/>
                  <a:pt x="9161084" y="1494619"/>
                  <a:pt x="9167369" y="2782949"/>
                </a:cubicBezTo>
                <a:lnTo>
                  <a:pt x="0" y="4080303"/>
                </a:lnTo>
                <a:lnTo>
                  <a:pt x="4812" y="116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F9F1CF32-6248-BF56-E6C1-F07E3E4792E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854" y="6149020"/>
            <a:ext cx="1199025" cy="376705"/>
          </a:xfrm>
          <a:prstGeom prst="rect">
            <a:avLst/>
          </a:prstGeom>
        </p:spPr>
      </p:pic>
      <p:sp>
        <p:nvSpPr>
          <p:cNvPr id="2" name="Freeform 1">
            <a:extLst>
              <a:ext uri="{FF2B5EF4-FFF2-40B4-BE49-F238E27FC236}">
                <a16:creationId xmlns:a16="http://schemas.microsoft.com/office/drawing/2014/main" id="{D5999EB4-147E-0C7E-8AC4-D78B8064C936}"/>
              </a:ext>
            </a:extLst>
          </p:cNvPr>
          <p:cNvSpPr/>
          <p:nvPr userDrawn="1"/>
        </p:nvSpPr>
        <p:spPr>
          <a:xfrm>
            <a:off x="8169900" y="1317489"/>
            <a:ext cx="4053736" cy="5565843"/>
          </a:xfrm>
          <a:custGeom>
            <a:avLst/>
            <a:gdLst>
              <a:gd name="connsiteX0" fmla="*/ 3040302 w 3040302"/>
              <a:gd name="connsiteY0" fmla="*/ 0 h 4174382"/>
              <a:gd name="connsiteX1" fmla="*/ 3034547 w 3040302"/>
              <a:gd name="connsiteY1" fmla="*/ 4174382 h 4174382"/>
              <a:gd name="connsiteX2" fmla="*/ 2338418 w 3040302"/>
              <a:gd name="connsiteY2" fmla="*/ 4174382 h 4174382"/>
              <a:gd name="connsiteX3" fmla="*/ 207245 w 3040302"/>
              <a:gd name="connsiteY3" fmla="*/ 2661224 h 4174382"/>
              <a:gd name="connsiteX4" fmla="*/ 140136 w 3040302"/>
              <a:gd name="connsiteY4" fmla="*/ 2615842 h 4174382"/>
              <a:gd name="connsiteX5" fmla="*/ 132144 w 3040302"/>
              <a:gd name="connsiteY5" fmla="*/ 2607903 h 4174382"/>
              <a:gd name="connsiteX6" fmla="*/ 125087 w 3040302"/>
              <a:gd name="connsiteY6" fmla="*/ 2602892 h 4174382"/>
              <a:gd name="connsiteX7" fmla="*/ 125062 w 3040302"/>
              <a:gd name="connsiteY7" fmla="*/ 2600867 h 4174382"/>
              <a:gd name="connsiteX8" fmla="*/ 81713 w 3040302"/>
              <a:gd name="connsiteY8" fmla="*/ 2557803 h 4174382"/>
              <a:gd name="connsiteX9" fmla="*/ 0 w 3040302"/>
              <a:gd name="connsiteY9" fmla="*/ 2338544 h 4174382"/>
              <a:gd name="connsiteX10" fmla="*/ 81713 w 3040302"/>
              <a:gd name="connsiteY10" fmla="*/ 2119285 h 4174382"/>
              <a:gd name="connsiteX11" fmla="*/ 118702 w 3040302"/>
              <a:gd name="connsiteY11" fmla="*/ 2082540 h 4174382"/>
              <a:gd name="connsiteX12" fmla="*/ 118651 w 3040302"/>
              <a:gd name="connsiteY12" fmla="*/ 2078380 h 4174382"/>
              <a:gd name="connsiteX13" fmla="*/ 133578 w 3040302"/>
              <a:gd name="connsiteY13" fmla="*/ 2067762 h 4174382"/>
              <a:gd name="connsiteX14" fmla="*/ 140136 w 3040302"/>
              <a:gd name="connsiteY14" fmla="*/ 2061248 h 4174382"/>
              <a:gd name="connsiteX15" fmla="*/ 192822 w 3040302"/>
              <a:gd name="connsiteY15" fmla="*/ 2025618 h 4174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040302" h="4174382">
                <a:moveTo>
                  <a:pt x="3040302" y="0"/>
                </a:moveTo>
                <a:lnTo>
                  <a:pt x="3034547" y="4174382"/>
                </a:lnTo>
                <a:lnTo>
                  <a:pt x="2338418" y="4174382"/>
                </a:lnTo>
                <a:lnTo>
                  <a:pt x="207245" y="2661224"/>
                </a:lnTo>
                <a:lnTo>
                  <a:pt x="140136" y="2615842"/>
                </a:lnTo>
                <a:lnTo>
                  <a:pt x="132144" y="2607903"/>
                </a:lnTo>
                <a:lnTo>
                  <a:pt x="125087" y="2602892"/>
                </a:lnTo>
                <a:lnTo>
                  <a:pt x="125062" y="2600867"/>
                </a:lnTo>
                <a:lnTo>
                  <a:pt x="81713" y="2557803"/>
                </a:lnTo>
                <a:cubicBezTo>
                  <a:pt x="30124" y="2495215"/>
                  <a:pt x="0" y="2419763"/>
                  <a:pt x="0" y="2338544"/>
                </a:cubicBezTo>
                <a:cubicBezTo>
                  <a:pt x="0" y="2257326"/>
                  <a:pt x="30124" y="2181874"/>
                  <a:pt x="81713" y="2119285"/>
                </a:cubicBezTo>
                <a:lnTo>
                  <a:pt x="118702" y="2082540"/>
                </a:lnTo>
                <a:lnTo>
                  <a:pt x="118651" y="2078380"/>
                </a:lnTo>
                <a:lnTo>
                  <a:pt x="133578" y="2067762"/>
                </a:lnTo>
                <a:lnTo>
                  <a:pt x="140136" y="2061248"/>
                </a:lnTo>
                <a:lnTo>
                  <a:pt x="192822" y="2025618"/>
                </a:lnTo>
                <a:close/>
              </a:path>
            </a:pathLst>
          </a:custGeom>
          <a:solidFill>
            <a:srgbClr val="EB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42453107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r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8">
            <a:extLst>
              <a:ext uri="{FF2B5EF4-FFF2-40B4-BE49-F238E27FC236}">
                <a16:creationId xmlns:a16="http://schemas.microsoft.com/office/drawing/2014/main" id="{6077DD46-AC9E-1344-6C63-A74228882264}"/>
              </a:ext>
            </a:extLst>
          </p:cNvPr>
          <p:cNvSpPr/>
          <p:nvPr userDrawn="1"/>
        </p:nvSpPr>
        <p:spPr>
          <a:xfrm flipH="1" flipV="1">
            <a:off x="-18433" y="3010884"/>
            <a:ext cx="12236556" cy="3891105"/>
          </a:xfrm>
          <a:custGeom>
            <a:avLst/>
            <a:gdLst>
              <a:gd name="connsiteX0" fmla="*/ 0 w 9111006"/>
              <a:gd name="connsiteY0" fmla="*/ 0 h 4110087"/>
              <a:gd name="connsiteX1" fmla="*/ 9111006 w 9111006"/>
              <a:gd name="connsiteY1" fmla="*/ 0 h 4110087"/>
              <a:gd name="connsiteX2" fmla="*/ 9111006 w 9111006"/>
              <a:gd name="connsiteY2" fmla="*/ 4110087 h 4110087"/>
              <a:gd name="connsiteX3" fmla="*/ 0 w 9111006"/>
              <a:gd name="connsiteY3" fmla="*/ 4110087 h 4110087"/>
              <a:gd name="connsiteX4" fmla="*/ 0 w 9111006"/>
              <a:gd name="connsiteY4" fmla="*/ 0 h 4110087"/>
              <a:gd name="connsiteX0" fmla="*/ 0 w 9129860"/>
              <a:gd name="connsiteY0" fmla="*/ 0 h 4110087"/>
              <a:gd name="connsiteX1" fmla="*/ 9111006 w 9129860"/>
              <a:gd name="connsiteY1" fmla="*/ 0 h 4110087"/>
              <a:gd name="connsiteX2" fmla="*/ 9129860 w 9129860"/>
              <a:gd name="connsiteY2" fmla="*/ 3864990 h 4110087"/>
              <a:gd name="connsiteX3" fmla="*/ 0 w 9129860"/>
              <a:gd name="connsiteY3" fmla="*/ 4110087 h 4110087"/>
              <a:gd name="connsiteX4" fmla="*/ 0 w 9129860"/>
              <a:gd name="connsiteY4" fmla="*/ 0 h 4110087"/>
              <a:gd name="connsiteX0" fmla="*/ 0 w 9172281"/>
              <a:gd name="connsiteY0" fmla="*/ 0 h 4110087"/>
              <a:gd name="connsiteX1" fmla="*/ 9111006 w 9172281"/>
              <a:gd name="connsiteY1" fmla="*/ 0 h 4110087"/>
              <a:gd name="connsiteX2" fmla="*/ 9172281 w 9172281"/>
              <a:gd name="connsiteY2" fmla="*/ 2917596 h 4110087"/>
              <a:gd name="connsiteX3" fmla="*/ 0 w 9172281"/>
              <a:gd name="connsiteY3" fmla="*/ 4110087 h 4110087"/>
              <a:gd name="connsiteX4" fmla="*/ 0 w 9172281"/>
              <a:gd name="connsiteY4" fmla="*/ 0 h 4110087"/>
              <a:gd name="connsiteX0" fmla="*/ 0 w 9172281"/>
              <a:gd name="connsiteY0" fmla="*/ 18853 h 4128940"/>
              <a:gd name="connsiteX1" fmla="*/ 9162854 w 9172281"/>
              <a:gd name="connsiteY1" fmla="*/ 0 h 4128940"/>
              <a:gd name="connsiteX2" fmla="*/ 9172281 w 9172281"/>
              <a:gd name="connsiteY2" fmla="*/ 2936449 h 4128940"/>
              <a:gd name="connsiteX3" fmla="*/ 0 w 9172281"/>
              <a:gd name="connsiteY3" fmla="*/ 4128940 h 4128940"/>
              <a:gd name="connsiteX4" fmla="*/ 0 w 9172281"/>
              <a:gd name="connsiteY4" fmla="*/ 18853 h 4128940"/>
              <a:gd name="connsiteX0" fmla="*/ 0 w 9176994"/>
              <a:gd name="connsiteY0" fmla="*/ 18853 h 4128940"/>
              <a:gd name="connsiteX1" fmla="*/ 9162854 w 9176994"/>
              <a:gd name="connsiteY1" fmla="*/ 0 h 4128940"/>
              <a:gd name="connsiteX2" fmla="*/ 9176994 w 9176994"/>
              <a:gd name="connsiteY2" fmla="*/ 2813901 h 4128940"/>
              <a:gd name="connsiteX3" fmla="*/ 0 w 9176994"/>
              <a:gd name="connsiteY3" fmla="*/ 4128940 h 4128940"/>
              <a:gd name="connsiteX4" fmla="*/ 0 w 9176994"/>
              <a:gd name="connsiteY4" fmla="*/ 18853 h 4128940"/>
              <a:gd name="connsiteX0" fmla="*/ 0 w 9181708"/>
              <a:gd name="connsiteY0" fmla="*/ 1206630 h 4128940"/>
              <a:gd name="connsiteX1" fmla="*/ 9167568 w 9181708"/>
              <a:gd name="connsiteY1" fmla="*/ 0 h 4128940"/>
              <a:gd name="connsiteX2" fmla="*/ 9181708 w 9181708"/>
              <a:gd name="connsiteY2" fmla="*/ 2813901 h 4128940"/>
              <a:gd name="connsiteX3" fmla="*/ 4714 w 9181708"/>
              <a:gd name="connsiteY3" fmla="*/ 4128940 h 4128940"/>
              <a:gd name="connsiteX4" fmla="*/ 0 w 9181708"/>
              <a:gd name="connsiteY4" fmla="*/ 1206630 h 4128940"/>
              <a:gd name="connsiteX0" fmla="*/ 0 w 9192276"/>
              <a:gd name="connsiteY0" fmla="*/ 494906 h 3417216"/>
              <a:gd name="connsiteX1" fmla="*/ 9191135 w 9192276"/>
              <a:gd name="connsiteY1" fmla="*/ 0 h 3417216"/>
              <a:gd name="connsiteX2" fmla="*/ 9181708 w 9192276"/>
              <a:gd name="connsiteY2" fmla="*/ 2102177 h 3417216"/>
              <a:gd name="connsiteX3" fmla="*/ 4714 w 9192276"/>
              <a:gd name="connsiteY3" fmla="*/ 3417216 h 3417216"/>
              <a:gd name="connsiteX4" fmla="*/ 0 w 9192276"/>
              <a:gd name="connsiteY4" fmla="*/ 494906 h 3417216"/>
              <a:gd name="connsiteX0" fmla="*/ 0 w 9187821"/>
              <a:gd name="connsiteY0" fmla="*/ 0 h 2922310"/>
              <a:gd name="connsiteX1" fmla="*/ 9186422 w 9187821"/>
              <a:gd name="connsiteY1" fmla="*/ 160257 h 2922310"/>
              <a:gd name="connsiteX2" fmla="*/ 9181708 w 9187821"/>
              <a:gd name="connsiteY2" fmla="*/ 1607271 h 2922310"/>
              <a:gd name="connsiteX3" fmla="*/ 4714 w 9187821"/>
              <a:gd name="connsiteY3" fmla="*/ 2922310 h 2922310"/>
              <a:gd name="connsiteX4" fmla="*/ 0 w 9187821"/>
              <a:gd name="connsiteY4" fmla="*/ 0 h 2922310"/>
              <a:gd name="connsiteX0" fmla="*/ 0 w 9233988"/>
              <a:gd name="connsiteY0" fmla="*/ 0 h 2922310"/>
              <a:gd name="connsiteX1" fmla="*/ 9233556 w 9233988"/>
              <a:gd name="connsiteY1" fmla="*/ 14141 h 2922310"/>
              <a:gd name="connsiteX2" fmla="*/ 9181708 w 9233988"/>
              <a:gd name="connsiteY2" fmla="*/ 1607271 h 2922310"/>
              <a:gd name="connsiteX3" fmla="*/ 4714 w 9233988"/>
              <a:gd name="connsiteY3" fmla="*/ 2922310 h 2922310"/>
              <a:gd name="connsiteX4" fmla="*/ 0 w 9233988"/>
              <a:gd name="connsiteY4" fmla="*/ 0 h 2922310"/>
              <a:gd name="connsiteX0" fmla="*/ 0 w 9332537"/>
              <a:gd name="connsiteY0" fmla="*/ 0 h 2922310"/>
              <a:gd name="connsiteX1" fmla="*/ 9233556 w 9332537"/>
              <a:gd name="connsiteY1" fmla="*/ 14141 h 2922310"/>
              <a:gd name="connsiteX2" fmla="*/ 9332537 w 9332537"/>
              <a:gd name="connsiteY2" fmla="*/ 2196446 h 2922310"/>
              <a:gd name="connsiteX3" fmla="*/ 4714 w 9332537"/>
              <a:gd name="connsiteY3" fmla="*/ 2922310 h 2922310"/>
              <a:gd name="connsiteX4" fmla="*/ 0 w 9332537"/>
              <a:gd name="connsiteY4" fmla="*/ 0 h 2922310"/>
              <a:gd name="connsiteX0" fmla="*/ 0 w 9234305"/>
              <a:gd name="connsiteY0" fmla="*/ 0 h 2922310"/>
              <a:gd name="connsiteX1" fmla="*/ 9233556 w 9234305"/>
              <a:gd name="connsiteY1" fmla="*/ 14141 h 2922310"/>
              <a:gd name="connsiteX2" fmla="*/ 9210617 w 9234305"/>
              <a:gd name="connsiteY2" fmla="*/ 2232006 h 2922310"/>
              <a:gd name="connsiteX3" fmla="*/ 4714 w 9234305"/>
              <a:gd name="connsiteY3" fmla="*/ 2922310 h 2922310"/>
              <a:gd name="connsiteX4" fmla="*/ 0 w 9234305"/>
              <a:gd name="connsiteY4" fmla="*/ 0 h 2922310"/>
              <a:gd name="connsiteX0" fmla="*/ 0 w 9234305"/>
              <a:gd name="connsiteY0" fmla="*/ 0 h 2932470"/>
              <a:gd name="connsiteX1" fmla="*/ 9233556 w 9234305"/>
              <a:gd name="connsiteY1" fmla="*/ 14141 h 2932470"/>
              <a:gd name="connsiteX2" fmla="*/ 9210617 w 9234305"/>
              <a:gd name="connsiteY2" fmla="*/ 2232006 h 2932470"/>
              <a:gd name="connsiteX3" fmla="*/ 30114 w 9234305"/>
              <a:gd name="connsiteY3" fmla="*/ 2932470 h 2932470"/>
              <a:gd name="connsiteX4" fmla="*/ 0 w 9234305"/>
              <a:gd name="connsiteY4" fmla="*/ 0 h 2932470"/>
              <a:gd name="connsiteX0" fmla="*/ 61355 w 9204220"/>
              <a:gd name="connsiteY0" fmla="*/ 0 h 2927390"/>
              <a:gd name="connsiteX1" fmla="*/ 9203471 w 9204220"/>
              <a:gd name="connsiteY1" fmla="*/ 9061 h 2927390"/>
              <a:gd name="connsiteX2" fmla="*/ 9180532 w 9204220"/>
              <a:gd name="connsiteY2" fmla="*/ 2226926 h 2927390"/>
              <a:gd name="connsiteX3" fmla="*/ 29 w 9204220"/>
              <a:gd name="connsiteY3" fmla="*/ 2927390 h 2927390"/>
              <a:gd name="connsiteX4" fmla="*/ 61355 w 9204220"/>
              <a:gd name="connsiteY4" fmla="*/ 0 h 2927390"/>
              <a:gd name="connsiteX0" fmla="*/ 10652 w 9204317"/>
              <a:gd name="connsiteY0" fmla="*/ 31579 h 2918329"/>
              <a:gd name="connsiteX1" fmla="*/ 9203568 w 9204317"/>
              <a:gd name="connsiteY1" fmla="*/ 0 h 2918329"/>
              <a:gd name="connsiteX2" fmla="*/ 9180629 w 9204317"/>
              <a:gd name="connsiteY2" fmla="*/ 2217865 h 2918329"/>
              <a:gd name="connsiteX3" fmla="*/ 126 w 9204317"/>
              <a:gd name="connsiteY3" fmla="*/ 2918329 h 2918329"/>
              <a:gd name="connsiteX4" fmla="*/ 10652 w 9204317"/>
              <a:gd name="connsiteY4" fmla="*/ 31579 h 2918329"/>
              <a:gd name="connsiteX0" fmla="*/ 20761 w 9204266"/>
              <a:gd name="connsiteY0" fmla="*/ 16339 h 2918329"/>
              <a:gd name="connsiteX1" fmla="*/ 9203517 w 9204266"/>
              <a:gd name="connsiteY1" fmla="*/ 0 h 2918329"/>
              <a:gd name="connsiteX2" fmla="*/ 9180578 w 9204266"/>
              <a:gd name="connsiteY2" fmla="*/ 2217865 h 2918329"/>
              <a:gd name="connsiteX3" fmla="*/ 75 w 9204266"/>
              <a:gd name="connsiteY3" fmla="*/ 2918329 h 2918329"/>
              <a:gd name="connsiteX4" fmla="*/ 20761 w 9204266"/>
              <a:gd name="connsiteY4" fmla="*/ 16339 h 2918329"/>
              <a:gd name="connsiteX0" fmla="*/ 0 w 9208905"/>
              <a:gd name="connsiteY0" fmla="*/ 1099 h 2918329"/>
              <a:gd name="connsiteX1" fmla="*/ 9208156 w 9208905"/>
              <a:gd name="connsiteY1" fmla="*/ 0 h 2918329"/>
              <a:gd name="connsiteX2" fmla="*/ 9185217 w 9208905"/>
              <a:gd name="connsiteY2" fmla="*/ 2217865 h 2918329"/>
              <a:gd name="connsiteX3" fmla="*/ 4714 w 9208905"/>
              <a:gd name="connsiteY3" fmla="*/ 2918329 h 2918329"/>
              <a:gd name="connsiteX4" fmla="*/ 0 w 9208905"/>
              <a:gd name="connsiteY4" fmla="*/ 1099 h 2918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08905" h="2918329">
                <a:moveTo>
                  <a:pt x="0" y="1099"/>
                </a:moveTo>
                <a:lnTo>
                  <a:pt x="9208156" y="0"/>
                </a:lnTo>
                <a:cubicBezTo>
                  <a:pt x="9214441" y="1288330"/>
                  <a:pt x="9178932" y="929535"/>
                  <a:pt x="9185217" y="2217865"/>
                </a:cubicBezTo>
                <a:cubicBezTo>
                  <a:pt x="6126219" y="2656211"/>
                  <a:pt x="3063712" y="2479983"/>
                  <a:pt x="4714" y="2918329"/>
                </a:cubicBezTo>
                <a:cubicBezTo>
                  <a:pt x="3143" y="1944226"/>
                  <a:pt x="1571" y="975202"/>
                  <a:pt x="0" y="1099"/>
                </a:cubicBezTo>
                <a:close/>
              </a:path>
            </a:pathLst>
          </a:custGeom>
          <a:solidFill>
            <a:srgbClr val="14202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A3BBAB-1CDE-9A87-8C5B-E3CFAE29095C}"/>
              </a:ext>
            </a:extLst>
          </p:cNvPr>
          <p:cNvSpPr/>
          <p:nvPr userDrawn="1"/>
        </p:nvSpPr>
        <p:spPr>
          <a:xfrm flipH="1">
            <a:off x="-18431" y="-20322"/>
            <a:ext cx="12232428" cy="5944844"/>
          </a:xfrm>
          <a:custGeom>
            <a:avLst/>
            <a:gdLst>
              <a:gd name="connsiteX0" fmla="*/ 0 w 9111006"/>
              <a:gd name="connsiteY0" fmla="*/ 0 h 4110087"/>
              <a:gd name="connsiteX1" fmla="*/ 9111006 w 9111006"/>
              <a:gd name="connsiteY1" fmla="*/ 0 h 4110087"/>
              <a:gd name="connsiteX2" fmla="*/ 9111006 w 9111006"/>
              <a:gd name="connsiteY2" fmla="*/ 4110087 h 4110087"/>
              <a:gd name="connsiteX3" fmla="*/ 0 w 9111006"/>
              <a:gd name="connsiteY3" fmla="*/ 4110087 h 4110087"/>
              <a:gd name="connsiteX4" fmla="*/ 0 w 9111006"/>
              <a:gd name="connsiteY4" fmla="*/ 0 h 4110087"/>
              <a:gd name="connsiteX0" fmla="*/ 0 w 9129860"/>
              <a:gd name="connsiteY0" fmla="*/ 0 h 4110087"/>
              <a:gd name="connsiteX1" fmla="*/ 9111006 w 9129860"/>
              <a:gd name="connsiteY1" fmla="*/ 0 h 4110087"/>
              <a:gd name="connsiteX2" fmla="*/ 9129860 w 9129860"/>
              <a:gd name="connsiteY2" fmla="*/ 3864990 h 4110087"/>
              <a:gd name="connsiteX3" fmla="*/ 0 w 9129860"/>
              <a:gd name="connsiteY3" fmla="*/ 4110087 h 4110087"/>
              <a:gd name="connsiteX4" fmla="*/ 0 w 9129860"/>
              <a:gd name="connsiteY4" fmla="*/ 0 h 4110087"/>
              <a:gd name="connsiteX0" fmla="*/ 0 w 9172281"/>
              <a:gd name="connsiteY0" fmla="*/ 0 h 4110087"/>
              <a:gd name="connsiteX1" fmla="*/ 9111006 w 9172281"/>
              <a:gd name="connsiteY1" fmla="*/ 0 h 4110087"/>
              <a:gd name="connsiteX2" fmla="*/ 9172281 w 9172281"/>
              <a:gd name="connsiteY2" fmla="*/ 2917596 h 4110087"/>
              <a:gd name="connsiteX3" fmla="*/ 0 w 9172281"/>
              <a:gd name="connsiteY3" fmla="*/ 4110087 h 4110087"/>
              <a:gd name="connsiteX4" fmla="*/ 0 w 9172281"/>
              <a:gd name="connsiteY4" fmla="*/ 0 h 4110087"/>
              <a:gd name="connsiteX0" fmla="*/ 0 w 9172281"/>
              <a:gd name="connsiteY0" fmla="*/ 18853 h 4128940"/>
              <a:gd name="connsiteX1" fmla="*/ 9162854 w 9172281"/>
              <a:gd name="connsiteY1" fmla="*/ 0 h 4128940"/>
              <a:gd name="connsiteX2" fmla="*/ 9172281 w 9172281"/>
              <a:gd name="connsiteY2" fmla="*/ 2936449 h 4128940"/>
              <a:gd name="connsiteX3" fmla="*/ 0 w 9172281"/>
              <a:gd name="connsiteY3" fmla="*/ 4128940 h 4128940"/>
              <a:gd name="connsiteX4" fmla="*/ 0 w 9172281"/>
              <a:gd name="connsiteY4" fmla="*/ 18853 h 4128940"/>
              <a:gd name="connsiteX0" fmla="*/ 0 w 9176994"/>
              <a:gd name="connsiteY0" fmla="*/ 18853 h 4128940"/>
              <a:gd name="connsiteX1" fmla="*/ 9162854 w 9176994"/>
              <a:gd name="connsiteY1" fmla="*/ 0 h 4128940"/>
              <a:gd name="connsiteX2" fmla="*/ 9176994 w 9176994"/>
              <a:gd name="connsiteY2" fmla="*/ 2813901 h 4128940"/>
              <a:gd name="connsiteX3" fmla="*/ 0 w 9176994"/>
              <a:gd name="connsiteY3" fmla="*/ 4128940 h 4128940"/>
              <a:gd name="connsiteX4" fmla="*/ 0 w 9176994"/>
              <a:gd name="connsiteY4" fmla="*/ 18853 h 4128940"/>
              <a:gd name="connsiteX0" fmla="*/ 0 w 9176994"/>
              <a:gd name="connsiteY0" fmla="*/ 0 h 4138410"/>
              <a:gd name="connsiteX1" fmla="*/ 9162854 w 9176994"/>
              <a:gd name="connsiteY1" fmla="*/ 9470 h 4138410"/>
              <a:gd name="connsiteX2" fmla="*/ 9176994 w 9176994"/>
              <a:gd name="connsiteY2" fmla="*/ 2823371 h 4138410"/>
              <a:gd name="connsiteX3" fmla="*/ 0 w 9176994"/>
              <a:gd name="connsiteY3" fmla="*/ 4138410 h 4138410"/>
              <a:gd name="connsiteX4" fmla="*/ 0 w 9176994"/>
              <a:gd name="connsiteY4" fmla="*/ 0 h 4138410"/>
              <a:gd name="connsiteX0" fmla="*/ 0 w 9176994"/>
              <a:gd name="connsiteY0" fmla="*/ 4692 h 4143102"/>
              <a:gd name="connsiteX1" fmla="*/ 9173014 w 9176994"/>
              <a:gd name="connsiteY1" fmla="*/ 0 h 4143102"/>
              <a:gd name="connsiteX2" fmla="*/ 9176994 w 9176994"/>
              <a:gd name="connsiteY2" fmla="*/ 2828063 h 4143102"/>
              <a:gd name="connsiteX3" fmla="*/ 0 w 9176994"/>
              <a:gd name="connsiteY3" fmla="*/ 4143102 h 4143102"/>
              <a:gd name="connsiteX4" fmla="*/ 0 w 9176994"/>
              <a:gd name="connsiteY4" fmla="*/ 4692 h 4143102"/>
              <a:gd name="connsiteX0" fmla="*/ 0 w 9174321"/>
              <a:gd name="connsiteY0" fmla="*/ 4692 h 4143102"/>
              <a:gd name="connsiteX1" fmla="*/ 9173014 w 9174321"/>
              <a:gd name="connsiteY1" fmla="*/ 0 h 4143102"/>
              <a:gd name="connsiteX2" fmla="*/ 9166834 w 9174321"/>
              <a:gd name="connsiteY2" fmla="*/ 2837504 h 4143102"/>
              <a:gd name="connsiteX3" fmla="*/ 0 w 9174321"/>
              <a:gd name="connsiteY3" fmla="*/ 4143102 h 4143102"/>
              <a:gd name="connsiteX4" fmla="*/ 0 w 9174321"/>
              <a:gd name="connsiteY4" fmla="*/ 4692 h 4143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4321" h="4143102">
                <a:moveTo>
                  <a:pt x="0" y="4692"/>
                </a:moveTo>
                <a:lnTo>
                  <a:pt x="9173014" y="0"/>
                </a:lnTo>
                <a:cubicBezTo>
                  <a:pt x="9179299" y="1288330"/>
                  <a:pt x="9160549" y="1549174"/>
                  <a:pt x="9166834" y="2837504"/>
                </a:cubicBezTo>
                <a:lnTo>
                  <a:pt x="0" y="4143102"/>
                </a:lnTo>
                <a:lnTo>
                  <a:pt x="0" y="4692"/>
                </a:lnTo>
                <a:close/>
              </a:path>
            </a:pathLst>
          </a:custGeom>
          <a:solidFill>
            <a:srgbClr val="A3B4A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71CE5B9C-F84A-F84F-B464-800AFC37DF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78453" y="6149020"/>
            <a:ext cx="1199025" cy="376705"/>
          </a:xfrm>
          <a:prstGeom prst="rect">
            <a:avLst/>
          </a:prstGeom>
        </p:spPr>
      </p:pic>
      <p:sp>
        <p:nvSpPr>
          <p:cNvPr id="2" name="Freeform 1">
            <a:extLst>
              <a:ext uri="{FF2B5EF4-FFF2-40B4-BE49-F238E27FC236}">
                <a16:creationId xmlns:a16="http://schemas.microsoft.com/office/drawing/2014/main" id="{B7FC8327-3C1E-1656-4CFA-D9125F07569B}"/>
              </a:ext>
            </a:extLst>
          </p:cNvPr>
          <p:cNvSpPr/>
          <p:nvPr userDrawn="1"/>
        </p:nvSpPr>
        <p:spPr>
          <a:xfrm flipH="1">
            <a:off x="-18431" y="183458"/>
            <a:ext cx="3464748" cy="5254175"/>
          </a:xfrm>
          <a:custGeom>
            <a:avLst/>
            <a:gdLst>
              <a:gd name="connsiteX0" fmla="*/ 2860906 w 2860906"/>
              <a:gd name="connsiteY0" fmla="*/ 0 h 4311608"/>
              <a:gd name="connsiteX1" fmla="*/ 2854850 w 2860906"/>
              <a:gd name="connsiteY1" fmla="*/ 4311608 h 4311608"/>
              <a:gd name="connsiteX2" fmla="*/ 195016 w 2860906"/>
              <a:gd name="connsiteY2" fmla="*/ 2457962 h 4311608"/>
              <a:gd name="connsiteX3" fmla="*/ 131867 w 2860906"/>
              <a:gd name="connsiteY3" fmla="*/ 2416046 h 4311608"/>
              <a:gd name="connsiteX4" fmla="*/ 124347 w 2860906"/>
              <a:gd name="connsiteY4" fmla="*/ 2408713 h 4311608"/>
              <a:gd name="connsiteX5" fmla="*/ 117706 w 2860906"/>
              <a:gd name="connsiteY5" fmla="*/ 2404085 h 4311608"/>
              <a:gd name="connsiteX6" fmla="*/ 117683 w 2860906"/>
              <a:gd name="connsiteY6" fmla="*/ 2402215 h 4311608"/>
              <a:gd name="connsiteX7" fmla="*/ 76891 w 2860906"/>
              <a:gd name="connsiteY7" fmla="*/ 2362440 h 4311608"/>
              <a:gd name="connsiteX8" fmla="*/ 0 w 2860906"/>
              <a:gd name="connsiteY8" fmla="*/ 2159928 h 4311608"/>
              <a:gd name="connsiteX9" fmla="*/ 76891 w 2860906"/>
              <a:gd name="connsiteY9" fmla="*/ 1957416 h 4311608"/>
              <a:gd name="connsiteX10" fmla="*/ 111698 w 2860906"/>
              <a:gd name="connsiteY10" fmla="*/ 1923477 h 4311608"/>
              <a:gd name="connsiteX11" fmla="*/ 111650 w 2860906"/>
              <a:gd name="connsiteY11" fmla="*/ 1919635 h 4311608"/>
              <a:gd name="connsiteX12" fmla="*/ 125696 w 2860906"/>
              <a:gd name="connsiteY12" fmla="*/ 1909828 h 4311608"/>
              <a:gd name="connsiteX13" fmla="*/ 131867 w 2860906"/>
              <a:gd name="connsiteY13" fmla="*/ 1903811 h 4311608"/>
              <a:gd name="connsiteX14" fmla="*/ 181444 w 2860906"/>
              <a:gd name="connsiteY14" fmla="*/ 1870903 h 4311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860906" h="4311608">
                <a:moveTo>
                  <a:pt x="2860906" y="0"/>
                </a:moveTo>
                <a:cubicBezTo>
                  <a:pt x="2858887" y="1437203"/>
                  <a:pt x="2856869" y="2874405"/>
                  <a:pt x="2854850" y="4311608"/>
                </a:cubicBezTo>
                <a:lnTo>
                  <a:pt x="195016" y="2457962"/>
                </a:lnTo>
                <a:lnTo>
                  <a:pt x="131867" y="2416046"/>
                </a:lnTo>
                <a:lnTo>
                  <a:pt x="124347" y="2408713"/>
                </a:lnTo>
                <a:lnTo>
                  <a:pt x="117706" y="2404085"/>
                </a:lnTo>
                <a:lnTo>
                  <a:pt x="117683" y="2402215"/>
                </a:lnTo>
                <a:lnTo>
                  <a:pt x="76891" y="2362440"/>
                </a:lnTo>
                <a:cubicBezTo>
                  <a:pt x="28346" y="2304632"/>
                  <a:pt x="0" y="2234943"/>
                  <a:pt x="0" y="2159928"/>
                </a:cubicBezTo>
                <a:cubicBezTo>
                  <a:pt x="0" y="2084913"/>
                  <a:pt x="28346" y="2015224"/>
                  <a:pt x="76891" y="1957416"/>
                </a:cubicBezTo>
                <a:lnTo>
                  <a:pt x="111698" y="1923477"/>
                </a:lnTo>
                <a:lnTo>
                  <a:pt x="111650" y="1919635"/>
                </a:lnTo>
                <a:lnTo>
                  <a:pt x="125696" y="1909828"/>
                </a:lnTo>
                <a:lnTo>
                  <a:pt x="131867" y="1903811"/>
                </a:lnTo>
                <a:lnTo>
                  <a:pt x="181444" y="1870903"/>
                </a:lnTo>
                <a:close/>
              </a:path>
            </a:pathLst>
          </a:custGeom>
          <a:solidFill>
            <a:srgbClr val="EB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44010369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r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8">
            <a:extLst>
              <a:ext uri="{FF2B5EF4-FFF2-40B4-BE49-F238E27FC236}">
                <a16:creationId xmlns:a16="http://schemas.microsoft.com/office/drawing/2014/main" id="{6077DD46-AC9E-1344-6C63-A74228882264}"/>
              </a:ext>
            </a:extLst>
          </p:cNvPr>
          <p:cNvSpPr/>
          <p:nvPr userDrawn="1"/>
        </p:nvSpPr>
        <p:spPr>
          <a:xfrm flipH="1" flipV="1">
            <a:off x="-20215" y="3016716"/>
            <a:ext cx="12232428" cy="3891105"/>
          </a:xfrm>
          <a:custGeom>
            <a:avLst/>
            <a:gdLst>
              <a:gd name="connsiteX0" fmla="*/ 0 w 9111006"/>
              <a:gd name="connsiteY0" fmla="*/ 0 h 4110087"/>
              <a:gd name="connsiteX1" fmla="*/ 9111006 w 9111006"/>
              <a:gd name="connsiteY1" fmla="*/ 0 h 4110087"/>
              <a:gd name="connsiteX2" fmla="*/ 9111006 w 9111006"/>
              <a:gd name="connsiteY2" fmla="*/ 4110087 h 4110087"/>
              <a:gd name="connsiteX3" fmla="*/ 0 w 9111006"/>
              <a:gd name="connsiteY3" fmla="*/ 4110087 h 4110087"/>
              <a:gd name="connsiteX4" fmla="*/ 0 w 9111006"/>
              <a:gd name="connsiteY4" fmla="*/ 0 h 4110087"/>
              <a:gd name="connsiteX0" fmla="*/ 0 w 9129860"/>
              <a:gd name="connsiteY0" fmla="*/ 0 h 4110087"/>
              <a:gd name="connsiteX1" fmla="*/ 9111006 w 9129860"/>
              <a:gd name="connsiteY1" fmla="*/ 0 h 4110087"/>
              <a:gd name="connsiteX2" fmla="*/ 9129860 w 9129860"/>
              <a:gd name="connsiteY2" fmla="*/ 3864990 h 4110087"/>
              <a:gd name="connsiteX3" fmla="*/ 0 w 9129860"/>
              <a:gd name="connsiteY3" fmla="*/ 4110087 h 4110087"/>
              <a:gd name="connsiteX4" fmla="*/ 0 w 9129860"/>
              <a:gd name="connsiteY4" fmla="*/ 0 h 4110087"/>
              <a:gd name="connsiteX0" fmla="*/ 0 w 9172281"/>
              <a:gd name="connsiteY0" fmla="*/ 0 h 4110087"/>
              <a:gd name="connsiteX1" fmla="*/ 9111006 w 9172281"/>
              <a:gd name="connsiteY1" fmla="*/ 0 h 4110087"/>
              <a:gd name="connsiteX2" fmla="*/ 9172281 w 9172281"/>
              <a:gd name="connsiteY2" fmla="*/ 2917596 h 4110087"/>
              <a:gd name="connsiteX3" fmla="*/ 0 w 9172281"/>
              <a:gd name="connsiteY3" fmla="*/ 4110087 h 4110087"/>
              <a:gd name="connsiteX4" fmla="*/ 0 w 9172281"/>
              <a:gd name="connsiteY4" fmla="*/ 0 h 4110087"/>
              <a:gd name="connsiteX0" fmla="*/ 0 w 9172281"/>
              <a:gd name="connsiteY0" fmla="*/ 18853 h 4128940"/>
              <a:gd name="connsiteX1" fmla="*/ 9162854 w 9172281"/>
              <a:gd name="connsiteY1" fmla="*/ 0 h 4128940"/>
              <a:gd name="connsiteX2" fmla="*/ 9172281 w 9172281"/>
              <a:gd name="connsiteY2" fmla="*/ 2936449 h 4128940"/>
              <a:gd name="connsiteX3" fmla="*/ 0 w 9172281"/>
              <a:gd name="connsiteY3" fmla="*/ 4128940 h 4128940"/>
              <a:gd name="connsiteX4" fmla="*/ 0 w 9172281"/>
              <a:gd name="connsiteY4" fmla="*/ 18853 h 4128940"/>
              <a:gd name="connsiteX0" fmla="*/ 0 w 9176994"/>
              <a:gd name="connsiteY0" fmla="*/ 18853 h 4128940"/>
              <a:gd name="connsiteX1" fmla="*/ 9162854 w 9176994"/>
              <a:gd name="connsiteY1" fmla="*/ 0 h 4128940"/>
              <a:gd name="connsiteX2" fmla="*/ 9176994 w 9176994"/>
              <a:gd name="connsiteY2" fmla="*/ 2813901 h 4128940"/>
              <a:gd name="connsiteX3" fmla="*/ 0 w 9176994"/>
              <a:gd name="connsiteY3" fmla="*/ 4128940 h 4128940"/>
              <a:gd name="connsiteX4" fmla="*/ 0 w 9176994"/>
              <a:gd name="connsiteY4" fmla="*/ 18853 h 4128940"/>
              <a:gd name="connsiteX0" fmla="*/ 0 w 9181708"/>
              <a:gd name="connsiteY0" fmla="*/ 1206630 h 4128940"/>
              <a:gd name="connsiteX1" fmla="*/ 9167568 w 9181708"/>
              <a:gd name="connsiteY1" fmla="*/ 0 h 4128940"/>
              <a:gd name="connsiteX2" fmla="*/ 9181708 w 9181708"/>
              <a:gd name="connsiteY2" fmla="*/ 2813901 h 4128940"/>
              <a:gd name="connsiteX3" fmla="*/ 4714 w 9181708"/>
              <a:gd name="connsiteY3" fmla="*/ 4128940 h 4128940"/>
              <a:gd name="connsiteX4" fmla="*/ 0 w 9181708"/>
              <a:gd name="connsiteY4" fmla="*/ 1206630 h 4128940"/>
              <a:gd name="connsiteX0" fmla="*/ 0 w 9192276"/>
              <a:gd name="connsiteY0" fmla="*/ 494906 h 3417216"/>
              <a:gd name="connsiteX1" fmla="*/ 9191135 w 9192276"/>
              <a:gd name="connsiteY1" fmla="*/ 0 h 3417216"/>
              <a:gd name="connsiteX2" fmla="*/ 9181708 w 9192276"/>
              <a:gd name="connsiteY2" fmla="*/ 2102177 h 3417216"/>
              <a:gd name="connsiteX3" fmla="*/ 4714 w 9192276"/>
              <a:gd name="connsiteY3" fmla="*/ 3417216 h 3417216"/>
              <a:gd name="connsiteX4" fmla="*/ 0 w 9192276"/>
              <a:gd name="connsiteY4" fmla="*/ 494906 h 3417216"/>
              <a:gd name="connsiteX0" fmla="*/ 0 w 9187821"/>
              <a:gd name="connsiteY0" fmla="*/ 0 h 2922310"/>
              <a:gd name="connsiteX1" fmla="*/ 9186422 w 9187821"/>
              <a:gd name="connsiteY1" fmla="*/ 160257 h 2922310"/>
              <a:gd name="connsiteX2" fmla="*/ 9181708 w 9187821"/>
              <a:gd name="connsiteY2" fmla="*/ 1607271 h 2922310"/>
              <a:gd name="connsiteX3" fmla="*/ 4714 w 9187821"/>
              <a:gd name="connsiteY3" fmla="*/ 2922310 h 2922310"/>
              <a:gd name="connsiteX4" fmla="*/ 0 w 9187821"/>
              <a:gd name="connsiteY4" fmla="*/ 0 h 2922310"/>
              <a:gd name="connsiteX0" fmla="*/ 0 w 9233988"/>
              <a:gd name="connsiteY0" fmla="*/ 0 h 2922310"/>
              <a:gd name="connsiteX1" fmla="*/ 9233556 w 9233988"/>
              <a:gd name="connsiteY1" fmla="*/ 14141 h 2922310"/>
              <a:gd name="connsiteX2" fmla="*/ 9181708 w 9233988"/>
              <a:gd name="connsiteY2" fmla="*/ 1607271 h 2922310"/>
              <a:gd name="connsiteX3" fmla="*/ 4714 w 9233988"/>
              <a:gd name="connsiteY3" fmla="*/ 2922310 h 2922310"/>
              <a:gd name="connsiteX4" fmla="*/ 0 w 9233988"/>
              <a:gd name="connsiteY4" fmla="*/ 0 h 2922310"/>
              <a:gd name="connsiteX0" fmla="*/ 0 w 9332537"/>
              <a:gd name="connsiteY0" fmla="*/ 0 h 2922310"/>
              <a:gd name="connsiteX1" fmla="*/ 9233556 w 9332537"/>
              <a:gd name="connsiteY1" fmla="*/ 14141 h 2922310"/>
              <a:gd name="connsiteX2" fmla="*/ 9332537 w 9332537"/>
              <a:gd name="connsiteY2" fmla="*/ 2196446 h 2922310"/>
              <a:gd name="connsiteX3" fmla="*/ 4714 w 9332537"/>
              <a:gd name="connsiteY3" fmla="*/ 2922310 h 2922310"/>
              <a:gd name="connsiteX4" fmla="*/ 0 w 9332537"/>
              <a:gd name="connsiteY4" fmla="*/ 0 h 2922310"/>
              <a:gd name="connsiteX0" fmla="*/ 0 w 9234305"/>
              <a:gd name="connsiteY0" fmla="*/ 0 h 2922310"/>
              <a:gd name="connsiteX1" fmla="*/ 9233556 w 9234305"/>
              <a:gd name="connsiteY1" fmla="*/ 14141 h 2922310"/>
              <a:gd name="connsiteX2" fmla="*/ 9210617 w 9234305"/>
              <a:gd name="connsiteY2" fmla="*/ 2232006 h 2922310"/>
              <a:gd name="connsiteX3" fmla="*/ 4714 w 9234305"/>
              <a:gd name="connsiteY3" fmla="*/ 2922310 h 2922310"/>
              <a:gd name="connsiteX4" fmla="*/ 0 w 9234305"/>
              <a:gd name="connsiteY4" fmla="*/ 0 h 2922310"/>
              <a:gd name="connsiteX0" fmla="*/ 0 w 9234305"/>
              <a:gd name="connsiteY0" fmla="*/ 0 h 2932470"/>
              <a:gd name="connsiteX1" fmla="*/ 9233556 w 9234305"/>
              <a:gd name="connsiteY1" fmla="*/ 14141 h 2932470"/>
              <a:gd name="connsiteX2" fmla="*/ 9210617 w 9234305"/>
              <a:gd name="connsiteY2" fmla="*/ 2232006 h 2932470"/>
              <a:gd name="connsiteX3" fmla="*/ 30114 w 9234305"/>
              <a:gd name="connsiteY3" fmla="*/ 2932470 h 2932470"/>
              <a:gd name="connsiteX4" fmla="*/ 0 w 9234305"/>
              <a:gd name="connsiteY4" fmla="*/ 0 h 2932470"/>
              <a:gd name="connsiteX0" fmla="*/ 61355 w 9204220"/>
              <a:gd name="connsiteY0" fmla="*/ 0 h 2927390"/>
              <a:gd name="connsiteX1" fmla="*/ 9203471 w 9204220"/>
              <a:gd name="connsiteY1" fmla="*/ 9061 h 2927390"/>
              <a:gd name="connsiteX2" fmla="*/ 9180532 w 9204220"/>
              <a:gd name="connsiteY2" fmla="*/ 2226926 h 2927390"/>
              <a:gd name="connsiteX3" fmla="*/ 29 w 9204220"/>
              <a:gd name="connsiteY3" fmla="*/ 2927390 h 2927390"/>
              <a:gd name="connsiteX4" fmla="*/ 61355 w 9204220"/>
              <a:gd name="connsiteY4" fmla="*/ 0 h 2927390"/>
              <a:gd name="connsiteX0" fmla="*/ 10652 w 9204317"/>
              <a:gd name="connsiteY0" fmla="*/ 31579 h 2918329"/>
              <a:gd name="connsiteX1" fmla="*/ 9203568 w 9204317"/>
              <a:gd name="connsiteY1" fmla="*/ 0 h 2918329"/>
              <a:gd name="connsiteX2" fmla="*/ 9180629 w 9204317"/>
              <a:gd name="connsiteY2" fmla="*/ 2217865 h 2918329"/>
              <a:gd name="connsiteX3" fmla="*/ 126 w 9204317"/>
              <a:gd name="connsiteY3" fmla="*/ 2918329 h 2918329"/>
              <a:gd name="connsiteX4" fmla="*/ 10652 w 9204317"/>
              <a:gd name="connsiteY4" fmla="*/ 31579 h 2918329"/>
              <a:gd name="connsiteX0" fmla="*/ 20761 w 9204266"/>
              <a:gd name="connsiteY0" fmla="*/ 16339 h 2918329"/>
              <a:gd name="connsiteX1" fmla="*/ 9203517 w 9204266"/>
              <a:gd name="connsiteY1" fmla="*/ 0 h 2918329"/>
              <a:gd name="connsiteX2" fmla="*/ 9180578 w 9204266"/>
              <a:gd name="connsiteY2" fmla="*/ 2217865 h 2918329"/>
              <a:gd name="connsiteX3" fmla="*/ 75 w 9204266"/>
              <a:gd name="connsiteY3" fmla="*/ 2918329 h 2918329"/>
              <a:gd name="connsiteX4" fmla="*/ 20761 w 9204266"/>
              <a:gd name="connsiteY4" fmla="*/ 16339 h 2918329"/>
              <a:gd name="connsiteX0" fmla="*/ 0 w 9208905"/>
              <a:gd name="connsiteY0" fmla="*/ 1099 h 2918329"/>
              <a:gd name="connsiteX1" fmla="*/ 9208156 w 9208905"/>
              <a:gd name="connsiteY1" fmla="*/ 0 h 2918329"/>
              <a:gd name="connsiteX2" fmla="*/ 9185217 w 9208905"/>
              <a:gd name="connsiteY2" fmla="*/ 2217865 h 2918329"/>
              <a:gd name="connsiteX3" fmla="*/ 4714 w 9208905"/>
              <a:gd name="connsiteY3" fmla="*/ 2918329 h 2918329"/>
              <a:gd name="connsiteX4" fmla="*/ 0 w 9208905"/>
              <a:gd name="connsiteY4" fmla="*/ 1099 h 2918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08905" h="2918329">
                <a:moveTo>
                  <a:pt x="0" y="1099"/>
                </a:moveTo>
                <a:lnTo>
                  <a:pt x="9208156" y="0"/>
                </a:lnTo>
                <a:cubicBezTo>
                  <a:pt x="9214441" y="1288330"/>
                  <a:pt x="9178932" y="929535"/>
                  <a:pt x="9185217" y="2217865"/>
                </a:cubicBezTo>
                <a:cubicBezTo>
                  <a:pt x="6126219" y="2656211"/>
                  <a:pt x="3063712" y="2479983"/>
                  <a:pt x="4714" y="2918329"/>
                </a:cubicBezTo>
                <a:cubicBezTo>
                  <a:pt x="3143" y="1944226"/>
                  <a:pt x="1571" y="975202"/>
                  <a:pt x="0" y="1099"/>
                </a:cubicBezTo>
                <a:close/>
              </a:path>
            </a:pathLst>
          </a:custGeom>
          <a:solidFill>
            <a:srgbClr val="A3B4A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rgbClr val="A3B4A9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A3BBAB-1CDE-9A87-8C5B-E3CFAE29095C}"/>
              </a:ext>
            </a:extLst>
          </p:cNvPr>
          <p:cNvSpPr/>
          <p:nvPr userDrawn="1"/>
        </p:nvSpPr>
        <p:spPr>
          <a:xfrm flipH="1">
            <a:off x="-20214" y="-20323"/>
            <a:ext cx="12232428" cy="5944844"/>
          </a:xfrm>
          <a:custGeom>
            <a:avLst/>
            <a:gdLst>
              <a:gd name="connsiteX0" fmla="*/ 0 w 9111006"/>
              <a:gd name="connsiteY0" fmla="*/ 0 h 4110087"/>
              <a:gd name="connsiteX1" fmla="*/ 9111006 w 9111006"/>
              <a:gd name="connsiteY1" fmla="*/ 0 h 4110087"/>
              <a:gd name="connsiteX2" fmla="*/ 9111006 w 9111006"/>
              <a:gd name="connsiteY2" fmla="*/ 4110087 h 4110087"/>
              <a:gd name="connsiteX3" fmla="*/ 0 w 9111006"/>
              <a:gd name="connsiteY3" fmla="*/ 4110087 h 4110087"/>
              <a:gd name="connsiteX4" fmla="*/ 0 w 9111006"/>
              <a:gd name="connsiteY4" fmla="*/ 0 h 4110087"/>
              <a:gd name="connsiteX0" fmla="*/ 0 w 9129860"/>
              <a:gd name="connsiteY0" fmla="*/ 0 h 4110087"/>
              <a:gd name="connsiteX1" fmla="*/ 9111006 w 9129860"/>
              <a:gd name="connsiteY1" fmla="*/ 0 h 4110087"/>
              <a:gd name="connsiteX2" fmla="*/ 9129860 w 9129860"/>
              <a:gd name="connsiteY2" fmla="*/ 3864990 h 4110087"/>
              <a:gd name="connsiteX3" fmla="*/ 0 w 9129860"/>
              <a:gd name="connsiteY3" fmla="*/ 4110087 h 4110087"/>
              <a:gd name="connsiteX4" fmla="*/ 0 w 9129860"/>
              <a:gd name="connsiteY4" fmla="*/ 0 h 4110087"/>
              <a:gd name="connsiteX0" fmla="*/ 0 w 9172281"/>
              <a:gd name="connsiteY0" fmla="*/ 0 h 4110087"/>
              <a:gd name="connsiteX1" fmla="*/ 9111006 w 9172281"/>
              <a:gd name="connsiteY1" fmla="*/ 0 h 4110087"/>
              <a:gd name="connsiteX2" fmla="*/ 9172281 w 9172281"/>
              <a:gd name="connsiteY2" fmla="*/ 2917596 h 4110087"/>
              <a:gd name="connsiteX3" fmla="*/ 0 w 9172281"/>
              <a:gd name="connsiteY3" fmla="*/ 4110087 h 4110087"/>
              <a:gd name="connsiteX4" fmla="*/ 0 w 9172281"/>
              <a:gd name="connsiteY4" fmla="*/ 0 h 4110087"/>
              <a:gd name="connsiteX0" fmla="*/ 0 w 9172281"/>
              <a:gd name="connsiteY0" fmla="*/ 18853 h 4128940"/>
              <a:gd name="connsiteX1" fmla="*/ 9162854 w 9172281"/>
              <a:gd name="connsiteY1" fmla="*/ 0 h 4128940"/>
              <a:gd name="connsiteX2" fmla="*/ 9172281 w 9172281"/>
              <a:gd name="connsiteY2" fmla="*/ 2936449 h 4128940"/>
              <a:gd name="connsiteX3" fmla="*/ 0 w 9172281"/>
              <a:gd name="connsiteY3" fmla="*/ 4128940 h 4128940"/>
              <a:gd name="connsiteX4" fmla="*/ 0 w 9172281"/>
              <a:gd name="connsiteY4" fmla="*/ 18853 h 4128940"/>
              <a:gd name="connsiteX0" fmla="*/ 0 w 9176994"/>
              <a:gd name="connsiteY0" fmla="*/ 18853 h 4128940"/>
              <a:gd name="connsiteX1" fmla="*/ 9162854 w 9176994"/>
              <a:gd name="connsiteY1" fmla="*/ 0 h 4128940"/>
              <a:gd name="connsiteX2" fmla="*/ 9176994 w 9176994"/>
              <a:gd name="connsiteY2" fmla="*/ 2813901 h 4128940"/>
              <a:gd name="connsiteX3" fmla="*/ 0 w 9176994"/>
              <a:gd name="connsiteY3" fmla="*/ 4128940 h 4128940"/>
              <a:gd name="connsiteX4" fmla="*/ 0 w 9176994"/>
              <a:gd name="connsiteY4" fmla="*/ 18853 h 4128940"/>
              <a:gd name="connsiteX0" fmla="*/ 0 w 9176994"/>
              <a:gd name="connsiteY0" fmla="*/ 0 h 4138410"/>
              <a:gd name="connsiteX1" fmla="*/ 9162854 w 9176994"/>
              <a:gd name="connsiteY1" fmla="*/ 9470 h 4138410"/>
              <a:gd name="connsiteX2" fmla="*/ 9176994 w 9176994"/>
              <a:gd name="connsiteY2" fmla="*/ 2823371 h 4138410"/>
              <a:gd name="connsiteX3" fmla="*/ 0 w 9176994"/>
              <a:gd name="connsiteY3" fmla="*/ 4138410 h 4138410"/>
              <a:gd name="connsiteX4" fmla="*/ 0 w 9176994"/>
              <a:gd name="connsiteY4" fmla="*/ 0 h 4138410"/>
              <a:gd name="connsiteX0" fmla="*/ 0 w 9176994"/>
              <a:gd name="connsiteY0" fmla="*/ 4692 h 4143102"/>
              <a:gd name="connsiteX1" fmla="*/ 9173014 w 9176994"/>
              <a:gd name="connsiteY1" fmla="*/ 0 h 4143102"/>
              <a:gd name="connsiteX2" fmla="*/ 9176994 w 9176994"/>
              <a:gd name="connsiteY2" fmla="*/ 2828063 h 4143102"/>
              <a:gd name="connsiteX3" fmla="*/ 0 w 9176994"/>
              <a:gd name="connsiteY3" fmla="*/ 4143102 h 4143102"/>
              <a:gd name="connsiteX4" fmla="*/ 0 w 9176994"/>
              <a:gd name="connsiteY4" fmla="*/ 4692 h 4143102"/>
              <a:gd name="connsiteX0" fmla="*/ 0 w 9174321"/>
              <a:gd name="connsiteY0" fmla="*/ 4692 h 4143102"/>
              <a:gd name="connsiteX1" fmla="*/ 9173014 w 9174321"/>
              <a:gd name="connsiteY1" fmla="*/ 0 h 4143102"/>
              <a:gd name="connsiteX2" fmla="*/ 9166834 w 9174321"/>
              <a:gd name="connsiteY2" fmla="*/ 2837504 h 4143102"/>
              <a:gd name="connsiteX3" fmla="*/ 0 w 9174321"/>
              <a:gd name="connsiteY3" fmla="*/ 4143102 h 4143102"/>
              <a:gd name="connsiteX4" fmla="*/ 0 w 9174321"/>
              <a:gd name="connsiteY4" fmla="*/ 4692 h 4143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4321" h="4143102">
                <a:moveTo>
                  <a:pt x="0" y="4692"/>
                </a:moveTo>
                <a:lnTo>
                  <a:pt x="9173014" y="0"/>
                </a:lnTo>
                <a:cubicBezTo>
                  <a:pt x="9179299" y="1288330"/>
                  <a:pt x="9160549" y="1549174"/>
                  <a:pt x="9166834" y="2837504"/>
                </a:cubicBezTo>
                <a:lnTo>
                  <a:pt x="0" y="4143102"/>
                </a:lnTo>
                <a:lnTo>
                  <a:pt x="0" y="469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D6DF899A-78E6-FB02-635D-F4944645764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78453" y="6149020"/>
            <a:ext cx="1199025" cy="376705"/>
          </a:xfrm>
          <a:prstGeom prst="rect">
            <a:avLst/>
          </a:prstGeom>
        </p:spPr>
      </p:pic>
      <p:sp>
        <p:nvSpPr>
          <p:cNvPr id="2" name="Freeform 1">
            <a:extLst>
              <a:ext uri="{FF2B5EF4-FFF2-40B4-BE49-F238E27FC236}">
                <a16:creationId xmlns:a16="http://schemas.microsoft.com/office/drawing/2014/main" id="{63163923-12E8-68A5-1E6E-A99EB4C5C5B3}"/>
              </a:ext>
            </a:extLst>
          </p:cNvPr>
          <p:cNvSpPr/>
          <p:nvPr userDrawn="1"/>
        </p:nvSpPr>
        <p:spPr>
          <a:xfrm flipH="1">
            <a:off x="-18431" y="183458"/>
            <a:ext cx="3464748" cy="5254175"/>
          </a:xfrm>
          <a:custGeom>
            <a:avLst/>
            <a:gdLst>
              <a:gd name="connsiteX0" fmla="*/ 2860906 w 2860906"/>
              <a:gd name="connsiteY0" fmla="*/ 0 h 4311608"/>
              <a:gd name="connsiteX1" fmla="*/ 2854850 w 2860906"/>
              <a:gd name="connsiteY1" fmla="*/ 4311608 h 4311608"/>
              <a:gd name="connsiteX2" fmla="*/ 195016 w 2860906"/>
              <a:gd name="connsiteY2" fmla="*/ 2457962 h 4311608"/>
              <a:gd name="connsiteX3" fmla="*/ 131867 w 2860906"/>
              <a:gd name="connsiteY3" fmla="*/ 2416046 h 4311608"/>
              <a:gd name="connsiteX4" fmla="*/ 124347 w 2860906"/>
              <a:gd name="connsiteY4" fmla="*/ 2408713 h 4311608"/>
              <a:gd name="connsiteX5" fmla="*/ 117706 w 2860906"/>
              <a:gd name="connsiteY5" fmla="*/ 2404085 h 4311608"/>
              <a:gd name="connsiteX6" fmla="*/ 117683 w 2860906"/>
              <a:gd name="connsiteY6" fmla="*/ 2402215 h 4311608"/>
              <a:gd name="connsiteX7" fmla="*/ 76891 w 2860906"/>
              <a:gd name="connsiteY7" fmla="*/ 2362440 h 4311608"/>
              <a:gd name="connsiteX8" fmla="*/ 0 w 2860906"/>
              <a:gd name="connsiteY8" fmla="*/ 2159928 h 4311608"/>
              <a:gd name="connsiteX9" fmla="*/ 76891 w 2860906"/>
              <a:gd name="connsiteY9" fmla="*/ 1957416 h 4311608"/>
              <a:gd name="connsiteX10" fmla="*/ 111698 w 2860906"/>
              <a:gd name="connsiteY10" fmla="*/ 1923477 h 4311608"/>
              <a:gd name="connsiteX11" fmla="*/ 111650 w 2860906"/>
              <a:gd name="connsiteY11" fmla="*/ 1919635 h 4311608"/>
              <a:gd name="connsiteX12" fmla="*/ 125696 w 2860906"/>
              <a:gd name="connsiteY12" fmla="*/ 1909828 h 4311608"/>
              <a:gd name="connsiteX13" fmla="*/ 131867 w 2860906"/>
              <a:gd name="connsiteY13" fmla="*/ 1903811 h 4311608"/>
              <a:gd name="connsiteX14" fmla="*/ 181444 w 2860906"/>
              <a:gd name="connsiteY14" fmla="*/ 1870903 h 4311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860906" h="4311608">
                <a:moveTo>
                  <a:pt x="2860906" y="0"/>
                </a:moveTo>
                <a:cubicBezTo>
                  <a:pt x="2858887" y="1437203"/>
                  <a:pt x="2856869" y="2874405"/>
                  <a:pt x="2854850" y="4311608"/>
                </a:cubicBezTo>
                <a:lnTo>
                  <a:pt x="195016" y="2457962"/>
                </a:lnTo>
                <a:lnTo>
                  <a:pt x="131867" y="2416046"/>
                </a:lnTo>
                <a:lnTo>
                  <a:pt x="124347" y="2408713"/>
                </a:lnTo>
                <a:lnTo>
                  <a:pt x="117706" y="2404085"/>
                </a:lnTo>
                <a:lnTo>
                  <a:pt x="117683" y="2402215"/>
                </a:lnTo>
                <a:lnTo>
                  <a:pt x="76891" y="2362440"/>
                </a:lnTo>
                <a:cubicBezTo>
                  <a:pt x="28346" y="2304632"/>
                  <a:pt x="0" y="2234943"/>
                  <a:pt x="0" y="2159928"/>
                </a:cubicBezTo>
                <a:cubicBezTo>
                  <a:pt x="0" y="2084913"/>
                  <a:pt x="28346" y="2015224"/>
                  <a:pt x="76891" y="1957416"/>
                </a:cubicBezTo>
                <a:lnTo>
                  <a:pt x="111698" y="1923477"/>
                </a:lnTo>
                <a:lnTo>
                  <a:pt x="111650" y="1919635"/>
                </a:lnTo>
                <a:lnTo>
                  <a:pt x="125696" y="1909828"/>
                </a:lnTo>
                <a:lnTo>
                  <a:pt x="131867" y="1903811"/>
                </a:lnTo>
                <a:lnTo>
                  <a:pt x="181444" y="1870903"/>
                </a:lnTo>
                <a:close/>
              </a:path>
            </a:pathLst>
          </a:custGeom>
          <a:solidFill>
            <a:srgbClr val="EB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59904905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r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8">
            <a:extLst>
              <a:ext uri="{FF2B5EF4-FFF2-40B4-BE49-F238E27FC236}">
                <a16:creationId xmlns:a16="http://schemas.microsoft.com/office/drawing/2014/main" id="{6077DD46-AC9E-1344-6C63-A74228882264}"/>
              </a:ext>
            </a:extLst>
          </p:cNvPr>
          <p:cNvSpPr/>
          <p:nvPr userDrawn="1"/>
        </p:nvSpPr>
        <p:spPr>
          <a:xfrm flipV="1">
            <a:off x="2" y="2983968"/>
            <a:ext cx="12201637" cy="3896413"/>
          </a:xfrm>
          <a:custGeom>
            <a:avLst/>
            <a:gdLst>
              <a:gd name="connsiteX0" fmla="*/ 0 w 9111006"/>
              <a:gd name="connsiteY0" fmla="*/ 0 h 4110087"/>
              <a:gd name="connsiteX1" fmla="*/ 9111006 w 9111006"/>
              <a:gd name="connsiteY1" fmla="*/ 0 h 4110087"/>
              <a:gd name="connsiteX2" fmla="*/ 9111006 w 9111006"/>
              <a:gd name="connsiteY2" fmla="*/ 4110087 h 4110087"/>
              <a:gd name="connsiteX3" fmla="*/ 0 w 9111006"/>
              <a:gd name="connsiteY3" fmla="*/ 4110087 h 4110087"/>
              <a:gd name="connsiteX4" fmla="*/ 0 w 9111006"/>
              <a:gd name="connsiteY4" fmla="*/ 0 h 4110087"/>
              <a:gd name="connsiteX0" fmla="*/ 0 w 9129860"/>
              <a:gd name="connsiteY0" fmla="*/ 0 h 4110087"/>
              <a:gd name="connsiteX1" fmla="*/ 9111006 w 9129860"/>
              <a:gd name="connsiteY1" fmla="*/ 0 h 4110087"/>
              <a:gd name="connsiteX2" fmla="*/ 9129860 w 9129860"/>
              <a:gd name="connsiteY2" fmla="*/ 3864990 h 4110087"/>
              <a:gd name="connsiteX3" fmla="*/ 0 w 9129860"/>
              <a:gd name="connsiteY3" fmla="*/ 4110087 h 4110087"/>
              <a:gd name="connsiteX4" fmla="*/ 0 w 9129860"/>
              <a:gd name="connsiteY4" fmla="*/ 0 h 4110087"/>
              <a:gd name="connsiteX0" fmla="*/ 0 w 9172281"/>
              <a:gd name="connsiteY0" fmla="*/ 0 h 4110087"/>
              <a:gd name="connsiteX1" fmla="*/ 9111006 w 9172281"/>
              <a:gd name="connsiteY1" fmla="*/ 0 h 4110087"/>
              <a:gd name="connsiteX2" fmla="*/ 9172281 w 9172281"/>
              <a:gd name="connsiteY2" fmla="*/ 2917596 h 4110087"/>
              <a:gd name="connsiteX3" fmla="*/ 0 w 9172281"/>
              <a:gd name="connsiteY3" fmla="*/ 4110087 h 4110087"/>
              <a:gd name="connsiteX4" fmla="*/ 0 w 9172281"/>
              <a:gd name="connsiteY4" fmla="*/ 0 h 4110087"/>
              <a:gd name="connsiteX0" fmla="*/ 0 w 9172281"/>
              <a:gd name="connsiteY0" fmla="*/ 18853 h 4128940"/>
              <a:gd name="connsiteX1" fmla="*/ 9162854 w 9172281"/>
              <a:gd name="connsiteY1" fmla="*/ 0 h 4128940"/>
              <a:gd name="connsiteX2" fmla="*/ 9172281 w 9172281"/>
              <a:gd name="connsiteY2" fmla="*/ 2936449 h 4128940"/>
              <a:gd name="connsiteX3" fmla="*/ 0 w 9172281"/>
              <a:gd name="connsiteY3" fmla="*/ 4128940 h 4128940"/>
              <a:gd name="connsiteX4" fmla="*/ 0 w 9172281"/>
              <a:gd name="connsiteY4" fmla="*/ 18853 h 4128940"/>
              <a:gd name="connsiteX0" fmla="*/ 0 w 9176994"/>
              <a:gd name="connsiteY0" fmla="*/ 18853 h 4128940"/>
              <a:gd name="connsiteX1" fmla="*/ 9162854 w 9176994"/>
              <a:gd name="connsiteY1" fmla="*/ 0 h 4128940"/>
              <a:gd name="connsiteX2" fmla="*/ 9176994 w 9176994"/>
              <a:gd name="connsiteY2" fmla="*/ 2813901 h 4128940"/>
              <a:gd name="connsiteX3" fmla="*/ 0 w 9176994"/>
              <a:gd name="connsiteY3" fmla="*/ 4128940 h 4128940"/>
              <a:gd name="connsiteX4" fmla="*/ 0 w 9176994"/>
              <a:gd name="connsiteY4" fmla="*/ 18853 h 4128940"/>
              <a:gd name="connsiteX0" fmla="*/ 0 w 9181708"/>
              <a:gd name="connsiteY0" fmla="*/ 1206630 h 4128940"/>
              <a:gd name="connsiteX1" fmla="*/ 9167568 w 9181708"/>
              <a:gd name="connsiteY1" fmla="*/ 0 h 4128940"/>
              <a:gd name="connsiteX2" fmla="*/ 9181708 w 9181708"/>
              <a:gd name="connsiteY2" fmla="*/ 2813901 h 4128940"/>
              <a:gd name="connsiteX3" fmla="*/ 4714 w 9181708"/>
              <a:gd name="connsiteY3" fmla="*/ 4128940 h 4128940"/>
              <a:gd name="connsiteX4" fmla="*/ 0 w 9181708"/>
              <a:gd name="connsiteY4" fmla="*/ 1206630 h 4128940"/>
              <a:gd name="connsiteX0" fmla="*/ 0 w 9192276"/>
              <a:gd name="connsiteY0" fmla="*/ 494906 h 3417216"/>
              <a:gd name="connsiteX1" fmla="*/ 9191135 w 9192276"/>
              <a:gd name="connsiteY1" fmla="*/ 0 h 3417216"/>
              <a:gd name="connsiteX2" fmla="*/ 9181708 w 9192276"/>
              <a:gd name="connsiteY2" fmla="*/ 2102177 h 3417216"/>
              <a:gd name="connsiteX3" fmla="*/ 4714 w 9192276"/>
              <a:gd name="connsiteY3" fmla="*/ 3417216 h 3417216"/>
              <a:gd name="connsiteX4" fmla="*/ 0 w 9192276"/>
              <a:gd name="connsiteY4" fmla="*/ 494906 h 3417216"/>
              <a:gd name="connsiteX0" fmla="*/ 0 w 9187821"/>
              <a:gd name="connsiteY0" fmla="*/ 0 h 2922310"/>
              <a:gd name="connsiteX1" fmla="*/ 9186422 w 9187821"/>
              <a:gd name="connsiteY1" fmla="*/ 160257 h 2922310"/>
              <a:gd name="connsiteX2" fmla="*/ 9181708 w 9187821"/>
              <a:gd name="connsiteY2" fmla="*/ 1607271 h 2922310"/>
              <a:gd name="connsiteX3" fmla="*/ 4714 w 9187821"/>
              <a:gd name="connsiteY3" fmla="*/ 2922310 h 2922310"/>
              <a:gd name="connsiteX4" fmla="*/ 0 w 9187821"/>
              <a:gd name="connsiteY4" fmla="*/ 0 h 2922310"/>
              <a:gd name="connsiteX0" fmla="*/ 0 w 9233988"/>
              <a:gd name="connsiteY0" fmla="*/ 0 h 2922310"/>
              <a:gd name="connsiteX1" fmla="*/ 9233556 w 9233988"/>
              <a:gd name="connsiteY1" fmla="*/ 14141 h 2922310"/>
              <a:gd name="connsiteX2" fmla="*/ 9181708 w 9233988"/>
              <a:gd name="connsiteY2" fmla="*/ 1607271 h 2922310"/>
              <a:gd name="connsiteX3" fmla="*/ 4714 w 9233988"/>
              <a:gd name="connsiteY3" fmla="*/ 2922310 h 2922310"/>
              <a:gd name="connsiteX4" fmla="*/ 0 w 9233988"/>
              <a:gd name="connsiteY4" fmla="*/ 0 h 2922310"/>
              <a:gd name="connsiteX0" fmla="*/ 0 w 9233815"/>
              <a:gd name="connsiteY0" fmla="*/ 0 h 2922310"/>
              <a:gd name="connsiteX1" fmla="*/ 9233556 w 9233815"/>
              <a:gd name="connsiteY1" fmla="*/ 14141 h 2922310"/>
              <a:gd name="connsiteX2" fmla="*/ 9135988 w 9233815"/>
              <a:gd name="connsiteY2" fmla="*/ 1658071 h 2922310"/>
              <a:gd name="connsiteX3" fmla="*/ 4714 w 9233815"/>
              <a:gd name="connsiteY3" fmla="*/ 2922310 h 2922310"/>
              <a:gd name="connsiteX4" fmla="*/ 0 w 9233815"/>
              <a:gd name="connsiteY4" fmla="*/ 0 h 2922310"/>
              <a:gd name="connsiteX0" fmla="*/ 0 w 9233827"/>
              <a:gd name="connsiteY0" fmla="*/ 0 h 2922310"/>
              <a:gd name="connsiteX1" fmla="*/ 9233556 w 9233827"/>
              <a:gd name="connsiteY1" fmla="*/ 14141 h 2922310"/>
              <a:gd name="connsiteX2" fmla="*/ 9135988 w 9233827"/>
              <a:gd name="connsiteY2" fmla="*/ 1658071 h 2922310"/>
              <a:gd name="connsiteX3" fmla="*/ 4714 w 9233827"/>
              <a:gd name="connsiteY3" fmla="*/ 2922310 h 2922310"/>
              <a:gd name="connsiteX4" fmla="*/ 0 w 9233827"/>
              <a:gd name="connsiteY4" fmla="*/ 0 h 2922310"/>
              <a:gd name="connsiteX0" fmla="*/ 0 w 9139369"/>
              <a:gd name="connsiteY0" fmla="*/ 0 h 2922310"/>
              <a:gd name="connsiteX1" fmla="*/ 9137036 w 9139369"/>
              <a:gd name="connsiteY1" fmla="*/ 9061 h 2922310"/>
              <a:gd name="connsiteX2" fmla="*/ 9135988 w 9139369"/>
              <a:gd name="connsiteY2" fmla="*/ 1658071 h 2922310"/>
              <a:gd name="connsiteX3" fmla="*/ 4714 w 9139369"/>
              <a:gd name="connsiteY3" fmla="*/ 2922310 h 2922310"/>
              <a:gd name="connsiteX4" fmla="*/ 0 w 9139369"/>
              <a:gd name="connsiteY4" fmla="*/ 0 h 2922310"/>
              <a:gd name="connsiteX0" fmla="*/ 0 w 9151228"/>
              <a:gd name="connsiteY0" fmla="*/ 0 h 2922310"/>
              <a:gd name="connsiteX1" fmla="*/ 9137036 w 9151228"/>
              <a:gd name="connsiteY1" fmla="*/ 9061 h 2922310"/>
              <a:gd name="connsiteX2" fmla="*/ 9151228 w 9151228"/>
              <a:gd name="connsiteY2" fmla="*/ 2282911 h 2922310"/>
              <a:gd name="connsiteX3" fmla="*/ 4714 w 9151228"/>
              <a:gd name="connsiteY3" fmla="*/ 2922310 h 2922310"/>
              <a:gd name="connsiteX4" fmla="*/ 0 w 9151228"/>
              <a:gd name="connsiteY4" fmla="*/ 0 h 2922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51228" h="2922310">
                <a:moveTo>
                  <a:pt x="0" y="0"/>
                </a:moveTo>
                <a:lnTo>
                  <a:pt x="9137036" y="9061"/>
                </a:lnTo>
                <a:cubicBezTo>
                  <a:pt x="9143321" y="1297391"/>
                  <a:pt x="9150023" y="2279821"/>
                  <a:pt x="9151228" y="2282911"/>
                </a:cubicBezTo>
                <a:lnTo>
                  <a:pt x="4714" y="2922310"/>
                </a:lnTo>
                <a:cubicBezTo>
                  <a:pt x="3143" y="1948207"/>
                  <a:pt x="1571" y="974103"/>
                  <a:pt x="0" y="0"/>
                </a:cubicBezTo>
                <a:close/>
              </a:path>
            </a:pathLst>
          </a:custGeom>
          <a:solidFill>
            <a:srgbClr val="EBE8DC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A3BBAB-1CDE-9A87-8C5B-E3CFAE29095C}"/>
              </a:ext>
            </a:extLst>
          </p:cNvPr>
          <p:cNvSpPr/>
          <p:nvPr userDrawn="1"/>
        </p:nvSpPr>
        <p:spPr>
          <a:xfrm>
            <a:off x="-21996" y="-108304"/>
            <a:ext cx="12235992" cy="6032829"/>
          </a:xfrm>
          <a:custGeom>
            <a:avLst/>
            <a:gdLst>
              <a:gd name="connsiteX0" fmla="*/ 0 w 9111006"/>
              <a:gd name="connsiteY0" fmla="*/ 0 h 4110087"/>
              <a:gd name="connsiteX1" fmla="*/ 9111006 w 9111006"/>
              <a:gd name="connsiteY1" fmla="*/ 0 h 4110087"/>
              <a:gd name="connsiteX2" fmla="*/ 9111006 w 9111006"/>
              <a:gd name="connsiteY2" fmla="*/ 4110087 h 4110087"/>
              <a:gd name="connsiteX3" fmla="*/ 0 w 9111006"/>
              <a:gd name="connsiteY3" fmla="*/ 4110087 h 4110087"/>
              <a:gd name="connsiteX4" fmla="*/ 0 w 9111006"/>
              <a:gd name="connsiteY4" fmla="*/ 0 h 4110087"/>
              <a:gd name="connsiteX0" fmla="*/ 0 w 9129860"/>
              <a:gd name="connsiteY0" fmla="*/ 0 h 4110087"/>
              <a:gd name="connsiteX1" fmla="*/ 9111006 w 9129860"/>
              <a:gd name="connsiteY1" fmla="*/ 0 h 4110087"/>
              <a:gd name="connsiteX2" fmla="*/ 9129860 w 9129860"/>
              <a:gd name="connsiteY2" fmla="*/ 3864990 h 4110087"/>
              <a:gd name="connsiteX3" fmla="*/ 0 w 9129860"/>
              <a:gd name="connsiteY3" fmla="*/ 4110087 h 4110087"/>
              <a:gd name="connsiteX4" fmla="*/ 0 w 9129860"/>
              <a:gd name="connsiteY4" fmla="*/ 0 h 4110087"/>
              <a:gd name="connsiteX0" fmla="*/ 0 w 9172281"/>
              <a:gd name="connsiteY0" fmla="*/ 0 h 4110087"/>
              <a:gd name="connsiteX1" fmla="*/ 9111006 w 9172281"/>
              <a:gd name="connsiteY1" fmla="*/ 0 h 4110087"/>
              <a:gd name="connsiteX2" fmla="*/ 9172281 w 9172281"/>
              <a:gd name="connsiteY2" fmla="*/ 2917596 h 4110087"/>
              <a:gd name="connsiteX3" fmla="*/ 0 w 9172281"/>
              <a:gd name="connsiteY3" fmla="*/ 4110087 h 4110087"/>
              <a:gd name="connsiteX4" fmla="*/ 0 w 9172281"/>
              <a:gd name="connsiteY4" fmla="*/ 0 h 4110087"/>
              <a:gd name="connsiteX0" fmla="*/ 0 w 9172281"/>
              <a:gd name="connsiteY0" fmla="*/ 18853 h 4128940"/>
              <a:gd name="connsiteX1" fmla="*/ 9162854 w 9172281"/>
              <a:gd name="connsiteY1" fmla="*/ 0 h 4128940"/>
              <a:gd name="connsiteX2" fmla="*/ 9172281 w 9172281"/>
              <a:gd name="connsiteY2" fmla="*/ 2936449 h 4128940"/>
              <a:gd name="connsiteX3" fmla="*/ 0 w 9172281"/>
              <a:gd name="connsiteY3" fmla="*/ 4128940 h 4128940"/>
              <a:gd name="connsiteX4" fmla="*/ 0 w 9172281"/>
              <a:gd name="connsiteY4" fmla="*/ 18853 h 4128940"/>
              <a:gd name="connsiteX0" fmla="*/ 0 w 9176994"/>
              <a:gd name="connsiteY0" fmla="*/ 18853 h 4128940"/>
              <a:gd name="connsiteX1" fmla="*/ 9162854 w 9176994"/>
              <a:gd name="connsiteY1" fmla="*/ 0 h 4128940"/>
              <a:gd name="connsiteX2" fmla="*/ 9176994 w 9176994"/>
              <a:gd name="connsiteY2" fmla="*/ 2813901 h 4128940"/>
              <a:gd name="connsiteX3" fmla="*/ 0 w 9176994"/>
              <a:gd name="connsiteY3" fmla="*/ 4128940 h 4128940"/>
              <a:gd name="connsiteX4" fmla="*/ 0 w 9176994"/>
              <a:gd name="connsiteY4" fmla="*/ 18853 h 4128940"/>
              <a:gd name="connsiteX0" fmla="*/ 0 w 9176994"/>
              <a:gd name="connsiteY0" fmla="*/ 32807 h 4142894"/>
              <a:gd name="connsiteX1" fmla="*/ 9167934 w 9176994"/>
              <a:gd name="connsiteY1" fmla="*/ 0 h 4142894"/>
              <a:gd name="connsiteX2" fmla="*/ 9176994 w 9176994"/>
              <a:gd name="connsiteY2" fmla="*/ 2827855 h 4142894"/>
              <a:gd name="connsiteX3" fmla="*/ 0 w 9176994"/>
              <a:gd name="connsiteY3" fmla="*/ 4142894 h 4142894"/>
              <a:gd name="connsiteX4" fmla="*/ 0 w 9176994"/>
              <a:gd name="connsiteY4" fmla="*/ 32807 h 4142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6994" h="4142894">
                <a:moveTo>
                  <a:pt x="0" y="32807"/>
                </a:moveTo>
                <a:lnTo>
                  <a:pt x="9167934" y="0"/>
                </a:lnTo>
                <a:cubicBezTo>
                  <a:pt x="9174219" y="1288330"/>
                  <a:pt x="9170709" y="1539525"/>
                  <a:pt x="9176994" y="2827855"/>
                </a:cubicBezTo>
                <a:lnTo>
                  <a:pt x="0" y="4142894"/>
                </a:lnTo>
                <a:lnTo>
                  <a:pt x="0" y="32807"/>
                </a:lnTo>
                <a:close/>
              </a:path>
            </a:pathLst>
          </a:custGeom>
          <a:solidFill>
            <a:srgbClr val="14202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FC2FC7F1-00D7-C88D-925B-19DCBA42EB6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127" y="6149020"/>
            <a:ext cx="1199021" cy="376705"/>
          </a:xfrm>
          <a:prstGeom prst="rect">
            <a:avLst/>
          </a:prstGeom>
        </p:spPr>
      </p:pic>
      <p:sp>
        <p:nvSpPr>
          <p:cNvPr id="2" name="Freeform 1">
            <a:extLst>
              <a:ext uri="{FF2B5EF4-FFF2-40B4-BE49-F238E27FC236}">
                <a16:creationId xmlns:a16="http://schemas.microsoft.com/office/drawing/2014/main" id="{74C10FC2-7B11-D62D-5A23-37B435AFFFA7}"/>
              </a:ext>
            </a:extLst>
          </p:cNvPr>
          <p:cNvSpPr/>
          <p:nvPr userDrawn="1"/>
        </p:nvSpPr>
        <p:spPr>
          <a:xfrm>
            <a:off x="8169900" y="1317489"/>
            <a:ext cx="4053736" cy="5565843"/>
          </a:xfrm>
          <a:custGeom>
            <a:avLst/>
            <a:gdLst>
              <a:gd name="connsiteX0" fmla="*/ 3040302 w 3040302"/>
              <a:gd name="connsiteY0" fmla="*/ 0 h 4174382"/>
              <a:gd name="connsiteX1" fmla="*/ 3034547 w 3040302"/>
              <a:gd name="connsiteY1" fmla="*/ 4174382 h 4174382"/>
              <a:gd name="connsiteX2" fmla="*/ 2338418 w 3040302"/>
              <a:gd name="connsiteY2" fmla="*/ 4174382 h 4174382"/>
              <a:gd name="connsiteX3" fmla="*/ 207245 w 3040302"/>
              <a:gd name="connsiteY3" fmla="*/ 2661224 h 4174382"/>
              <a:gd name="connsiteX4" fmla="*/ 140136 w 3040302"/>
              <a:gd name="connsiteY4" fmla="*/ 2615842 h 4174382"/>
              <a:gd name="connsiteX5" fmla="*/ 132144 w 3040302"/>
              <a:gd name="connsiteY5" fmla="*/ 2607903 h 4174382"/>
              <a:gd name="connsiteX6" fmla="*/ 125087 w 3040302"/>
              <a:gd name="connsiteY6" fmla="*/ 2602892 h 4174382"/>
              <a:gd name="connsiteX7" fmla="*/ 125062 w 3040302"/>
              <a:gd name="connsiteY7" fmla="*/ 2600867 h 4174382"/>
              <a:gd name="connsiteX8" fmla="*/ 81713 w 3040302"/>
              <a:gd name="connsiteY8" fmla="*/ 2557803 h 4174382"/>
              <a:gd name="connsiteX9" fmla="*/ 0 w 3040302"/>
              <a:gd name="connsiteY9" fmla="*/ 2338544 h 4174382"/>
              <a:gd name="connsiteX10" fmla="*/ 81713 w 3040302"/>
              <a:gd name="connsiteY10" fmla="*/ 2119285 h 4174382"/>
              <a:gd name="connsiteX11" fmla="*/ 118702 w 3040302"/>
              <a:gd name="connsiteY11" fmla="*/ 2082540 h 4174382"/>
              <a:gd name="connsiteX12" fmla="*/ 118651 w 3040302"/>
              <a:gd name="connsiteY12" fmla="*/ 2078380 h 4174382"/>
              <a:gd name="connsiteX13" fmla="*/ 133578 w 3040302"/>
              <a:gd name="connsiteY13" fmla="*/ 2067762 h 4174382"/>
              <a:gd name="connsiteX14" fmla="*/ 140136 w 3040302"/>
              <a:gd name="connsiteY14" fmla="*/ 2061248 h 4174382"/>
              <a:gd name="connsiteX15" fmla="*/ 192822 w 3040302"/>
              <a:gd name="connsiteY15" fmla="*/ 2025618 h 4174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040302" h="4174382">
                <a:moveTo>
                  <a:pt x="3040302" y="0"/>
                </a:moveTo>
                <a:lnTo>
                  <a:pt x="3034547" y="4174382"/>
                </a:lnTo>
                <a:lnTo>
                  <a:pt x="2338418" y="4174382"/>
                </a:lnTo>
                <a:lnTo>
                  <a:pt x="207245" y="2661224"/>
                </a:lnTo>
                <a:lnTo>
                  <a:pt x="140136" y="2615842"/>
                </a:lnTo>
                <a:lnTo>
                  <a:pt x="132144" y="2607903"/>
                </a:lnTo>
                <a:lnTo>
                  <a:pt x="125087" y="2602892"/>
                </a:lnTo>
                <a:lnTo>
                  <a:pt x="125062" y="2600867"/>
                </a:lnTo>
                <a:lnTo>
                  <a:pt x="81713" y="2557803"/>
                </a:lnTo>
                <a:cubicBezTo>
                  <a:pt x="30124" y="2495215"/>
                  <a:pt x="0" y="2419763"/>
                  <a:pt x="0" y="2338544"/>
                </a:cubicBezTo>
                <a:cubicBezTo>
                  <a:pt x="0" y="2257326"/>
                  <a:pt x="30124" y="2181874"/>
                  <a:pt x="81713" y="2119285"/>
                </a:cubicBezTo>
                <a:lnTo>
                  <a:pt x="118702" y="2082540"/>
                </a:lnTo>
                <a:lnTo>
                  <a:pt x="118651" y="2078380"/>
                </a:lnTo>
                <a:lnTo>
                  <a:pt x="133578" y="2067762"/>
                </a:lnTo>
                <a:lnTo>
                  <a:pt x="140136" y="2061248"/>
                </a:lnTo>
                <a:lnTo>
                  <a:pt x="192822" y="2025618"/>
                </a:lnTo>
                <a:close/>
              </a:path>
            </a:pathLst>
          </a:custGeom>
          <a:solidFill>
            <a:srgbClr val="EFB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95999990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r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8">
            <a:extLst>
              <a:ext uri="{FF2B5EF4-FFF2-40B4-BE49-F238E27FC236}">
                <a16:creationId xmlns:a16="http://schemas.microsoft.com/office/drawing/2014/main" id="{6077DD46-AC9E-1344-6C63-A74228882264}"/>
              </a:ext>
            </a:extLst>
          </p:cNvPr>
          <p:cNvSpPr/>
          <p:nvPr userDrawn="1"/>
        </p:nvSpPr>
        <p:spPr>
          <a:xfrm flipV="1">
            <a:off x="2" y="2983968"/>
            <a:ext cx="12201637" cy="3896413"/>
          </a:xfrm>
          <a:custGeom>
            <a:avLst/>
            <a:gdLst>
              <a:gd name="connsiteX0" fmla="*/ 0 w 9111006"/>
              <a:gd name="connsiteY0" fmla="*/ 0 h 4110087"/>
              <a:gd name="connsiteX1" fmla="*/ 9111006 w 9111006"/>
              <a:gd name="connsiteY1" fmla="*/ 0 h 4110087"/>
              <a:gd name="connsiteX2" fmla="*/ 9111006 w 9111006"/>
              <a:gd name="connsiteY2" fmla="*/ 4110087 h 4110087"/>
              <a:gd name="connsiteX3" fmla="*/ 0 w 9111006"/>
              <a:gd name="connsiteY3" fmla="*/ 4110087 h 4110087"/>
              <a:gd name="connsiteX4" fmla="*/ 0 w 9111006"/>
              <a:gd name="connsiteY4" fmla="*/ 0 h 4110087"/>
              <a:gd name="connsiteX0" fmla="*/ 0 w 9129860"/>
              <a:gd name="connsiteY0" fmla="*/ 0 h 4110087"/>
              <a:gd name="connsiteX1" fmla="*/ 9111006 w 9129860"/>
              <a:gd name="connsiteY1" fmla="*/ 0 h 4110087"/>
              <a:gd name="connsiteX2" fmla="*/ 9129860 w 9129860"/>
              <a:gd name="connsiteY2" fmla="*/ 3864990 h 4110087"/>
              <a:gd name="connsiteX3" fmla="*/ 0 w 9129860"/>
              <a:gd name="connsiteY3" fmla="*/ 4110087 h 4110087"/>
              <a:gd name="connsiteX4" fmla="*/ 0 w 9129860"/>
              <a:gd name="connsiteY4" fmla="*/ 0 h 4110087"/>
              <a:gd name="connsiteX0" fmla="*/ 0 w 9172281"/>
              <a:gd name="connsiteY0" fmla="*/ 0 h 4110087"/>
              <a:gd name="connsiteX1" fmla="*/ 9111006 w 9172281"/>
              <a:gd name="connsiteY1" fmla="*/ 0 h 4110087"/>
              <a:gd name="connsiteX2" fmla="*/ 9172281 w 9172281"/>
              <a:gd name="connsiteY2" fmla="*/ 2917596 h 4110087"/>
              <a:gd name="connsiteX3" fmla="*/ 0 w 9172281"/>
              <a:gd name="connsiteY3" fmla="*/ 4110087 h 4110087"/>
              <a:gd name="connsiteX4" fmla="*/ 0 w 9172281"/>
              <a:gd name="connsiteY4" fmla="*/ 0 h 4110087"/>
              <a:gd name="connsiteX0" fmla="*/ 0 w 9172281"/>
              <a:gd name="connsiteY0" fmla="*/ 18853 h 4128940"/>
              <a:gd name="connsiteX1" fmla="*/ 9162854 w 9172281"/>
              <a:gd name="connsiteY1" fmla="*/ 0 h 4128940"/>
              <a:gd name="connsiteX2" fmla="*/ 9172281 w 9172281"/>
              <a:gd name="connsiteY2" fmla="*/ 2936449 h 4128940"/>
              <a:gd name="connsiteX3" fmla="*/ 0 w 9172281"/>
              <a:gd name="connsiteY3" fmla="*/ 4128940 h 4128940"/>
              <a:gd name="connsiteX4" fmla="*/ 0 w 9172281"/>
              <a:gd name="connsiteY4" fmla="*/ 18853 h 4128940"/>
              <a:gd name="connsiteX0" fmla="*/ 0 w 9176994"/>
              <a:gd name="connsiteY0" fmla="*/ 18853 h 4128940"/>
              <a:gd name="connsiteX1" fmla="*/ 9162854 w 9176994"/>
              <a:gd name="connsiteY1" fmla="*/ 0 h 4128940"/>
              <a:gd name="connsiteX2" fmla="*/ 9176994 w 9176994"/>
              <a:gd name="connsiteY2" fmla="*/ 2813901 h 4128940"/>
              <a:gd name="connsiteX3" fmla="*/ 0 w 9176994"/>
              <a:gd name="connsiteY3" fmla="*/ 4128940 h 4128940"/>
              <a:gd name="connsiteX4" fmla="*/ 0 w 9176994"/>
              <a:gd name="connsiteY4" fmla="*/ 18853 h 4128940"/>
              <a:gd name="connsiteX0" fmla="*/ 0 w 9181708"/>
              <a:gd name="connsiteY0" fmla="*/ 1206630 h 4128940"/>
              <a:gd name="connsiteX1" fmla="*/ 9167568 w 9181708"/>
              <a:gd name="connsiteY1" fmla="*/ 0 h 4128940"/>
              <a:gd name="connsiteX2" fmla="*/ 9181708 w 9181708"/>
              <a:gd name="connsiteY2" fmla="*/ 2813901 h 4128940"/>
              <a:gd name="connsiteX3" fmla="*/ 4714 w 9181708"/>
              <a:gd name="connsiteY3" fmla="*/ 4128940 h 4128940"/>
              <a:gd name="connsiteX4" fmla="*/ 0 w 9181708"/>
              <a:gd name="connsiteY4" fmla="*/ 1206630 h 4128940"/>
              <a:gd name="connsiteX0" fmla="*/ 0 w 9192276"/>
              <a:gd name="connsiteY0" fmla="*/ 494906 h 3417216"/>
              <a:gd name="connsiteX1" fmla="*/ 9191135 w 9192276"/>
              <a:gd name="connsiteY1" fmla="*/ 0 h 3417216"/>
              <a:gd name="connsiteX2" fmla="*/ 9181708 w 9192276"/>
              <a:gd name="connsiteY2" fmla="*/ 2102177 h 3417216"/>
              <a:gd name="connsiteX3" fmla="*/ 4714 w 9192276"/>
              <a:gd name="connsiteY3" fmla="*/ 3417216 h 3417216"/>
              <a:gd name="connsiteX4" fmla="*/ 0 w 9192276"/>
              <a:gd name="connsiteY4" fmla="*/ 494906 h 3417216"/>
              <a:gd name="connsiteX0" fmla="*/ 0 w 9187821"/>
              <a:gd name="connsiteY0" fmla="*/ 0 h 2922310"/>
              <a:gd name="connsiteX1" fmla="*/ 9186422 w 9187821"/>
              <a:gd name="connsiteY1" fmla="*/ 160257 h 2922310"/>
              <a:gd name="connsiteX2" fmla="*/ 9181708 w 9187821"/>
              <a:gd name="connsiteY2" fmla="*/ 1607271 h 2922310"/>
              <a:gd name="connsiteX3" fmla="*/ 4714 w 9187821"/>
              <a:gd name="connsiteY3" fmla="*/ 2922310 h 2922310"/>
              <a:gd name="connsiteX4" fmla="*/ 0 w 9187821"/>
              <a:gd name="connsiteY4" fmla="*/ 0 h 2922310"/>
              <a:gd name="connsiteX0" fmla="*/ 0 w 9233988"/>
              <a:gd name="connsiteY0" fmla="*/ 0 h 2922310"/>
              <a:gd name="connsiteX1" fmla="*/ 9233556 w 9233988"/>
              <a:gd name="connsiteY1" fmla="*/ 14141 h 2922310"/>
              <a:gd name="connsiteX2" fmla="*/ 9181708 w 9233988"/>
              <a:gd name="connsiteY2" fmla="*/ 1607271 h 2922310"/>
              <a:gd name="connsiteX3" fmla="*/ 4714 w 9233988"/>
              <a:gd name="connsiteY3" fmla="*/ 2922310 h 2922310"/>
              <a:gd name="connsiteX4" fmla="*/ 0 w 9233988"/>
              <a:gd name="connsiteY4" fmla="*/ 0 h 2922310"/>
              <a:gd name="connsiteX0" fmla="*/ 0 w 9233815"/>
              <a:gd name="connsiteY0" fmla="*/ 0 h 2922310"/>
              <a:gd name="connsiteX1" fmla="*/ 9233556 w 9233815"/>
              <a:gd name="connsiteY1" fmla="*/ 14141 h 2922310"/>
              <a:gd name="connsiteX2" fmla="*/ 9135988 w 9233815"/>
              <a:gd name="connsiteY2" fmla="*/ 1658071 h 2922310"/>
              <a:gd name="connsiteX3" fmla="*/ 4714 w 9233815"/>
              <a:gd name="connsiteY3" fmla="*/ 2922310 h 2922310"/>
              <a:gd name="connsiteX4" fmla="*/ 0 w 9233815"/>
              <a:gd name="connsiteY4" fmla="*/ 0 h 2922310"/>
              <a:gd name="connsiteX0" fmla="*/ 0 w 9233827"/>
              <a:gd name="connsiteY0" fmla="*/ 0 h 2922310"/>
              <a:gd name="connsiteX1" fmla="*/ 9233556 w 9233827"/>
              <a:gd name="connsiteY1" fmla="*/ 14141 h 2922310"/>
              <a:gd name="connsiteX2" fmla="*/ 9135988 w 9233827"/>
              <a:gd name="connsiteY2" fmla="*/ 1658071 h 2922310"/>
              <a:gd name="connsiteX3" fmla="*/ 4714 w 9233827"/>
              <a:gd name="connsiteY3" fmla="*/ 2922310 h 2922310"/>
              <a:gd name="connsiteX4" fmla="*/ 0 w 9233827"/>
              <a:gd name="connsiteY4" fmla="*/ 0 h 2922310"/>
              <a:gd name="connsiteX0" fmla="*/ 0 w 9139369"/>
              <a:gd name="connsiteY0" fmla="*/ 0 h 2922310"/>
              <a:gd name="connsiteX1" fmla="*/ 9137036 w 9139369"/>
              <a:gd name="connsiteY1" fmla="*/ 9061 h 2922310"/>
              <a:gd name="connsiteX2" fmla="*/ 9135988 w 9139369"/>
              <a:gd name="connsiteY2" fmla="*/ 1658071 h 2922310"/>
              <a:gd name="connsiteX3" fmla="*/ 4714 w 9139369"/>
              <a:gd name="connsiteY3" fmla="*/ 2922310 h 2922310"/>
              <a:gd name="connsiteX4" fmla="*/ 0 w 9139369"/>
              <a:gd name="connsiteY4" fmla="*/ 0 h 2922310"/>
              <a:gd name="connsiteX0" fmla="*/ 0 w 9151228"/>
              <a:gd name="connsiteY0" fmla="*/ 0 h 2922310"/>
              <a:gd name="connsiteX1" fmla="*/ 9137036 w 9151228"/>
              <a:gd name="connsiteY1" fmla="*/ 9061 h 2922310"/>
              <a:gd name="connsiteX2" fmla="*/ 9151228 w 9151228"/>
              <a:gd name="connsiteY2" fmla="*/ 2282911 h 2922310"/>
              <a:gd name="connsiteX3" fmla="*/ 4714 w 9151228"/>
              <a:gd name="connsiteY3" fmla="*/ 2922310 h 2922310"/>
              <a:gd name="connsiteX4" fmla="*/ 0 w 9151228"/>
              <a:gd name="connsiteY4" fmla="*/ 0 h 2922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51228" h="2922310">
                <a:moveTo>
                  <a:pt x="0" y="0"/>
                </a:moveTo>
                <a:lnTo>
                  <a:pt x="9137036" y="9061"/>
                </a:lnTo>
                <a:cubicBezTo>
                  <a:pt x="9143321" y="1297391"/>
                  <a:pt x="9150023" y="2279821"/>
                  <a:pt x="9151228" y="2282911"/>
                </a:cubicBezTo>
                <a:lnTo>
                  <a:pt x="4714" y="2922310"/>
                </a:lnTo>
                <a:cubicBezTo>
                  <a:pt x="3143" y="1948207"/>
                  <a:pt x="1571" y="974103"/>
                  <a:pt x="0" y="0"/>
                </a:cubicBezTo>
                <a:close/>
              </a:path>
            </a:pathLst>
          </a:custGeom>
          <a:solidFill>
            <a:srgbClr val="05172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A3BBAB-1CDE-9A87-8C5B-E3CFAE29095C}"/>
              </a:ext>
            </a:extLst>
          </p:cNvPr>
          <p:cNvSpPr/>
          <p:nvPr userDrawn="1"/>
        </p:nvSpPr>
        <p:spPr>
          <a:xfrm>
            <a:off x="-1" y="-98997"/>
            <a:ext cx="12213996" cy="6032829"/>
          </a:xfrm>
          <a:custGeom>
            <a:avLst/>
            <a:gdLst>
              <a:gd name="connsiteX0" fmla="*/ 0 w 9111006"/>
              <a:gd name="connsiteY0" fmla="*/ 0 h 4110087"/>
              <a:gd name="connsiteX1" fmla="*/ 9111006 w 9111006"/>
              <a:gd name="connsiteY1" fmla="*/ 0 h 4110087"/>
              <a:gd name="connsiteX2" fmla="*/ 9111006 w 9111006"/>
              <a:gd name="connsiteY2" fmla="*/ 4110087 h 4110087"/>
              <a:gd name="connsiteX3" fmla="*/ 0 w 9111006"/>
              <a:gd name="connsiteY3" fmla="*/ 4110087 h 4110087"/>
              <a:gd name="connsiteX4" fmla="*/ 0 w 9111006"/>
              <a:gd name="connsiteY4" fmla="*/ 0 h 4110087"/>
              <a:gd name="connsiteX0" fmla="*/ 0 w 9129860"/>
              <a:gd name="connsiteY0" fmla="*/ 0 h 4110087"/>
              <a:gd name="connsiteX1" fmla="*/ 9111006 w 9129860"/>
              <a:gd name="connsiteY1" fmla="*/ 0 h 4110087"/>
              <a:gd name="connsiteX2" fmla="*/ 9129860 w 9129860"/>
              <a:gd name="connsiteY2" fmla="*/ 3864990 h 4110087"/>
              <a:gd name="connsiteX3" fmla="*/ 0 w 9129860"/>
              <a:gd name="connsiteY3" fmla="*/ 4110087 h 4110087"/>
              <a:gd name="connsiteX4" fmla="*/ 0 w 9129860"/>
              <a:gd name="connsiteY4" fmla="*/ 0 h 4110087"/>
              <a:gd name="connsiteX0" fmla="*/ 0 w 9172281"/>
              <a:gd name="connsiteY0" fmla="*/ 0 h 4110087"/>
              <a:gd name="connsiteX1" fmla="*/ 9111006 w 9172281"/>
              <a:gd name="connsiteY1" fmla="*/ 0 h 4110087"/>
              <a:gd name="connsiteX2" fmla="*/ 9172281 w 9172281"/>
              <a:gd name="connsiteY2" fmla="*/ 2917596 h 4110087"/>
              <a:gd name="connsiteX3" fmla="*/ 0 w 9172281"/>
              <a:gd name="connsiteY3" fmla="*/ 4110087 h 4110087"/>
              <a:gd name="connsiteX4" fmla="*/ 0 w 9172281"/>
              <a:gd name="connsiteY4" fmla="*/ 0 h 4110087"/>
              <a:gd name="connsiteX0" fmla="*/ 0 w 9172281"/>
              <a:gd name="connsiteY0" fmla="*/ 18853 h 4128940"/>
              <a:gd name="connsiteX1" fmla="*/ 9162854 w 9172281"/>
              <a:gd name="connsiteY1" fmla="*/ 0 h 4128940"/>
              <a:gd name="connsiteX2" fmla="*/ 9172281 w 9172281"/>
              <a:gd name="connsiteY2" fmla="*/ 2936449 h 4128940"/>
              <a:gd name="connsiteX3" fmla="*/ 0 w 9172281"/>
              <a:gd name="connsiteY3" fmla="*/ 4128940 h 4128940"/>
              <a:gd name="connsiteX4" fmla="*/ 0 w 9172281"/>
              <a:gd name="connsiteY4" fmla="*/ 18853 h 4128940"/>
              <a:gd name="connsiteX0" fmla="*/ 0 w 9176994"/>
              <a:gd name="connsiteY0" fmla="*/ 18853 h 4128940"/>
              <a:gd name="connsiteX1" fmla="*/ 9162854 w 9176994"/>
              <a:gd name="connsiteY1" fmla="*/ 0 h 4128940"/>
              <a:gd name="connsiteX2" fmla="*/ 9176994 w 9176994"/>
              <a:gd name="connsiteY2" fmla="*/ 2813901 h 4128940"/>
              <a:gd name="connsiteX3" fmla="*/ 0 w 9176994"/>
              <a:gd name="connsiteY3" fmla="*/ 4128940 h 4128940"/>
              <a:gd name="connsiteX4" fmla="*/ 0 w 9176994"/>
              <a:gd name="connsiteY4" fmla="*/ 18853 h 4128940"/>
              <a:gd name="connsiteX0" fmla="*/ 0 w 9176994"/>
              <a:gd name="connsiteY0" fmla="*/ 32807 h 4142894"/>
              <a:gd name="connsiteX1" fmla="*/ 9167934 w 9176994"/>
              <a:gd name="connsiteY1" fmla="*/ 0 h 4142894"/>
              <a:gd name="connsiteX2" fmla="*/ 9176994 w 9176994"/>
              <a:gd name="connsiteY2" fmla="*/ 2827855 h 4142894"/>
              <a:gd name="connsiteX3" fmla="*/ 0 w 9176994"/>
              <a:gd name="connsiteY3" fmla="*/ 4142894 h 4142894"/>
              <a:gd name="connsiteX4" fmla="*/ 0 w 9176994"/>
              <a:gd name="connsiteY4" fmla="*/ 32807 h 4142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6994" h="4142894">
                <a:moveTo>
                  <a:pt x="0" y="32807"/>
                </a:moveTo>
                <a:lnTo>
                  <a:pt x="9167934" y="0"/>
                </a:lnTo>
                <a:cubicBezTo>
                  <a:pt x="9174219" y="1288330"/>
                  <a:pt x="9170709" y="1539525"/>
                  <a:pt x="9176994" y="2827855"/>
                </a:cubicBezTo>
                <a:lnTo>
                  <a:pt x="0" y="4142894"/>
                </a:lnTo>
                <a:lnTo>
                  <a:pt x="0" y="3280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2" name="Picture 1" descr="Icon&#10;&#10;Description automatically generated">
            <a:extLst>
              <a:ext uri="{FF2B5EF4-FFF2-40B4-BE49-F238E27FC236}">
                <a16:creationId xmlns:a16="http://schemas.microsoft.com/office/drawing/2014/main" id="{E1DE81ED-0A48-BCC8-B9D4-3FCE2B41A4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854" y="6149020"/>
            <a:ext cx="1199025" cy="376705"/>
          </a:xfrm>
          <a:prstGeom prst="rect">
            <a:avLst/>
          </a:prstGeom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F087BBBC-3C2F-2EC1-0266-BFA178D10525}"/>
              </a:ext>
            </a:extLst>
          </p:cNvPr>
          <p:cNvSpPr/>
          <p:nvPr userDrawn="1"/>
        </p:nvSpPr>
        <p:spPr>
          <a:xfrm>
            <a:off x="8169900" y="1317489"/>
            <a:ext cx="4053736" cy="5565843"/>
          </a:xfrm>
          <a:custGeom>
            <a:avLst/>
            <a:gdLst>
              <a:gd name="connsiteX0" fmla="*/ 3040302 w 3040302"/>
              <a:gd name="connsiteY0" fmla="*/ 0 h 4174382"/>
              <a:gd name="connsiteX1" fmla="*/ 3034547 w 3040302"/>
              <a:gd name="connsiteY1" fmla="*/ 4174382 h 4174382"/>
              <a:gd name="connsiteX2" fmla="*/ 2338418 w 3040302"/>
              <a:gd name="connsiteY2" fmla="*/ 4174382 h 4174382"/>
              <a:gd name="connsiteX3" fmla="*/ 207245 w 3040302"/>
              <a:gd name="connsiteY3" fmla="*/ 2661224 h 4174382"/>
              <a:gd name="connsiteX4" fmla="*/ 140136 w 3040302"/>
              <a:gd name="connsiteY4" fmla="*/ 2615842 h 4174382"/>
              <a:gd name="connsiteX5" fmla="*/ 132144 w 3040302"/>
              <a:gd name="connsiteY5" fmla="*/ 2607903 h 4174382"/>
              <a:gd name="connsiteX6" fmla="*/ 125087 w 3040302"/>
              <a:gd name="connsiteY6" fmla="*/ 2602892 h 4174382"/>
              <a:gd name="connsiteX7" fmla="*/ 125062 w 3040302"/>
              <a:gd name="connsiteY7" fmla="*/ 2600867 h 4174382"/>
              <a:gd name="connsiteX8" fmla="*/ 81713 w 3040302"/>
              <a:gd name="connsiteY8" fmla="*/ 2557803 h 4174382"/>
              <a:gd name="connsiteX9" fmla="*/ 0 w 3040302"/>
              <a:gd name="connsiteY9" fmla="*/ 2338544 h 4174382"/>
              <a:gd name="connsiteX10" fmla="*/ 81713 w 3040302"/>
              <a:gd name="connsiteY10" fmla="*/ 2119285 h 4174382"/>
              <a:gd name="connsiteX11" fmla="*/ 118702 w 3040302"/>
              <a:gd name="connsiteY11" fmla="*/ 2082540 h 4174382"/>
              <a:gd name="connsiteX12" fmla="*/ 118651 w 3040302"/>
              <a:gd name="connsiteY12" fmla="*/ 2078380 h 4174382"/>
              <a:gd name="connsiteX13" fmla="*/ 133578 w 3040302"/>
              <a:gd name="connsiteY13" fmla="*/ 2067762 h 4174382"/>
              <a:gd name="connsiteX14" fmla="*/ 140136 w 3040302"/>
              <a:gd name="connsiteY14" fmla="*/ 2061248 h 4174382"/>
              <a:gd name="connsiteX15" fmla="*/ 192822 w 3040302"/>
              <a:gd name="connsiteY15" fmla="*/ 2025618 h 4174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040302" h="4174382">
                <a:moveTo>
                  <a:pt x="3040302" y="0"/>
                </a:moveTo>
                <a:lnTo>
                  <a:pt x="3034547" y="4174382"/>
                </a:lnTo>
                <a:lnTo>
                  <a:pt x="2338418" y="4174382"/>
                </a:lnTo>
                <a:lnTo>
                  <a:pt x="207245" y="2661224"/>
                </a:lnTo>
                <a:lnTo>
                  <a:pt x="140136" y="2615842"/>
                </a:lnTo>
                <a:lnTo>
                  <a:pt x="132144" y="2607903"/>
                </a:lnTo>
                <a:lnTo>
                  <a:pt x="125087" y="2602892"/>
                </a:lnTo>
                <a:lnTo>
                  <a:pt x="125062" y="2600867"/>
                </a:lnTo>
                <a:lnTo>
                  <a:pt x="81713" y="2557803"/>
                </a:lnTo>
                <a:cubicBezTo>
                  <a:pt x="30124" y="2495215"/>
                  <a:pt x="0" y="2419763"/>
                  <a:pt x="0" y="2338544"/>
                </a:cubicBezTo>
                <a:cubicBezTo>
                  <a:pt x="0" y="2257326"/>
                  <a:pt x="30124" y="2181874"/>
                  <a:pt x="81713" y="2119285"/>
                </a:cubicBezTo>
                <a:lnTo>
                  <a:pt x="118702" y="2082540"/>
                </a:lnTo>
                <a:lnTo>
                  <a:pt x="118651" y="2078380"/>
                </a:lnTo>
                <a:lnTo>
                  <a:pt x="133578" y="2067762"/>
                </a:lnTo>
                <a:lnTo>
                  <a:pt x="140136" y="2061248"/>
                </a:lnTo>
                <a:lnTo>
                  <a:pt x="192822" y="2025618"/>
                </a:lnTo>
                <a:close/>
              </a:path>
            </a:pathLst>
          </a:custGeom>
          <a:solidFill>
            <a:srgbClr val="EFB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55706728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r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8">
            <a:extLst>
              <a:ext uri="{FF2B5EF4-FFF2-40B4-BE49-F238E27FC236}">
                <a16:creationId xmlns:a16="http://schemas.microsoft.com/office/drawing/2014/main" id="{6077DD46-AC9E-1344-6C63-A74228882264}"/>
              </a:ext>
            </a:extLst>
          </p:cNvPr>
          <p:cNvSpPr/>
          <p:nvPr userDrawn="1"/>
        </p:nvSpPr>
        <p:spPr>
          <a:xfrm flipH="1" flipV="1">
            <a:off x="-18435" y="3016717"/>
            <a:ext cx="12232429" cy="3891105"/>
          </a:xfrm>
          <a:custGeom>
            <a:avLst/>
            <a:gdLst>
              <a:gd name="connsiteX0" fmla="*/ 0 w 9111006"/>
              <a:gd name="connsiteY0" fmla="*/ 0 h 4110087"/>
              <a:gd name="connsiteX1" fmla="*/ 9111006 w 9111006"/>
              <a:gd name="connsiteY1" fmla="*/ 0 h 4110087"/>
              <a:gd name="connsiteX2" fmla="*/ 9111006 w 9111006"/>
              <a:gd name="connsiteY2" fmla="*/ 4110087 h 4110087"/>
              <a:gd name="connsiteX3" fmla="*/ 0 w 9111006"/>
              <a:gd name="connsiteY3" fmla="*/ 4110087 h 4110087"/>
              <a:gd name="connsiteX4" fmla="*/ 0 w 9111006"/>
              <a:gd name="connsiteY4" fmla="*/ 0 h 4110087"/>
              <a:gd name="connsiteX0" fmla="*/ 0 w 9129860"/>
              <a:gd name="connsiteY0" fmla="*/ 0 h 4110087"/>
              <a:gd name="connsiteX1" fmla="*/ 9111006 w 9129860"/>
              <a:gd name="connsiteY1" fmla="*/ 0 h 4110087"/>
              <a:gd name="connsiteX2" fmla="*/ 9129860 w 9129860"/>
              <a:gd name="connsiteY2" fmla="*/ 3864990 h 4110087"/>
              <a:gd name="connsiteX3" fmla="*/ 0 w 9129860"/>
              <a:gd name="connsiteY3" fmla="*/ 4110087 h 4110087"/>
              <a:gd name="connsiteX4" fmla="*/ 0 w 9129860"/>
              <a:gd name="connsiteY4" fmla="*/ 0 h 4110087"/>
              <a:gd name="connsiteX0" fmla="*/ 0 w 9172281"/>
              <a:gd name="connsiteY0" fmla="*/ 0 h 4110087"/>
              <a:gd name="connsiteX1" fmla="*/ 9111006 w 9172281"/>
              <a:gd name="connsiteY1" fmla="*/ 0 h 4110087"/>
              <a:gd name="connsiteX2" fmla="*/ 9172281 w 9172281"/>
              <a:gd name="connsiteY2" fmla="*/ 2917596 h 4110087"/>
              <a:gd name="connsiteX3" fmla="*/ 0 w 9172281"/>
              <a:gd name="connsiteY3" fmla="*/ 4110087 h 4110087"/>
              <a:gd name="connsiteX4" fmla="*/ 0 w 9172281"/>
              <a:gd name="connsiteY4" fmla="*/ 0 h 4110087"/>
              <a:gd name="connsiteX0" fmla="*/ 0 w 9172281"/>
              <a:gd name="connsiteY0" fmla="*/ 18853 h 4128940"/>
              <a:gd name="connsiteX1" fmla="*/ 9162854 w 9172281"/>
              <a:gd name="connsiteY1" fmla="*/ 0 h 4128940"/>
              <a:gd name="connsiteX2" fmla="*/ 9172281 w 9172281"/>
              <a:gd name="connsiteY2" fmla="*/ 2936449 h 4128940"/>
              <a:gd name="connsiteX3" fmla="*/ 0 w 9172281"/>
              <a:gd name="connsiteY3" fmla="*/ 4128940 h 4128940"/>
              <a:gd name="connsiteX4" fmla="*/ 0 w 9172281"/>
              <a:gd name="connsiteY4" fmla="*/ 18853 h 4128940"/>
              <a:gd name="connsiteX0" fmla="*/ 0 w 9176994"/>
              <a:gd name="connsiteY0" fmla="*/ 18853 h 4128940"/>
              <a:gd name="connsiteX1" fmla="*/ 9162854 w 9176994"/>
              <a:gd name="connsiteY1" fmla="*/ 0 h 4128940"/>
              <a:gd name="connsiteX2" fmla="*/ 9176994 w 9176994"/>
              <a:gd name="connsiteY2" fmla="*/ 2813901 h 4128940"/>
              <a:gd name="connsiteX3" fmla="*/ 0 w 9176994"/>
              <a:gd name="connsiteY3" fmla="*/ 4128940 h 4128940"/>
              <a:gd name="connsiteX4" fmla="*/ 0 w 9176994"/>
              <a:gd name="connsiteY4" fmla="*/ 18853 h 4128940"/>
              <a:gd name="connsiteX0" fmla="*/ 0 w 9181708"/>
              <a:gd name="connsiteY0" fmla="*/ 1206630 h 4128940"/>
              <a:gd name="connsiteX1" fmla="*/ 9167568 w 9181708"/>
              <a:gd name="connsiteY1" fmla="*/ 0 h 4128940"/>
              <a:gd name="connsiteX2" fmla="*/ 9181708 w 9181708"/>
              <a:gd name="connsiteY2" fmla="*/ 2813901 h 4128940"/>
              <a:gd name="connsiteX3" fmla="*/ 4714 w 9181708"/>
              <a:gd name="connsiteY3" fmla="*/ 4128940 h 4128940"/>
              <a:gd name="connsiteX4" fmla="*/ 0 w 9181708"/>
              <a:gd name="connsiteY4" fmla="*/ 1206630 h 4128940"/>
              <a:gd name="connsiteX0" fmla="*/ 0 w 9192276"/>
              <a:gd name="connsiteY0" fmla="*/ 494906 h 3417216"/>
              <a:gd name="connsiteX1" fmla="*/ 9191135 w 9192276"/>
              <a:gd name="connsiteY1" fmla="*/ 0 h 3417216"/>
              <a:gd name="connsiteX2" fmla="*/ 9181708 w 9192276"/>
              <a:gd name="connsiteY2" fmla="*/ 2102177 h 3417216"/>
              <a:gd name="connsiteX3" fmla="*/ 4714 w 9192276"/>
              <a:gd name="connsiteY3" fmla="*/ 3417216 h 3417216"/>
              <a:gd name="connsiteX4" fmla="*/ 0 w 9192276"/>
              <a:gd name="connsiteY4" fmla="*/ 494906 h 3417216"/>
              <a:gd name="connsiteX0" fmla="*/ 0 w 9187821"/>
              <a:gd name="connsiteY0" fmla="*/ 0 h 2922310"/>
              <a:gd name="connsiteX1" fmla="*/ 9186422 w 9187821"/>
              <a:gd name="connsiteY1" fmla="*/ 160257 h 2922310"/>
              <a:gd name="connsiteX2" fmla="*/ 9181708 w 9187821"/>
              <a:gd name="connsiteY2" fmla="*/ 1607271 h 2922310"/>
              <a:gd name="connsiteX3" fmla="*/ 4714 w 9187821"/>
              <a:gd name="connsiteY3" fmla="*/ 2922310 h 2922310"/>
              <a:gd name="connsiteX4" fmla="*/ 0 w 9187821"/>
              <a:gd name="connsiteY4" fmla="*/ 0 h 2922310"/>
              <a:gd name="connsiteX0" fmla="*/ 0 w 9233988"/>
              <a:gd name="connsiteY0" fmla="*/ 0 h 2922310"/>
              <a:gd name="connsiteX1" fmla="*/ 9233556 w 9233988"/>
              <a:gd name="connsiteY1" fmla="*/ 14141 h 2922310"/>
              <a:gd name="connsiteX2" fmla="*/ 9181708 w 9233988"/>
              <a:gd name="connsiteY2" fmla="*/ 1607271 h 2922310"/>
              <a:gd name="connsiteX3" fmla="*/ 4714 w 9233988"/>
              <a:gd name="connsiteY3" fmla="*/ 2922310 h 2922310"/>
              <a:gd name="connsiteX4" fmla="*/ 0 w 9233988"/>
              <a:gd name="connsiteY4" fmla="*/ 0 h 2922310"/>
              <a:gd name="connsiteX0" fmla="*/ 0 w 9332537"/>
              <a:gd name="connsiteY0" fmla="*/ 0 h 2922310"/>
              <a:gd name="connsiteX1" fmla="*/ 9233556 w 9332537"/>
              <a:gd name="connsiteY1" fmla="*/ 14141 h 2922310"/>
              <a:gd name="connsiteX2" fmla="*/ 9332537 w 9332537"/>
              <a:gd name="connsiteY2" fmla="*/ 2196446 h 2922310"/>
              <a:gd name="connsiteX3" fmla="*/ 4714 w 9332537"/>
              <a:gd name="connsiteY3" fmla="*/ 2922310 h 2922310"/>
              <a:gd name="connsiteX4" fmla="*/ 0 w 9332537"/>
              <a:gd name="connsiteY4" fmla="*/ 0 h 2922310"/>
              <a:gd name="connsiteX0" fmla="*/ 0 w 9234305"/>
              <a:gd name="connsiteY0" fmla="*/ 0 h 2922310"/>
              <a:gd name="connsiteX1" fmla="*/ 9233556 w 9234305"/>
              <a:gd name="connsiteY1" fmla="*/ 14141 h 2922310"/>
              <a:gd name="connsiteX2" fmla="*/ 9210617 w 9234305"/>
              <a:gd name="connsiteY2" fmla="*/ 2232006 h 2922310"/>
              <a:gd name="connsiteX3" fmla="*/ 4714 w 9234305"/>
              <a:gd name="connsiteY3" fmla="*/ 2922310 h 2922310"/>
              <a:gd name="connsiteX4" fmla="*/ 0 w 9234305"/>
              <a:gd name="connsiteY4" fmla="*/ 0 h 2922310"/>
              <a:gd name="connsiteX0" fmla="*/ 0 w 9234305"/>
              <a:gd name="connsiteY0" fmla="*/ 0 h 2932470"/>
              <a:gd name="connsiteX1" fmla="*/ 9233556 w 9234305"/>
              <a:gd name="connsiteY1" fmla="*/ 14141 h 2932470"/>
              <a:gd name="connsiteX2" fmla="*/ 9210617 w 9234305"/>
              <a:gd name="connsiteY2" fmla="*/ 2232006 h 2932470"/>
              <a:gd name="connsiteX3" fmla="*/ 30114 w 9234305"/>
              <a:gd name="connsiteY3" fmla="*/ 2932470 h 2932470"/>
              <a:gd name="connsiteX4" fmla="*/ 0 w 9234305"/>
              <a:gd name="connsiteY4" fmla="*/ 0 h 2932470"/>
              <a:gd name="connsiteX0" fmla="*/ 61355 w 9204220"/>
              <a:gd name="connsiteY0" fmla="*/ 0 h 2927390"/>
              <a:gd name="connsiteX1" fmla="*/ 9203471 w 9204220"/>
              <a:gd name="connsiteY1" fmla="*/ 9061 h 2927390"/>
              <a:gd name="connsiteX2" fmla="*/ 9180532 w 9204220"/>
              <a:gd name="connsiteY2" fmla="*/ 2226926 h 2927390"/>
              <a:gd name="connsiteX3" fmla="*/ 29 w 9204220"/>
              <a:gd name="connsiteY3" fmla="*/ 2927390 h 2927390"/>
              <a:gd name="connsiteX4" fmla="*/ 61355 w 9204220"/>
              <a:gd name="connsiteY4" fmla="*/ 0 h 2927390"/>
              <a:gd name="connsiteX0" fmla="*/ 10652 w 9204317"/>
              <a:gd name="connsiteY0" fmla="*/ 31579 h 2918329"/>
              <a:gd name="connsiteX1" fmla="*/ 9203568 w 9204317"/>
              <a:gd name="connsiteY1" fmla="*/ 0 h 2918329"/>
              <a:gd name="connsiteX2" fmla="*/ 9180629 w 9204317"/>
              <a:gd name="connsiteY2" fmla="*/ 2217865 h 2918329"/>
              <a:gd name="connsiteX3" fmla="*/ 126 w 9204317"/>
              <a:gd name="connsiteY3" fmla="*/ 2918329 h 2918329"/>
              <a:gd name="connsiteX4" fmla="*/ 10652 w 9204317"/>
              <a:gd name="connsiteY4" fmla="*/ 31579 h 2918329"/>
              <a:gd name="connsiteX0" fmla="*/ 20761 w 9204266"/>
              <a:gd name="connsiteY0" fmla="*/ 16339 h 2918329"/>
              <a:gd name="connsiteX1" fmla="*/ 9203517 w 9204266"/>
              <a:gd name="connsiteY1" fmla="*/ 0 h 2918329"/>
              <a:gd name="connsiteX2" fmla="*/ 9180578 w 9204266"/>
              <a:gd name="connsiteY2" fmla="*/ 2217865 h 2918329"/>
              <a:gd name="connsiteX3" fmla="*/ 75 w 9204266"/>
              <a:gd name="connsiteY3" fmla="*/ 2918329 h 2918329"/>
              <a:gd name="connsiteX4" fmla="*/ 20761 w 9204266"/>
              <a:gd name="connsiteY4" fmla="*/ 16339 h 2918329"/>
              <a:gd name="connsiteX0" fmla="*/ 0 w 9208905"/>
              <a:gd name="connsiteY0" fmla="*/ 1099 h 2918329"/>
              <a:gd name="connsiteX1" fmla="*/ 9208156 w 9208905"/>
              <a:gd name="connsiteY1" fmla="*/ 0 h 2918329"/>
              <a:gd name="connsiteX2" fmla="*/ 9185217 w 9208905"/>
              <a:gd name="connsiteY2" fmla="*/ 2217865 h 2918329"/>
              <a:gd name="connsiteX3" fmla="*/ 4714 w 9208905"/>
              <a:gd name="connsiteY3" fmla="*/ 2918329 h 2918329"/>
              <a:gd name="connsiteX4" fmla="*/ 0 w 9208905"/>
              <a:gd name="connsiteY4" fmla="*/ 1099 h 2918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08905" h="2918329">
                <a:moveTo>
                  <a:pt x="0" y="1099"/>
                </a:moveTo>
                <a:lnTo>
                  <a:pt x="9208156" y="0"/>
                </a:lnTo>
                <a:cubicBezTo>
                  <a:pt x="9214441" y="1288330"/>
                  <a:pt x="9178932" y="929535"/>
                  <a:pt x="9185217" y="2217865"/>
                </a:cubicBezTo>
                <a:cubicBezTo>
                  <a:pt x="6126219" y="2656211"/>
                  <a:pt x="3063712" y="2479983"/>
                  <a:pt x="4714" y="2918329"/>
                </a:cubicBezTo>
                <a:cubicBezTo>
                  <a:pt x="3143" y="1944226"/>
                  <a:pt x="1571" y="975202"/>
                  <a:pt x="0" y="1099"/>
                </a:cubicBezTo>
                <a:close/>
              </a:path>
            </a:pathLst>
          </a:custGeom>
          <a:solidFill>
            <a:srgbClr val="EBE8DC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A3BBAB-1CDE-9A87-8C5B-E3CFAE29095C}"/>
              </a:ext>
            </a:extLst>
          </p:cNvPr>
          <p:cNvSpPr/>
          <p:nvPr userDrawn="1"/>
        </p:nvSpPr>
        <p:spPr>
          <a:xfrm flipH="1">
            <a:off x="-18431" y="-20322"/>
            <a:ext cx="12232428" cy="5944844"/>
          </a:xfrm>
          <a:custGeom>
            <a:avLst/>
            <a:gdLst>
              <a:gd name="connsiteX0" fmla="*/ 0 w 9111006"/>
              <a:gd name="connsiteY0" fmla="*/ 0 h 4110087"/>
              <a:gd name="connsiteX1" fmla="*/ 9111006 w 9111006"/>
              <a:gd name="connsiteY1" fmla="*/ 0 h 4110087"/>
              <a:gd name="connsiteX2" fmla="*/ 9111006 w 9111006"/>
              <a:gd name="connsiteY2" fmla="*/ 4110087 h 4110087"/>
              <a:gd name="connsiteX3" fmla="*/ 0 w 9111006"/>
              <a:gd name="connsiteY3" fmla="*/ 4110087 h 4110087"/>
              <a:gd name="connsiteX4" fmla="*/ 0 w 9111006"/>
              <a:gd name="connsiteY4" fmla="*/ 0 h 4110087"/>
              <a:gd name="connsiteX0" fmla="*/ 0 w 9129860"/>
              <a:gd name="connsiteY0" fmla="*/ 0 h 4110087"/>
              <a:gd name="connsiteX1" fmla="*/ 9111006 w 9129860"/>
              <a:gd name="connsiteY1" fmla="*/ 0 h 4110087"/>
              <a:gd name="connsiteX2" fmla="*/ 9129860 w 9129860"/>
              <a:gd name="connsiteY2" fmla="*/ 3864990 h 4110087"/>
              <a:gd name="connsiteX3" fmla="*/ 0 w 9129860"/>
              <a:gd name="connsiteY3" fmla="*/ 4110087 h 4110087"/>
              <a:gd name="connsiteX4" fmla="*/ 0 w 9129860"/>
              <a:gd name="connsiteY4" fmla="*/ 0 h 4110087"/>
              <a:gd name="connsiteX0" fmla="*/ 0 w 9172281"/>
              <a:gd name="connsiteY0" fmla="*/ 0 h 4110087"/>
              <a:gd name="connsiteX1" fmla="*/ 9111006 w 9172281"/>
              <a:gd name="connsiteY1" fmla="*/ 0 h 4110087"/>
              <a:gd name="connsiteX2" fmla="*/ 9172281 w 9172281"/>
              <a:gd name="connsiteY2" fmla="*/ 2917596 h 4110087"/>
              <a:gd name="connsiteX3" fmla="*/ 0 w 9172281"/>
              <a:gd name="connsiteY3" fmla="*/ 4110087 h 4110087"/>
              <a:gd name="connsiteX4" fmla="*/ 0 w 9172281"/>
              <a:gd name="connsiteY4" fmla="*/ 0 h 4110087"/>
              <a:gd name="connsiteX0" fmla="*/ 0 w 9172281"/>
              <a:gd name="connsiteY0" fmla="*/ 18853 h 4128940"/>
              <a:gd name="connsiteX1" fmla="*/ 9162854 w 9172281"/>
              <a:gd name="connsiteY1" fmla="*/ 0 h 4128940"/>
              <a:gd name="connsiteX2" fmla="*/ 9172281 w 9172281"/>
              <a:gd name="connsiteY2" fmla="*/ 2936449 h 4128940"/>
              <a:gd name="connsiteX3" fmla="*/ 0 w 9172281"/>
              <a:gd name="connsiteY3" fmla="*/ 4128940 h 4128940"/>
              <a:gd name="connsiteX4" fmla="*/ 0 w 9172281"/>
              <a:gd name="connsiteY4" fmla="*/ 18853 h 4128940"/>
              <a:gd name="connsiteX0" fmla="*/ 0 w 9176994"/>
              <a:gd name="connsiteY0" fmla="*/ 18853 h 4128940"/>
              <a:gd name="connsiteX1" fmla="*/ 9162854 w 9176994"/>
              <a:gd name="connsiteY1" fmla="*/ 0 h 4128940"/>
              <a:gd name="connsiteX2" fmla="*/ 9176994 w 9176994"/>
              <a:gd name="connsiteY2" fmla="*/ 2813901 h 4128940"/>
              <a:gd name="connsiteX3" fmla="*/ 0 w 9176994"/>
              <a:gd name="connsiteY3" fmla="*/ 4128940 h 4128940"/>
              <a:gd name="connsiteX4" fmla="*/ 0 w 9176994"/>
              <a:gd name="connsiteY4" fmla="*/ 18853 h 4128940"/>
              <a:gd name="connsiteX0" fmla="*/ 0 w 9176994"/>
              <a:gd name="connsiteY0" fmla="*/ 0 h 4138410"/>
              <a:gd name="connsiteX1" fmla="*/ 9162854 w 9176994"/>
              <a:gd name="connsiteY1" fmla="*/ 9470 h 4138410"/>
              <a:gd name="connsiteX2" fmla="*/ 9176994 w 9176994"/>
              <a:gd name="connsiteY2" fmla="*/ 2823371 h 4138410"/>
              <a:gd name="connsiteX3" fmla="*/ 0 w 9176994"/>
              <a:gd name="connsiteY3" fmla="*/ 4138410 h 4138410"/>
              <a:gd name="connsiteX4" fmla="*/ 0 w 9176994"/>
              <a:gd name="connsiteY4" fmla="*/ 0 h 4138410"/>
              <a:gd name="connsiteX0" fmla="*/ 0 w 9176994"/>
              <a:gd name="connsiteY0" fmla="*/ 4692 h 4143102"/>
              <a:gd name="connsiteX1" fmla="*/ 9173014 w 9176994"/>
              <a:gd name="connsiteY1" fmla="*/ 0 h 4143102"/>
              <a:gd name="connsiteX2" fmla="*/ 9176994 w 9176994"/>
              <a:gd name="connsiteY2" fmla="*/ 2828063 h 4143102"/>
              <a:gd name="connsiteX3" fmla="*/ 0 w 9176994"/>
              <a:gd name="connsiteY3" fmla="*/ 4143102 h 4143102"/>
              <a:gd name="connsiteX4" fmla="*/ 0 w 9176994"/>
              <a:gd name="connsiteY4" fmla="*/ 4692 h 4143102"/>
              <a:gd name="connsiteX0" fmla="*/ 0 w 9174321"/>
              <a:gd name="connsiteY0" fmla="*/ 4692 h 4143102"/>
              <a:gd name="connsiteX1" fmla="*/ 9173014 w 9174321"/>
              <a:gd name="connsiteY1" fmla="*/ 0 h 4143102"/>
              <a:gd name="connsiteX2" fmla="*/ 9166834 w 9174321"/>
              <a:gd name="connsiteY2" fmla="*/ 2837504 h 4143102"/>
              <a:gd name="connsiteX3" fmla="*/ 0 w 9174321"/>
              <a:gd name="connsiteY3" fmla="*/ 4143102 h 4143102"/>
              <a:gd name="connsiteX4" fmla="*/ 0 w 9174321"/>
              <a:gd name="connsiteY4" fmla="*/ 4692 h 4143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4321" h="4143102">
                <a:moveTo>
                  <a:pt x="0" y="4692"/>
                </a:moveTo>
                <a:lnTo>
                  <a:pt x="9173014" y="0"/>
                </a:lnTo>
                <a:cubicBezTo>
                  <a:pt x="9179299" y="1288330"/>
                  <a:pt x="9160549" y="1549174"/>
                  <a:pt x="9166834" y="2837504"/>
                </a:cubicBezTo>
                <a:lnTo>
                  <a:pt x="0" y="4143102"/>
                </a:lnTo>
                <a:lnTo>
                  <a:pt x="0" y="4692"/>
                </a:lnTo>
                <a:close/>
              </a:path>
            </a:pathLst>
          </a:custGeom>
          <a:solidFill>
            <a:srgbClr val="05172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DDA3F83F-7F14-3DB6-981F-914D527613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78458" y="6149020"/>
            <a:ext cx="1199021" cy="376705"/>
          </a:xfrm>
          <a:prstGeom prst="rect">
            <a:avLst/>
          </a:prstGeom>
        </p:spPr>
      </p:pic>
      <p:sp>
        <p:nvSpPr>
          <p:cNvPr id="2" name="Freeform 1">
            <a:extLst>
              <a:ext uri="{FF2B5EF4-FFF2-40B4-BE49-F238E27FC236}">
                <a16:creationId xmlns:a16="http://schemas.microsoft.com/office/drawing/2014/main" id="{B2E456DB-E61A-6B5D-D10F-3D5F39DF5886}"/>
              </a:ext>
            </a:extLst>
          </p:cNvPr>
          <p:cNvSpPr/>
          <p:nvPr userDrawn="1"/>
        </p:nvSpPr>
        <p:spPr>
          <a:xfrm flipH="1">
            <a:off x="-18431" y="183458"/>
            <a:ext cx="3464748" cy="5254175"/>
          </a:xfrm>
          <a:custGeom>
            <a:avLst/>
            <a:gdLst>
              <a:gd name="connsiteX0" fmla="*/ 2860906 w 2860906"/>
              <a:gd name="connsiteY0" fmla="*/ 0 h 4311608"/>
              <a:gd name="connsiteX1" fmla="*/ 2854850 w 2860906"/>
              <a:gd name="connsiteY1" fmla="*/ 4311608 h 4311608"/>
              <a:gd name="connsiteX2" fmla="*/ 195016 w 2860906"/>
              <a:gd name="connsiteY2" fmla="*/ 2457962 h 4311608"/>
              <a:gd name="connsiteX3" fmla="*/ 131867 w 2860906"/>
              <a:gd name="connsiteY3" fmla="*/ 2416046 h 4311608"/>
              <a:gd name="connsiteX4" fmla="*/ 124347 w 2860906"/>
              <a:gd name="connsiteY4" fmla="*/ 2408713 h 4311608"/>
              <a:gd name="connsiteX5" fmla="*/ 117706 w 2860906"/>
              <a:gd name="connsiteY5" fmla="*/ 2404085 h 4311608"/>
              <a:gd name="connsiteX6" fmla="*/ 117683 w 2860906"/>
              <a:gd name="connsiteY6" fmla="*/ 2402215 h 4311608"/>
              <a:gd name="connsiteX7" fmla="*/ 76891 w 2860906"/>
              <a:gd name="connsiteY7" fmla="*/ 2362440 h 4311608"/>
              <a:gd name="connsiteX8" fmla="*/ 0 w 2860906"/>
              <a:gd name="connsiteY8" fmla="*/ 2159928 h 4311608"/>
              <a:gd name="connsiteX9" fmla="*/ 76891 w 2860906"/>
              <a:gd name="connsiteY9" fmla="*/ 1957416 h 4311608"/>
              <a:gd name="connsiteX10" fmla="*/ 111698 w 2860906"/>
              <a:gd name="connsiteY10" fmla="*/ 1923477 h 4311608"/>
              <a:gd name="connsiteX11" fmla="*/ 111650 w 2860906"/>
              <a:gd name="connsiteY11" fmla="*/ 1919635 h 4311608"/>
              <a:gd name="connsiteX12" fmla="*/ 125696 w 2860906"/>
              <a:gd name="connsiteY12" fmla="*/ 1909828 h 4311608"/>
              <a:gd name="connsiteX13" fmla="*/ 131867 w 2860906"/>
              <a:gd name="connsiteY13" fmla="*/ 1903811 h 4311608"/>
              <a:gd name="connsiteX14" fmla="*/ 181444 w 2860906"/>
              <a:gd name="connsiteY14" fmla="*/ 1870903 h 4311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860906" h="4311608">
                <a:moveTo>
                  <a:pt x="2860906" y="0"/>
                </a:moveTo>
                <a:cubicBezTo>
                  <a:pt x="2858887" y="1437203"/>
                  <a:pt x="2856869" y="2874405"/>
                  <a:pt x="2854850" y="4311608"/>
                </a:cubicBezTo>
                <a:lnTo>
                  <a:pt x="195016" y="2457962"/>
                </a:lnTo>
                <a:lnTo>
                  <a:pt x="131867" y="2416046"/>
                </a:lnTo>
                <a:lnTo>
                  <a:pt x="124347" y="2408713"/>
                </a:lnTo>
                <a:lnTo>
                  <a:pt x="117706" y="2404085"/>
                </a:lnTo>
                <a:lnTo>
                  <a:pt x="117683" y="2402215"/>
                </a:lnTo>
                <a:lnTo>
                  <a:pt x="76891" y="2362440"/>
                </a:lnTo>
                <a:cubicBezTo>
                  <a:pt x="28346" y="2304632"/>
                  <a:pt x="0" y="2234943"/>
                  <a:pt x="0" y="2159928"/>
                </a:cubicBezTo>
                <a:cubicBezTo>
                  <a:pt x="0" y="2084913"/>
                  <a:pt x="28346" y="2015224"/>
                  <a:pt x="76891" y="1957416"/>
                </a:cubicBezTo>
                <a:lnTo>
                  <a:pt x="111698" y="1923477"/>
                </a:lnTo>
                <a:lnTo>
                  <a:pt x="111650" y="1919635"/>
                </a:lnTo>
                <a:lnTo>
                  <a:pt x="125696" y="1909828"/>
                </a:lnTo>
                <a:lnTo>
                  <a:pt x="131867" y="1903811"/>
                </a:lnTo>
                <a:lnTo>
                  <a:pt x="181444" y="1870903"/>
                </a:lnTo>
                <a:close/>
              </a:path>
            </a:pathLst>
          </a:custGeom>
          <a:solidFill>
            <a:srgbClr val="EFB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3198667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r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8">
            <a:extLst>
              <a:ext uri="{FF2B5EF4-FFF2-40B4-BE49-F238E27FC236}">
                <a16:creationId xmlns:a16="http://schemas.microsoft.com/office/drawing/2014/main" id="{6077DD46-AC9E-1344-6C63-A74228882264}"/>
              </a:ext>
            </a:extLst>
          </p:cNvPr>
          <p:cNvSpPr/>
          <p:nvPr userDrawn="1"/>
        </p:nvSpPr>
        <p:spPr>
          <a:xfrm flipH="1" flipV="1">
            <a:off x="-18436" y="3016717"/>
            <a:ext cx="12232431" cy="3891105"/>
          </a:xfrm>
          <a:custGeom>
            <a:avLst/>
            <a:gdLst>
              <a:gd name="connsiteX0" fmla="*/ 0 w 9111006"/>
              <a:gd name="connsiteY0" fmla="*/ 0 h 4110087"/>
              <a:gd name="connsiteX1" fmla="*/ 9111006 w 9111006"/>
              <a:gd name="connsiteY1" fmla="*/ 0 h 4110087"/>
              <a:gd name="connsiteX2" fmla="*/ 9111006 w 9111006"/>
              <a:gd name="connsiteY2" fmla="*/ 4110087 h 4110087"/>
              <a:gd name="connsiteX3" fmla="*/ 0 w 9111006"/>
              <a:gd name="connsiteY3" fmla="*/ 4110087 h 4110087"/>
              <a:gd name="connsiteX4" fmla="*/ 0 w 9111006"/>
              <a:gd name="connsiteY4" fmla="*/ 0 h 4110087"/>
              <a:gd name="connsiteX0" fmla="*/ 0 w 9129860"/>
              <a:gd name="connsiteY0" fmla="*/ 0 h 4110087"/>
              <a:gd name="connsiteX1" fmla="*/ 9111006 w 9129860"/>
              <a:gd name="connsiteY1" fmla="*/ 0 h 4110087"/>
              <a:gd name="connsiteX2" fmla="*/ 9129860 w 9129860"/>
              <a:gd name="connsiteY2" fmla="*/ 3864990 h 4110087"/>
              <a:gd name="connsiteX3" fmla="*/ 0 w 9129860"/>
              <a:gd name="connsiteY3" fmla="*/ 4110087 h 4110087"/>
              <a:gd name="connsiteX4" fmla="*/ 0 w 9129860"/>
              <a:gd name="connsiteY4" fmla="*/ 0 h 4110087"/>
              <a:gd name="connsiteX0" fmla="*/ 0 w 9172281"/>
              <a:gd name="connsiteY0" fmla="*/ 0 h 4110087"/>
              <a:gd name="connsiteX1" fmla="*/ 9111006 w 9172281"/>
              <a:gd name="connsiteY1" fmla="*/ 0 h 4110087"/>
              <a:gd name="connsiteX2" fmla="*/ 9172281 w 9172281"/>
              <a:gd name="connsiteY2" fmla="*/ 2917596 h 4110087"/>
              <a:gd name="connsiteX3" fmla="*/ 0 w 9172281"/>
              <a:gd name="connsiteY3" fmla="*/ 4110087 h 4110087"/>
              <a:gd name="connsiteX4" fmla="*/ 0 w 9172281"/>
              <a:gd name="connsiteY4" fmla="*/ 0 h 4110087"/>
              <a:gd name="connsiteX0" fmla="*/ 0 w 9172281"/>
              <a:gd name="connsiteY0" fmla="*/ 18853 h 4128940"/>
              <a:gd name="connsiteX1" fmla="*/ 9162854 w 9172281"/>
              <a:gd name="connsiteY1" fmla="*/ 0 h 4128940"/>
              <a:gd name="connsiteX2" fmla="*/ 9172281 w 9172281"/>
              <a:gd name="connsiteY2" fmla="*/ 2936449 h 4128940"/>
              <a:gd name="connsiteX3" fmla="*/ 0 w 9172281"/>
              <a:gd name="connsiteY3" fmla="*/ 4128940 h 4128940"/>
              <a:gd name="connsiteX4" fmla="*/ 0 w 9172281"/>
              <a:gd name="connsiteY4" fmla="*/ 18853 h 4128940"/>
              <a:gd name="connsiteX0" fmla="*/ 0 w 9176994"/>
              <a:gd name="connsiteY0" fmla="*/ 18853 h 4128940"/>
              <a:gd name="connsiteX1" fmla="*/ 9162854 w 9176994"/>
              <a:gd name="connsiteY1" fmla="*/ 0 h 4128940"/>
              <a:gd name="connsiteX2" fmla="*/ 9176994 w 9176994"/>
              <a:gd name="connsiteY2" fmla="*/ 2813901 h 4128940"/>
              <a:gd name="connsiteX3" fmla="*/ 0 w 9176994"/>
              <a:gd name="connsiteY3" fmla="*/ 4128940 h 4128940"/>
              <a:gd name="connsiteX4" fmla="*/ 0 w 9176994"/>
              <a:gd name="connsiteY4" fmla="*/ 18853 h 4128940"/>
              <a:gd name="connsiteX0" fmla="*/ 0 w 9181708"/>
              <a:gd name="connsiteY0" fmla="*/ 1206630 h 4128940"/>
              <a:gd name="connsiteX1" fmla="*/ 9167568 w 9181708"/>
              <a:gd name="connsiteY1" fmla="*/ 0 h 4128940"/>
              <a:gd name="connsiteX2" fmla="*/ 9181708 w 9181708"/>
              <a:gd name="connsiteY2" fmla="*/ 2813901 h 4128940"/>
              <a:gd name="connsiteX3" fmla="*/ 4714 w 9181708"/>
              <a:gd name="connsiteY3" fmla="*/ 4128940 h 4128940"/>
              <a:gd name="connsiteX4" fmla="*/ 0 w 9181708"/>
              <a:gd name="connsiteY4" fmla="*/ 1206630 h 4128940"/>
              <a:gd name="connsiteX0" fmla="*/ 0 w 9192276"/>
              <a:gd name="connsiteY0" fmla="*/ 494906 h 3417216"/>
              <a:gd name="connsiteX1" fmla="*/ 9191135 w 9192276"/>
              <a:gd name="connsiteY1" fmla="*/ 0 h 3417216"/>
              <a:gd name="connsiteX2" fmla="*/ 9181708 w 9192276"/>
              <a:gd name="connsiteY2" fmla="*/ 2102177 h 3417216"/>
              <a:gd name="connsiteX3" fmla="*/ 4714 w 9192276"/>
              <a:gd name="connsiteY3" fmla="*/ 3417216 h 3417216"/>
              <a:gd name="connsiteX4" fmla="*/ 0 w 9192276"/>
              <a:gd name="connsiteY4" fmla="*/ 494906 h 3417216"/>
              <a:gd name="connsiteX0" fmla="*/ 0 w 9187821"/>
              <a:gd name="connsiteY0" fmla="*/ 0 h 2922310"/>
              <a:gd name="connsiteX1" fmla="*/ 9186422 w 9187821"/>
              <a:gd name="connsiteY1" fmla="*/ 160257 h 2922310"/>
              <a:gd name="connsiteX2" fmla="*/ 9181708 w 9187821"/>
              <a:gd name="connsiteY2" fmla="*/ 1607271 h 2922310"/>
              <a:gd name="connsiteX3" fmla="*/ 4714 w 9187821"/>
              <a:gd name="connsiteY3" fmla="*/ 2922310 h 2922310"/>
              <a:gd name="connsiteX4" fmla="*/ 0 w 9187821"/>
              <a:gd name="connsiteY4" fmla="*/ 0 h 2922310"/>
              <a:gd name="connsiteX0" fmla="*/ 0 w 9233988"/>
              <a:gd name="connsiteY0" fmla="*/ 0 h 2922310"/>
              <a:gd name="connsiteX1" fmla="*/ 9233556 w 9233988"/>
              <a:gd name="connsiteY1" fmla="*/ 14141 h 2922310"/>
              <a:gd name="connsiteX2" fmla="*/ 9181708 w 9233988"/>
              <a:gd name="connsiteY2" fmla="*/ 1607271 h 2922310"/>
              <a:gd name="connsiteX3" fmla="*/ 4714 w 9233988"/>
              <a:gd name="connsiteY3" fmla="*/ 2922310 h 2922310"/>
              <a:gd name="connsiteX4" fmla="*/ 0 w 9233988"/>
              <a:gd name="connsiteY4" fmla="*/ 0 h 2922310"/>
              <a:gd name="connsiteX0" fmla="*/ 0 w 9332537"/>
              <a:gd name="connsiteY0" fmla="*/ 0 h 2922310"/>
              <a:gd name="connsiteX1" fmla="*/ 9233556 w 9332537"/>
              <a:gd name="connsiteY1" fmla="*/ 14141 h 2922310"/>
              <a:gd name="connsiteX2" fmla="*/ 9332537 w 9332537"/>
              <a:gd name="connsiteY2" fmla="*/ 2196446 h 2922310"/>
              <a:gd name="connsiteX3" fmla="*/ 4714 w 9332537"/>
              <a:gd name="connsiteY3" fmla="*/ 2922310 h 2922310"/>
              <a:gd name="connsiteX4" fmla="*/ 0 w 9332537"/>
              <a:gd name="connsiteY4" fmla="*/ 0 h 2922310"/>
              <a:gd name="connsiteX0" fmla="*/ 0 w 9234305"/>
              <a:gd name="connsiteY0" fmla="*/ 0 h 2922310"/>
              <a:gd name="connsiteX1" fmla="*/ 9233556 w 9234305"/>
              <a:gd name="connsiteY1" fmla="*/ 14141 h 2922310"/>
              <a:gd name="connsiteX2" fmla="*/ 9210617 w 9234305"/>
              <a:gd name="connsiteY2" fmla="*/ 2232006 h 2922310"/>
              <a:gd name="connsiteX3" fmla="*/ 4714 w 9234305"/>
              <a:gd name="connsiteY3" fmla="*/ 2922310 h 2922310"/>
              <a:gd name="connsiteX4" fmla="*/ 0 w 9234305"/>
              <a:gd name="connsiteY4" fmla="*/ 0 h 2922310"/>
              <a:gd name="connsiteX0" fmla="*/ 0 w 9234305"/>
              <a:gd name="connsiteY0" fmla="*/ 0 h 2932470"/>
              <a:gd name="connsiteX1" fmla="*/ 9233556 w 9234305"/>
              <a:gd name="connsiteY1" fmla="*/ 14141 h 2932470"/>
              <a:gd name="connsiteX2" fmla="*/ 9210617 w 9234305"/>
              <a:gd name="connsiteY2" fmla="*/ 2232006 h 2932470"/>
              <a:gd name="connsiteX3" fmla="*/ 30114 w 9234305"/>
              <a:gd name="connsiteY3" fmla="*/ 2932470 h 2932470"/>
              <a:gd name="connsiteX4" fmla="*/ 0 w 9234305"/>
              <a:gd name="connsiteY4" fmla="*/ 0 h 2932470"/>
              <a:gd name="connsiteX0" fmla="*/ 61355 w 9204220"/>
              <a:gd name="connsiteY0" fmla="*/ 0 h 2927390"/>
              <a:gd name="connsiteX1" fmla="*/ 9203471 w 9204220"/>
              <a:gd name="connsiteY1" fmla="*/ 9061 h 2927390"/>
              <a:gd name="connsiteX2" fmla="*/ 9180532 w 9204220"/>
              <a:gd name="connsiteY2" fmla="*/ 2226926 h 2927390"/>
              <a:gd name="connsiteX3" fmla="*/ 29 w 9204220"/>
              <a:gd name="connsiteY3" fmla="*/ 2927390 h 2927390"/>
              <a:gd name="connsiteX4" fmla="*/ 61355 w 9204220"/>
              <a:gd name="connsiteY4" fmla="*/ 0 h 2927390"/>
              <a:gd name="connsiteX0" fmla="*/ 10652 w 9204317"/>
              <a:gd name="connsiteY0" fmla="*/ 31579 h 2918329"/>
              <a:gd name="connsiteX1" fmla="*/ 9203568 w 9204317"/>
              <a:gd name="connsiteY1" fmla="*/ 0 h 2918329"/>
              <a:gd name="connsiteX2" fmla="*/ 9180629 w 9204317"/>
              <a:gd name="connsiteY2" fmla="*/ 2217865 h 2918329"/>
              <a:gd name="connsiteX3" fmla="*/ 126 w 9204317"/>
              <a:gd name="connsiteY3" fmla="*/ 2918329 h 2918329"/>
              <a:gd name="connsiteX4" fmla="*/ 10652 w 9204317"/>
              <a:gd name="connsiteY4" fmla="*/ 31579 h 2918329"/>
              <a:gd name="connsiteX0" fmla="*/ 20761 w 9204266"/>
              <a:gd name="connsiteY0" fmla="*/ 16339 h 2918329"/>
              <a:gd name="connsiteX1" fmla="*/ 9203517 w 9204266"/>
              <a:gd name="connsiteY1" fmla="*/ 0 h 2918329"/>
              <a:gd name="connsiteX2" fmla="*/ 9180578 w 9204266"/>
              <a:gd name="connsiteY2" fmla="*/ 2217865 h 2918329"/>
              <a:gd name="connsiteX3" fmla="*/ 75 w 9204266"/>
              <a:gd name="connsiteY3" fmla="*/ 2918329 h 2918329"/>
              <a:gd name="connsiteX4" fmla="*/ 20761 w 9204266"/>
              <a:gd name="connsiteY4" fmla="*/ 16339 h 2918329"/>
              <a:gd name="connsiteX0" fmla="*/ 0 w 9208905"/>
              <a:gd name="connsiteY0" fmla="*/ 1099 h 2918329"/>
              <a:gd name="connsiteX1" fmla="*/ 9208156 w 9208905"/>
              <a:gd name="connsiteY1" fmla="*/ 0 h 2918329"/>
              <a:gd name="connsiteX2" fmla="*/ 9185217 w 9208905"/>
              <a:gd name="connsiteY2" fmla="*/ 2217865 h 2918329"/>
              <a:gd name="connsiteX3" fmla="*/ 4714 w 9208905"/>
              <a:gd name="connsiteY3" fmla="*/ 2918329 h 2918329"/>
              <a:gd name="connsiteX4" fmla="*/ 0 w 9208905"/>
              <a:gd name="connsiteY4" fmla="*/ 1099 h 2918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08905" h="2918329">
                <a:moveTo>
                  <a:pt x="0" y="1099"/>
                </a:moveTo>
                <a:lnTo>
                  <a:pt x="9208156" y="0"/>
                </a:lnTo>
                <a:cubicBezTo>
                  <a:pt x="9214441" y="1288330"/>
                  <a:pt x="9178932" y="929535"/>
                  <a:pt x="9185217" y="2217865"/>
                </a:cubicBezTo>
                <a:cubicBezTo>
                  <a:pt x="6126219" y="2656211"/>
                  <a:pt x="3063712" y="2479983"/>
                  <a:pt x="4714" y="2918329"/>
                </a:cubicBezTo>
                <a:cubicBezTo>
                  <a:pt x="3143" y="1944226"/>
                  <a:pt x="1571" y="975202"/>
                  <a:pt x="0" y="1099"/>
                </a:cubicBezTo>
                <a:close/>
              </a:path>
            </a:pathLst>
          </a:custGeom>
          <a:solidFill>
            <a:srgbClr val="05172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A3BBAB-1CDE-9A87-8C5B-E3CFAE29095C}"/>
              </a:ext>
            </a:extLst>
          </p:cNvPr>
          <p:cNvSpPr/>
          <p:nvPr userDrawn="1"/>
        </p:nvSpPr>
        <p:spPr>
          <a:xfrm flipH="1">
            <a:off x="-18431" y="-20322"/>
            <a:ext cx="12232428" cy="5944844"/>
          </a:xfrm>
          <a:custGeom>
            <a:avLst/>
            <a:gdLst>
              <a:gd name="connsiteX0" fmla="*/ 0 w 9111006"/>
              <a:gd name="connsiteY0" fmla="*/ 0 h 4110087"/>
              <a:gd name="connsiteX1" fmla="*/ 9111006 w 9111006"/>
              <a:gd name="connsiteY1" fmla="*/ 0 h 4110087"/>
              <a:gd name="connsiteX2" fmla="*/ 9111006 w 9111006"/>
              <a:gd name="connsiteY2" fmla="*/ 4110087 h 4110087"/>
              <a:gd name="connsiteX3" fmla="*/ 0 w 9111006"/>
              <a:gd name="connsiteY3" fmla="*/ 4110087 h 4110087"/>
              <a:gd name="connsiteX4" fmla="*/ 0 w 9111006"/>
              <a:gd name="connsiteY4" fmla="*/ 0 h 4110087"/>
              <a:gd name="connsiteX0" fmla="*/ 0 w 9129860"/>
              <a:gd name="connsiteY0" fmla="*/ 0 h 4110087"/>
              <a:gd name="connsiteX1" fmla="*/ 9111006 w 9129860"/>
              <a:gd name="connsiteY1" fmla="*/ 0 h 4110087"/>
              <a:gd name="connsiteX2" fmla="*/ 9129860 w 9129860"/>
              <a:gd name="connsiteY2" fmla="*/ 3864990 h 4110087"/>
              <a:gd name="connsiteX3" fmla="*/ 0 w 9129860"/>
              <a:gd name="connsiteY3" fmla="*/ 4110087 h 4110087"/>
              <a:gd name="connsiteX4" fmla="*/ 0 w 9129860"/>
              <a:gd name="connsiteY4" fmla="*/ 0 h 4110087"/>
              <a:gd name="connsiteX0" fmla="*/ 0 w 9172281"/>
              <a:gd name="connsiteY0" fmla="*/ 0 h 4110087"/>
              <a:gd name="connsiteX1" fmla="*/ 9111006 w 9172281"/>
              <a:gd name="connsiteY1" fmla="*/ 0 h 4110087"/>
              <a:gd name="connsiteX2" fmla="*/ 9172281 w 9172281"/>
              <a:gd name="connsiteY2" fmla="*/ 2917596 h 4110087"/>
              <a:gd name="connsiteX3" fmla="*/ 0 w 9172281"/>
              <a:gd name="connsiteY3" fmla="*/ 4110087 h 4110087"/>
              <a:gd name="connsiteX4" fmla="*/ 0 w 9172281"/>
              <a:gd name="connsiteY4" fmla="*/ 0 h 4110087"/>
              <a:gd name="connsiteX0" fmla="*/ 0 w 9172281"/>
              <a:gd name="connsiteY0" fmla="*/ 18853 h 4128940"/>
              <a:gd name="connsiteX1" fmla="*/ 9162854 w 9172281"/>
              <a:gd name="connsiteY1" fmla="*/ 0 h 4128940"/>
              <a:gd name="connsiteX2" fmla="*/ 9172281 w 9172281"/>
              <a:gd name="connsiteY2" fmla="*/ 2936449 h 4128940"/>
              <a:gd name="connsiteX3" fmla="*/ 0 w 9172281"/>
              <a:gd name="connsiteY3" fmla="*/ 4128940 h 4128940"/>
              <a:gd name="connsiteX4" fmla="*/ 0 w 9172281"/>
              <a:gd name="connsiteY4" fmla="*/ 18853 h 4128940"/>
              <a:gd name="connsiteX0" fmla="*/ 0 w 9176994"/>
              <a:gd name="connsiteY0" fmla="*/ 18853 h 4128940"/>
              <a:gd name="connsiteX1" fmla="*/ 9162854 w 9176994"/>
              <a:gd name="connsiteY1" fmla="*/ 0 h 4128940"/>
              <a:gd name="connsiteX2" fmla="*/ 9176994 w 9176994"/>
              <a:gd name="connsiteY2" fmla="*/ 2813901 h 4128940"/>
              <a:gd name="connsiteX3" fmla="*/ 0 w 9176994"/>
              <a:gd name="connsiteY3" fmla="*/ 4128940 h 4128940"/>
              <a:gd name="connsiteX4" fmla="*/ 0 w 9176994"/>
              <a:gd name="connsiteY4" fmla="*/ 18853 h 4128940"/>
              <a:gd name="connsiteX0" fmla="*/ 0 w 9176994"/>
              <a:gd name="connsiteY0" fmla="*/ 0 h 4138410"/>
              <a:gd name="connsiteX1" fmla="*/ 9162854 w 9176994"/>
              <a:gd name="connsiteY1" fmla="*/ 9470 h 4138410"/>
              <a:gd name="connsiteX2" fmla="*/ 9176994 w 9176994"/>
              <a:gd name="connsiteY2" fmla="*/ 2823371 h 4138410"/>
              <a:gd name="connsiteX3" fmla="*/ 0 w 9176994"/>
              <a:gd name="connsiteY3" fmla="*/ 4138410 h 4138410"/>
              <a:gd name="connsiteX4" fmla="*/ 0 w 9176994"/>
              <a:gd name="connsiteY4" fmla="*/ 0 h 4138410"/>
              <a:gd name="connsiteX0" fmla="*/ 0 w 9176994"/>
              <a:gd name="connsiteY0" fmla="*/ 4692 h 4143102"/>
              <a:gd name="connsiteX1" fmla="*/ 9173014 w 9176994"/>
              <a:gd name="connsiteY1" fmla="*/ 0 h 4143102"/>
              <a:gd name="connsiteX2" fmla="*/ 9176994 w 9176994"/>
              <a:gd name="connsiteY2" fmla="*/ 2828063 h 4143102"/>
              <a:gd name="connsiteX3" fmla="*/ 0 w 9176994"/>
              <a:gd name="connsiteY3" fmla="*/ 4143102 h 4143102"/>
              <a:gd name="connsiteX4" fmla="*/ 0 w 9176994"/>
              <a:gd name="connsiteY4" fmla="*/ 4692 h 4143102"/>
              <a:gd name="connsiteX0" fmla="*/ 0 w 9174321"/>
              <a:gd name="connsiteY0" fmla="*/ 4692 h 4143102"/>
              <a:gd name="connsiteX1" fmla="*/ 9173014 w 9174321"/>
              <a:gd name="connsiteY1" fmla="*/ 0 h 4143102"/>
              <a:gd name="connsiteX2" fmla="*/ 9166834 w 9174321"/>
              <a:gd name="connsiteY2" fmla="*/ 2837504 h 4143102"/>
              <a:gd name="connsiteX3" fmla="*/ 0 w 9174321"/>
              <a:gd name="connsiteY3" fmla="*/ 4143102 h 4143102"/>
              <a:gd name="connsiteX4" fmla="*/ 0 w 9174321"/>
              <a:gd name="connsiteY4" fmla="*/ 4692 h 4143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4321" h="4143102">
                <a:moveTo>
                  <a:pt x="0" y="4692"/>
                </a:moveTo>
                <a:lnTo>
                  <a:pt x="9173014" y="0"/>
                </a:lnTo>
                <a:cubicBezTo>
                  <a:pt x="9179299" y="1288330"/>
                  <a:pt x="9160549" y="1549174"/>
                  <a:pt x="9166834" y="2837504"/>
                </a:cubicBezTo>
                <a:lnTo>
                  <a:pt x="0" y="4143102"/>
                </a:lnTo>
                <a:lnTo>
                  <a:pt x="0" y="469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2" name="Picture 1" descr="Icon&#10;&#10;Description automatically generated">
            <a:extLst>
              <a:ext uri="{FF2B5EF4-FFF2-40B4-BE49-F238E27FC236}">
                <a16:creationId xmlns:a16="http://schemas.microsoft.com/office/drawing/2014/main" id="{D968CC34-A184-105C-01C7-DE49A49390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78453" y="6149020"/>
            <a:ext cx="1199025" cy="376705"/>
          </a:xfrm>
          <a:prstGeom prst="rect">
            <a:avLst/>
          </a:prstGeom>
        </p:spPr>
      </p:pic>
      <p:sp>
        <p:nvSpPr>
          <p:cNvPr id="4" name="Freeform 3">
            <a:extLst>
              <a:ext uri="{FF2B5EF4-FFF2-40B4-BE49-F238E27FC236}">
                <a16:creationId xmlns:a16="http://schemas.microsoft.com/office/drawing/2014/main" id="{DDEB3D3E-8D2E-59B6-9FCD-9789E74103C5}"/>
              </a:ext>
            </a:extLst>
          </p:cNvPr>
          <p:cNvSpPr/>
          <p:nvPr userDrawn="1"/>
        </p:nvSpPr>
        <p:spPr>
          <a:xfrm flipH="1">
            <a:off x="-18431" y="183458"/>
            <a:ext cx="3464748" cy="5254175"/>
          </a:xfrm>
          <a:custGeom>
            <a:avLst/>
            <a:gdLst>
              <a:gd name="connsiteX0" fmla="*/ 2860906 w 2860906"/>
              <a:gd name="connsiteY0" fmla="*/ 0 h 4311608"/>
              <a:gd name="connsiteX1" fmla="*/ 2854850 w 2860906"/>
              <a:gd name="connsiteY1" fmla="*/ 4311608 h 4311608"/>
              <a:gd name="connsiteX2" fmla="*/ 195016 w 2860906"/>
              <a:gd name="connsiteY2" fmla="*/ 2457962 h 4311608"/>
              <a:gd name="connsiteX3" fmla="*/ 131867 w 2860906"/>
              <a:gd name="connsiteY3" fmla="*/ 2416046 h 4311608"/>
              <a:gd name="connsiteX4" fmla="*/ 124347 w 2860906"/>
              <a:gd name="connsiteY4" fmla="*/ 2408713 h 4311608"/>
              <a:gd name="connsiteX5" fmla="*/ 117706 w 2860906"/>
              <a:gd name="connsiteY5" fmla="*/ 2404085 h 4311608"/>
              <a:gd name="connsiteX6" fmla="*/ 117683 w 2860906"/>
              <a:gd name="connsiteY6" fmla="*/ 2402215 h 4311608"/>
              <a:gd name="connsiteX7" fmla="*/ 76891 w 2860906"/>
              <a:gd name="connsiteY7" fmla="*/ 2362440 h 4311608"/>
              <a:gd name="connsiteX8" fmla="*/ 0 w 2860906"/>
              <a:gd name="connsiteY8" fmla="*/ 2159928 h 4311608"/>
              <a:gd name="connsiteX9" fmla="*/ 76891 w 2860906"/>
              <a:gd name="connsiteY9" fmla="*/ 1957416 h 4311608"/>
              <a:gd name="connsiteX10" fmla="*/ 111698 w 2860906"/>
              <a:gd name="connsiteY10" fmla="*/ 1923477 h 4311608"/>
              <a:gd name="connsiteX11" fmla="*/ 111650 w 2860906"/>
              <a:gd name="connsiteY11" fmla="*/ 1919635 h 4311608"/>
              <a:gd name="connsiteX12" fmla="*/ 125696 w 2860906"/>
              <a:gd name="connsiteY12" fmla="*/ 1909828 h 4311608"/>
              <a:gd name="connsiteX13" fmla="*/ 131867 w 2860906"/>
              <a:gd name="connsiteY13" fmla="*/ 1903811 h 4311608"/>
              <a:gd name="connsiteX14" fmla="*/ 181444 w 2860906"/>
              <a:gd name="connsiteY14" fmla="*/ 1870903 h 4311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860906" h="4311608">
                <a:moveTo>
                  <a:pt x="2860906" y="0"/>
                </a:moveTo>
                <a:cubicBezTo>
                  <a:pt x="2858887" y="1437203"/>
                  <a:pt x="2856869" y="2874405"/>
                  <a:pt x="2854850" y="4311608"/>
                </a:cubicBezTo>
                <a:lnTo>
                  <a:pt x="195016" y="2457962"/>
                </a:lnTo>
                <a:lnTo>
                  <a:pt x="131867" y="2416046"/>
                </a:lnTo>
                <a:lnTo>
                  <a:pt x="124347" y="2408713"/>
                </a:lnTo>
                <a:lnTo>
                  <a:pt x="117706" y="2404085"/>
                </a:lnTo>
                <a:lnTo>
                  <a:pt x="117683" y="2402215"/>
                </a:lnTo>
                <a:lnTo>
                  <a:pt x="76891" y="2362440"/>
                </a:lnTo>
                <a:cubicBezTo>
                  <a:pt x="28346" y="2304632"/>
                  <a:pt x="0" y="2234943"/>
                  <a:pt x="0" y="2159928"/>
                </a:cubicBezTo>
                <a:cubicBezTo>
                  <a:pt x="0" y="2084913"/>
                  <a:pt x="28346" y="2015224"/>
                  <a:pt x="76891" y="1957416"/>
                </a:cubicBezTo>
                <a:lnTo>
                  <a:pt x="111698" y="1923477"/>
                </a:lnTo>
                <a:lnTo>
                  <a:pt x="111650" y="1919635"/>
                </a:lnTo>
                <a:lnTo>
                  <a:pt x="125696" y="1909828"/>
                </a:lnTo>
                <a:lnTo>
                  <a:pt x="131867" y="1903811"/>
                </a:lnTo>
                <a:lnTo>
                  <a:pt x="181444" y="1870903"/>
                </a:lnTo>
                <a:close/>
              </a:path>
            </a:pathLst>
          </a:custGeom>
          <a:solidFill>
            <a:srgbClr val="EFB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47326078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r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6FBD792-DF70-01DA-B1E3-7364911F9E01}"/>
              </a:ext>
            </a:extLst>
          </p:cNvPr>
          <p:cNvSpPr/>
          <p:nvPr userDrawn="1"/>
        </p:nvSpPr>
        <p:spPr>
          <a:xfrm flipH="1">
            <a:off x="0" y="5645452"/>
            <a:ext cx="12192000" cy="1209123"/>
          </a:xfrm>
          <a:custGeom>
            <a:avLst/>
            <a:gdLst>
              <a:gd name="connsiteX0" fmla="*/ 0 w 9144000"/>
              <a:gd name="connsiteY0" fmla="*/ 0 h 1806924"/>
              <a:gd name="connsiteX1" fmla="*/ 9144000 w 9144000"/>
              <a:gd name="connsiteY1" fmla="*/ 0 h 1806924"/>
              <a:gd name="connsiteX2" fmla="*/ 9144000 w 9144000"/>
              <a:gd name="connsiteY2" fmla="*/ 1806924 h 1806924"/>
              <a:gd name="connsiteX3" fmla="*/ 0 w 9144000"/>
              <a:gd name="connsiteY3" fmla="*/ 1806924 h 1806924"/>
              <a:gd name="connsiteX4" fmla="*/ 0 w 9144000"/>
              <a:gd name="connsiteY4" fmla="*/ 0 h 1806924"/>
              <a:gd name="connsiteX0" fmla="*/ 0 w 9148375"/>
              <a:gd name="connsiteY0" fmla="*/ 1194408 h 1806924"/>
              <a:gd name="connsiteX1" fmla="*/ 9148375 w 9148375"/>
              <a:gd name="connsiteY1" fmla="*/ 0 h 1806924"/>
              <a:gd name="connsiteX2" fmla="*/ 9148375 w 9148375"/>
              <a:gd name="connsiteY2" fmla="*/ 1806924 h 1806924"/>
              <a:gd name="connsiteX3" fmla="*/ 4375 w 9148375"/>
              <a:gd name="connsiteY3" fmla="*/ 1806924 h 1806924"/>
              <a:gd name="connsiteX4" fmla="*/ 0 w 9148375"/>
              <a:gd name="connsiteY4" fmla="*/ 1194408 h 1806924"/>
              <a:gd name="connsiteX0" fmla="*/ 0 w 9152750"/>
              <a:gd name="connsiteY0" fmla="*/ 0 h 612516"/>
              <a:gd name="connsiteX1" fmla="*/ 9152750 w 9152750"/>
              <a:gd name="connsiteY1" fmla="*/ 0 h 612516"/>
              <a:gd name="connsiteX2" fmla="*/ 9148375 w 9152750"/>
              <a:gd name="connsiteY2" fmla="*/ 612516 h 612516"/>
              <a:gd name="connsiteX3" fmla="*/ 4375 w 9152750"/>
              <a:gd name="connsiteY3" fmla="*/ 612516 h 612516"/>
              <a:gd name="connsiteX4" fmla="*/ 0 w 9152750"/>
              <a:gd name="connsiteY4" fmla="*/ 0 h 612516"/>
              <a:gd name="connsiteX0" fmla="*/ 0 w 9152750"/>
              <a:gd name="connsiteY0" fmla="*/ 441888 h 612516"/>
              <a:gd name="connsiteX1" fmla="*/ 9152750 w 9152750"/>
              <a:gd name="connsiteY1" fmla="*/ 0 h 612516"/>
              <a:gd name="connsiteX2" fmla="*/ 9148375 w 9152750"/>
              <a:gd name="connsiteY2" fmla="*/ 612516 h 612516"/>
              <a:gd name="connsiteX3" fmla="*/ 4375 w 9152750"/>
              <a:gd name="connsiteY3" fmla="*/ 612516 h 612516"/>
              <a:gd name="connsiteX4" fmla="*/ 0 w 9152750"/>
              <a:gd name="connsiteY4" fmla="*/ 441888 h 612516"/>
              <a:gd name="connsiteX0" fmla="*/ 0 w 9148795"/>
              <a:gd name="connsiteY0" fmla="*/ 826898 h 997526"/>
              <a:gd name="connsiteX1" fmla="*/ 9148375 w 9148795"/>
              <a:gd name="connsiteY1" fmla="*/ 0 h 997526"/>
              <a:gd name="connsiteX2" fmla="*/ 9148375 w 9148795"/>
              <a:gd name="connsiteY2" fmla="*/ 997526 h 997526"/>
              <a:gd name="connsiteX3" fmla="*/ 4375 w 9148795"/>
              <a:gd name="connsiteY3" fmla="*/ 997526 h 997526"/>
              <a:gd name="connsiteX4" fmla="*/ 0 w 9148795"/>
              <a:gd name="connsiteY4" fmla="*/ 826898 h 997526"/>
              <a:gd name="connsiteX0" fmla="*/ 0 w 9148795"/>
              <a:gd name="connsiteY0" fmla="*/ 748146 h 997526"/>
              <a:gd name="connsiteX1" fmla="*/ 9148375 w 9148795"/>
              <a:gd name="connsiteY1" fmla="*/ 0 h 997526"/>
              <a:gd name="connsiteX2" fmla="*/ 9148375 w 9148795"/>
              <a:gd name="connsiteY2" fmla="*/ 997526 h 997526"/>
              <a:gd name="connsiteX3" fmla="*/ 4375 w 9148795"/>
              <a:gd name="connsiteY3" fmla="*/ 997526 h 997526"/>
              <a:gd name="connsiteX4" fmla="*/ 0 w 9148795"/>
              <a:gd name="connsiteY4" fmla="*/ 748146 h 997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8795" h="997526">
                <a:moveTo>
                  <a:pt x="0" y="748146"/>
                </a:moveTo>
                <a:lnTo>
                  <a:pt x="9148375" y="0"/>
                </a:lnTo>
                <a:cubicBezTo>
                  <a:pt x="9146917" y="204172"/>
                  <a:pt x="9149833" y="793354"/>
                  <a:pt x="9148375" y="997526"/>
                </a:cubicBezTo>
                <a:lnTo>
                  <a:pt x="4375" y="997526"/>
                </a:lnTo>
                <a:cubicBezTo>
                  <a:pt x="2917" y="793354"/>
                  <a:pt x="1458" y="952318"/>
                  <a:pt x="0" y="748146"/>
                </a:cubicBezTo>
                <a:close/>
              </a:path>
            </a:pathLst>
          </a:custGeom>
          <a:solidFill>
            <a:srgbClr val="05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E6645F92-3FF7-6D0D-E234-A43CEA23F5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854" y="6149020"/>
            <a:ext cx="1199025" cy="376705"/>
          </a:xfrm>
          <a:prstGeom prst="rect">
            <a:avLst/>
          </a:prstGeom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E8503509-8F5D-1E00-9896-28EA50B81980}"/>
              </a:ext>
            </a:extLst>
          </p:cNvPr>
          <p:cNvSpPr/>
          <p:nvPr userDrawn="1"/>
        </p:nvSpPr>
        <p:spPr>
          <a:xfrm>
            <a:off x="8147571" y="3067042"/>
            <a:ext cx="4053736" cy="3790959"/>
          </a:xfrm>
          <a:custGeom>
            <a:avLst/>
            <a:gdLst>
              <a:gd name="connsiteX0" fmla="*/ 3040302 w 3040302"/>
              <a:gd name="connsiteY0" fmla="*/ 0 h 2843219"/>
              <a:gd name="connsiteX1" fmla="*/ 3036382 w 3040302"/>
              <a:gd name="connsiteY1" fmla="*/ 2843219 h 2843219"/>
              <a:gd name="connsiteX2" fmla="*/ 463572 w 3040302"/>
              <a:gd name="connsiteY2" fmla="*/ 2843219 h 2843219"/>
              <a:gd name="connsiteX3" fmla="*/ 207245 w 3040302"/>
              <a:gd name="connsiteY3" fmla="*/ 2661224 h 2843219"/>
              <a:gd name="connsiteX4" fmla="*/ 140136 w 3040302"/>
              <a:gd name="connsiteY4" fmla="*/ 2615842 h 2843219"/>
              <a:gd name="connsiteX5" fmla="*/ 132144 w 3040302"/>
              <a:gd name="connsiteY5" fmla="*/ 2607903 h 2843219"/>
              <a:gd name="connsiteX6" fmla="*/ 125087 w 3040302"/>
              <a:gd name="connsiteY6" fmla="*/ 2602892 h 2843219"/>
              <a:gd name="connsiteX7" fmla="*/ 125062 w 3040302"/>
              <a:gd name="connsiteY7" fmla="*/ 2600867 h 2843219"/>
              <a:gd name="connsiteX8" fmla="*/ 81713 w 3040302"/>
              <a:gd name="connsiteY8" fmla="*/ 2557803 h 2843219"/>
              <a:gd name="connsiteX9" fmla="*/ 0 w 3040302"/>
              <a:gd name="connsiteY9" fmla="*/ 2338544 h 2843219"/>
              <a:gd name="connsiteX10" fmla="*/ 81713 w 3040302"/>
              <a:gd name="connsiteY10" fmla="*/ 2119285 h 2843219"/>
              <a:gd name="connsiteX11" fmla="*/ 118702 w 3040302"/>
              <a:gd name="connsiteY11" fmla="*/ 2082540 h 2843219"/>
              <a:gd name="connsiteX12" fmla="*/ 118651 w 3040302"/>
              <a:gd name="connsiteY12" fmla="*/ 2078380 h 2843219"/>
              <a:gd name="connsiteX13" fmla="*/ 133578 w 3040302"/>
              <a:gd name="connsiteY13" fmla="*/ 2067762 h 2843219"/>
              <a:gd name="connsiteX14" fmla="*/ 140136 w 3040302"/>
              <a:gd name="connsiteY14" fmla="*/ 2061248 h 2843219"/>
              <a:gd name="connsiteX15" fmla="*/ 192822 w 3040302"/>
              <a:gd name="connsiteY15" fmla="*/ 2025618 h 2843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040302" h="2843219">
                <a:moveTo>
                  <a:pt x="3040302" y="0"/>
                </a:moveTo>
                <a:lnTo>
                  <a:pt x="3036382" y="2843219"/>
                </a:lnTo>
                <a:lnTo>
                  <a:pt x="463572" y="2843219"/>
                </a:lnTo>
                <a:lnTo>
                  <a:pt x="207245" y="2661224"/>
                </a:lnTo>
                <a:lnTo>
                  <a:pt x="140136" y="2615842"/>
                </a:lnTo>
                <a:lnTo>
                  <a:pt x="132144" y="2607903"/>
                </a:lnTo>
                <a:lnTo>
                  <a:pt x="125087" y="2602892"/>
                </a:lnTo>
                <a:lnTo>
                  <a:pt x="125062" y="2600867"/>
                </a:lnTo>
                <a:lnTo>
                  <a:pt x="81713" y="2557803"/>
                </a:lnTo>
                <a:cubicBezTo>
                  <a:pt x="30124" y="2495215"/>
                  <a:pt x="0" y="2419763"/>
                  <a:pt x="0" y="2338544"/>
                </a:cubicBezTo>
                <a:cubicBezTo>
                  <a:pt x="0" y="2257326"/>
                  <a:pt x="30124" y="2181874"/>
                  <a:pt x="81713" y="2119285"/>
                </a:cubicBezTo>
                <a:lnTo>
                  <a:pt x="118702" y="2082540"/>
                </a:lnTo>
                <a:lnTo>
                  <a:pt x="118651" y="2078380"/>
                </a:lnTo>
                <a:lnTo>
                  <a:pt x="133578" y="2067762"/>
                </a:lnTo>
                <a:lnTo>
                  <a:pt x="140136" y="2061248"/>
                </a:lnTo>
                <a:lnTo>
                  <a:pt x="192822" y="2025618"/>
                </a:lnTo>
                <a:close/>
              </a:path>
            </a:pathLst>
          </a:custGeom>
          <a:solidFill>
            <a:srgbClr val="02A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56188801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r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6FBD792-DF70-01DA-B1E3-7364911F9E01}"/>
              </a:ext>
            </a:extLst>
          </p:cNvPr>
          <p:cNvSpPr/>
          <p:nvPr userDrawn="1"/>
        </p:nvSpPr>
        <p:spPr>
          <a:xfrm>
            <a:off x="1" y="5645452"/>
            <a:ext cx="12198393" cy="1209123"/>
          </a:xfrm>
          <a:custGeom>
            <a:avLst/>
            <a:gdLst>
              <a:gd name="connsiteX0" fmla="*/ 0 w 9144000"/>
              <a:gd name="connsiteY0" fmla="*/ 0 h 1806924"/>
              <a:gd name="connsiteX1" fmla="*/ 9144000 w 9144000"/>
              <a:gd name="connsiteY1" fmla="*/ 0 h 1806924"/>
              <a:gd name="connsiteX2" fmla="*/ 9144000 w 9144000"/>
              <a:gd name="connsiteY2" fmla="*/ 1806924 h 1806924"/>
              <a:gd name="connsiteX3" fmla="*/ 0 w 9144000"/>
              <a:gd name="connsiteY3" fmla="*/ 1806924 h 1806924"/>
              <a:gd name="connsiteX4" fmla="*/ 0 w 9144000"/>
              <a:gd name="connsiteY4" fmla="*/ 0 h 1806924"/>
              <a:gd name="connsiteX0" fmla="*/ 0 w 9148375"/>
              <a:gd name="connsiteY0" fmla="*/ 1194408 h 1806924"/>
              <a:gd name="connsiteX1" fmla="*/ 9148375 w 9148375"/>
              <a:gd name="connsiteY1" fmla="*/ 0 h 1806924"/>
              <a:gd name="connsiteX2" fmla="*/ 9148375 w 9148375"/>
              <a:gd name="connsiteY2" fmla="*/ 1806924 h 1806924"/>
              <a:gd name="connsiteX3" fmla="*/ 4375 w 9148375"/>
              <a:gd name="connsiteY3" fmla="*/ 1806924 h 1806924"/>
              <a:gd name="connsiteX4" fmla="*/ 0 w 9148375"/>
              <a:gd name="connsiteY4" fmla="*/ 1194408 h 1806924"/>
              <a:gd name="connsiteX0" fmla="*/ 0 w 9152750"/>
              <a:gd name="connsiteY0" fmla="*/ 0 h 612516"/>
              <a:gd name="connsiteX1" fmla="*/ 9152750 w 9152750"/>
              <a:gd name="connsiteY1" fmla="*/ 0 h 612516"/>
              <a:gd name="connsiteX2" fmla="*/ 9148375 w 9152750"/>
              <a:gd name="connsiteY2" fmla="*/ 612516 h 612516"/>
              <a:gd name="connsiteX3" fmla="*/ 4375 w 9152750"/>
              <a:gd name="connsiteY3" fmla="*/ 612516 h 612516"/>
              <a:gd name="connsiteX4" fmla="*/ 0 w 9152750"/>
              <a:gd name="connsiteY4" fmla="*/ 0 h 612516"/>
              <a:gd name="connsiteX0" fmla="*/ 0 w 9152750"/>
              <a:gd name="connsiteY0" fmla="*/ 441888 h 612516"/>
              <a:gd name="connsiteX1" fmla="*/ 9152750 w 9152750"/>
              <a:gd name="connsiteY1" fmla="*/ 0 h 612516"/>
              <a:gd name="connsiteX2" fmla="*/ 9148375 w 9152750"/>
              <a:gd name="connsiteY2" fmla="*/ 612516 h 612516"/>
              <a:gd name="connsiteX3" fmla="*/ 4375 w 9152750"/>
              <a:gd name="connsiteY3" fmla="*/ 612516 h 612516"/>
              <a:gd name="connsiteX4" fmla="*/ 0 w 9152750"/>
              <a:gd name="connsiteY4" fmla="*/ 441888 h 612516"/>
              <a:gd name="connsiteX0" fmla="*/ 0 w 9148795"/>
              <a:gd name="connsiteY0" fmla="*/ 826898 h 997526"/>
              <a:gd name="connsiteX1" fmla="*/ 9148375 w 9148795"/>
              <a:gd name="connsiteY1" fmla="*/ 0 h 997526"/>
              <a:gd name="connsiteX2" fmla="*/ 9148375 w 9148795"/>
              <a:gd name="connsiteY2" fmla="*/ 997526 h 997526"/>
              <a:gd name="connsiteX3" fmla="*/ 4375 w 9148795"/>
              <a:gd name="connsiteY3" fmla="*/ 997526 h 997526"/>
              <a:gd name="connsiteX4" fmla="*/ 0 w 9148795"/>
              <a:gd name="connsiteY4" fmla="*/ 826898 h 997526"/>
              <a:gd name="connsiteX0" fmla="*/ 0 w 9148795"/>
              <a:gd name="connsiteY0" fmla="*/ 748146 h 997526"/>
              <a:gd name="connsiteX1" fmla="*/ 9148375 w 9148795"/>
              <a:gd name="connsiteY1" fmla="*/ 0 h 997526"/>
              <a:gd name="connsiteX2" fmla="*/ 9148375 w 9148795"/>
              <a:gd name="connsiteY2" fmla="*/ 997526 h 997526"/>
              <a:gd name="connsiteX3" fmla="*/ 4375 w 9148795"/>
              <a:gd name="connsiteY3" fmla="*/ 997526 h 997526"/>
              <a:gd name="connsiteX4" fmla="*/ 0 w 9148795"/>
              <a:gd name="connsiteY4" fmla="*/ 748146 h 997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8795" h="997526">
                <a:moveTo>
                  <a:pt x="0" y="748146"/>
                </a:moveTo>
                <a:lnTo>
                  <a:pt x="9148375" y="0"/>
                </a:lnTo>
                <a:cubicBezTo>
                  <a:pt x="9146917" y="204172"/>
                  <a:pt x="9149833" y="793354"/>
                  <a:pt x="9148375" y="997526"/>
                </a:cubicBezTo>
                <a:lnTo>
                  <a:pt x="4375" y="997526"/>
                </a:lnTo>
                <a:cubicBezTo>
                  <a:pt x="2917" y="793354"/>
                  <a:pt x="1458" y="952318"/>
                  <a:pt x="0" y="748146"/>
                </a:cubicBezTo>
                <a:close/>
              </a:path>
            </a:pathLst>
          </a:custGeom>
          <a:solidFill>
            <a:srgbClr val="05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A3813172-13C3-3B1F-8E4A-603B47BC38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78453" y="6149020"/>
            <a:ext cx="1199025" cy="376705"/>
          </a:xfrm>
          <a:prstGeom prst="rect">
            <a:avLst/>
          </a:prstGeom>
        </p:spPr>
      </p:pic>
      <p:sp>
        <p:nvSpPr>
          <p:cNvPr id="5" name="Freeform 4">
            <a:extLst>
              <a:ext uri="{FF2B5EF4-FFF2-40B4-BE49-F238E27FC236}">
                <a16:creationId xmlns:a16="http://schemas.microsoft.com/office/drawing/2014/main" id="{C7425746-0763-10E1-AA66-F1FF9A5A97D4}"/>
              </a:ext>
            </a:extLst>
          </p:cNvPr>
          <p:cNvSpPr/>
          <p:nvPr userDrawn="1"/>
        </p:nvSpPr>
        <p:spPr>
          <a:xfrm flipH="1">
            <a:off x="-9307" y="3067042"/>
            <a:ext cx="4053736" cy="3790959"/>
          </a:xfrm>
          <a:custGeom>
            <a:avLst/>
            <a:gdLst>
              <a:gd name="connsiteX0" fmla="*/ 3040302 w 3040302"/>
              <a:gd name="connsiteY0" fmla="*/ 0 h 2843219"/>
              <a:gd name="connsiteX1" fmla="*/ 3036382 w 3040302"/>
              <a:gd name="connsiteY1" fmla="*/ 2843219 h 2843219"/>
              <a:gd name="connsiteX2" fmla="*/ 463572 w 3040302"/>
              <a:gd name="connsiteY2" fmla="*/ 2843219 h 2843219"/>
              <a:gd name="connsiteX3" fmla="*/ 207245 w 3040302"/>
              <a:gd name="connsiteY3" fmla="*/ 2661224 h 2843219"/>
              <a:gd name="connsiteX4" fmla="*/ 140136 w 3040302"/>
              <a:gd name="connsiteY4" fmla="*/ 2615842 h 2843219"/>
              <a:gd name="connsiteX5" fmla="*/ 132144 w 3040302"/>
              <a:gd name="connsiteY5" fmla="*/ 2607903 h 2843219"/>
              <a:gd name="connsiteX6" fmla="*/ 125087 w 3040302"/>
              <a:gd name="connsiteY6" fmla="*/ 2602892 h 2843219"/>
              <a:gd name="connsiteX7" fmla="*/ 125062 w 3040302"/>
              <a:gd name="connsiteY7" fmla="*/ 2600867 h 2843219"/>
              <a:gd name="connsiteX8" fmla="*/ 81713 w 3040302"/>
              <a:gd name="connsiteY8" fmla="*/ 2557803 h 2843219"/>
              <a:gd name="connsiteX9" fmla="*/ 0 w 3040302"/>
              <a:gd name="connsiteY9" fmla="*/ 2338544 h 2843219"/>
              <a:gd name="connsiteX10" fmla="*/ 81713 w 3040302"/>
              <a:gd name="connsiteY10" fmla="*/ 2119285 h 2843219"/>
              <a:gd name="connsiteX11" fmla="*/ 118702 w 3040302"/>
              <a:gd name="connsiteY11" fmla="*/ 2082540 h 2843219"/>
              <a:gd name="connsiteX12" fmla="*/ 118651 w 3040302"/>
              <a:gd name="connsiteY12" fmla="*/ 2078380 h 2843219"/>
              <a:gd name="connsiteX13" fmla="*/ 133578 w 3040302"/>
              <a:gd name="connsiteY13" fmla="*/ 2067762 h 2843219"/>
              <a:gd name="connsiteX14" fmla="*/ 140136 w 3040302"/>
              <a:gd name="connsiteY14" fmla="*/ 2061248 h 2843219"/>
              <a:gd name="connsiteX15" fmla="*/ 192822 w 3040302"/>
              <a:gd name="connsiteY15" fmla="*/ 2025618 h 2843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040302" h="2843219">
                <a:moveTo>
                  <a:pt x="3040302" y="0"/>
                </a:moveTo>
                <a:lnTo>
                  <a:pt x="3036382" y="2843219"/>
                </a:lnTo>
                <a:lnTo>
                  <a:pt x="463572" y="2843219"/>
                </a:lnTo>
                <a:lnTo>
                  <a:pt x="207245" y="2661224"/>
                </a:lnTo>
                <a:lnTo>
                  <a:pt x="140136" y="2615842"/>
                </a:lnTo>
                <a:lnTo>
                  <a:pt x="132144" y="2607903"/>
                </a:lnTo>
                <a:lnTo>
                  <a:pt x="125087" y="2602892"/>
                </a:lnTo>
                <a:lnTo>
                  <a:pt x="125062" y="2600867"/>
                </a:lnTo>
                <a:lnTo>
                  <a:pt x="81713" y="2557803"/>
                </a:lnTo>
                <a:cubicBezTo>
                  <a:pt x="30124" y="2495215"/>
                  <a:pt x="0" y="2419763"/>
                  <a:pt x="0" y="2338544"/>
                </a:cubicBezTo>
                <a:cubicBezTo>
                  <a:pt x="0" y="2257326"/>
                  <a:pt x="30124" y="2181874"/>
                  <a:pt x="81713" y="2119285"/>
                </a:cubicBezTo>
                <a:lnTo>
                  <a:pt x="118702" y="2082540"/>
                </a:lnTo>
                <a:lnTo>
                  <a:pt x="118651" y="2078380"/>
                </a:lnTo>
                <a:lnTo>
                  <a:pt x="133578" y="2067762"/>
                </a:lnTo>
                <a:lnTo>
                  <a:pt x="140136" y="2061248"/>
                </a:lnTo>
                <a:lnTo>
                  <a:pt x="192822" y="2025618"/>
                </a:lnTo>
                <a:close/>
              </a:path>
            </a:pathLst>
          </a:custGeom>
          <a:solidFill>
            <a:srgbClr val="02A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37536329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r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EC78B26A-1271-C2F8-B02F-45C4A93C5344}"/>
              </a:ext>
            </a:extLst>
          </p:cNvPr>
          <p:cNvSpPr/>
          <p:nvPr userDrawn="1"/>
        </p:nvSpPr>
        <p:spPr>
          <a:xfrm flipH="1">
            <a:off x="1" y="5648879"/>
            <a:ext cx="12192000" cy="1209123"/>
          </a:xfrm>
          <a:custGeom>
            <a:avLst/>
            <a:gdLst>
              <a:gd name="connsiteX0" fmla="*/ 9304543 w 9304543"/>
              <a:gd name="connsiteY0" fmla="*/ 0 h 998161"/>
              <a:gd name="connsiteX1" fmla="*/ 9304543 w 9304543"/>
              <a:gd name="connsiteY1" fmla="*/ 998161 h 998161"/>
              <a:gd name="connsiteX2" fmla="*/ 0 w 9304543"/>
              <a:gd name="connsiteY2" fmla="*/ 998161 h 998161"/>
              <a:gd name="connsiteX3" fmla="*/ 0 w 9304543"/>
              <a:gd name="connsiteY3" fmla="*/ 691035 h 998161"/>
              <a:gd name="connsiteX4" fmla="*/ 9304543 w 9304543"/>
              <a:gd name="connsiteY4" fmla="*/ 0 h 998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543" h="998161">
                <a:moveTo>
                  <a:pt x="9304543" y="0"/>
                </a:moveTo>
                <a:lnTo>
                  <a:pt x="9304543" y="998161"/>
                </a:lnTo>
                <a:lnTo>
                  <a:pt x="0" y="998161"/>
                </a:lnTo>
                <a:lnTo>
                  <a:pt x="0" y="691035"/>
                </a:lnTo>
                <a:lnTo>
                  <a:pt x="9304543" y="0"/>
                </a:lnTo>
                <a:close/>
              </a:path>
            </a:pathLst>
          </a:custGeom>
          <a:solidFill>
            <a:srgbClr val="EB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2" name="Picture 1" descr="Icon&#10;&#10;Description automatically generated">
            <a:extLst>
              <a:ext uri="{FF2B5EF4-FFF2-40B4-BE49-F238E27FC236}">
                <a16:creationId xmlns:a16="http://schemas.microsoft.com/office/drawing/2014/main" id="{75A07C85-FB2E-C6E5-A3F0-C8CF4B3D7E6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127" y="6149020"/>
            <a:ext cx="1199021" cy="376705"/>
          </a:xfrm>
          <a:prstGeom prst="rect">
            <a:avLst/>
          </a:prstGeom>
        </p:spPr>
      </p:pic>
      <p:sp>
        <p:nvSpPr>
          <p:cNvPr id="4" name="Freeform 3">
            <a:extLst>
              <a:ext uri="{FF2B5EF4-FFF2-40B4-BE49-F238E27FC236}">
                <a16:creationId xmlns:a16="http://schemas.microsoft.com/office/drawing/2014/main" id="{33338FC3-DBE3-3740-1557-76F355C9F002}"/>
              </a:ext>
            </a:extLst>
          </p:cNvPr>
          <p:cNvSpPr/>
          <p:nvPr userDrawn="1"/>
        </p:nvSpPr>
        <p:spPr>
          <a:xfrm>
            <a:off x="8147571" y="3067042"/>
            <a:ext cx="4053736" cy="3790959"/>
          </a:xfrm>
          <a:custGeom>
            <a:avLst/>
            <a:gdLst>
              <a:gd name="connsiteX0" fmla="*/ 3040302 w 3040302"/>
              <a:gd name="connsiteY0" fmla="*/ 0 h 2843219"/>
              <a:gd name="connsiteX1" fmla="*/ 3036382 w 3040302"/>
              <a:gd name="connsiteY1" fmla="*/ 2843219 h 2843219"/>
              <a:gd name="connsiteX2" fmla="*/ 463572 w 3040302"/>
              <a:gd name="connsiteY2" fmla="*/ 2843219 h 2843219"/>
              <a:gd name="connsiteX3" fmla="*/ 207245 w 3040302"/>
              <a:gd name="connsiteY3" fmla="*/ 2661224 h 2843219"/>
              <a:gd name="connsiteX4" fmla="*/ 140136 w 3040302"/>
              <a:gd name="connsiteY4" fmla="*/ 2615842 h 2843219"/>
              <a:gd name="connsiteX5" fmla="*/ 132144 w 3040302"/>
              <a:gd name="connsiteY5" fmla="*/ 2607903 h 2843219"/>
              <a:gd name="connsiteX6" fmla="*/ 125087 w 3040302"/>
              <a:gd name="connsiteY6" fmla="*/ 2602892 h 2843219"/>
              <a:gd name="connsiteX7" fmla="*/ 125062 w 3040302"/>
              <a:gd name="connsiteY7" fmla="*/ 2600867 h 2843219"/>
              <a:gd name="connsiteX8" fmla="*/ 81713 w 3040302"/>
              <a:gd name="connsiteY8" fmla="*/ 2557803 h 2843219"/>
              <a:gd name="connsiteX9" fmla="*/ 0 w 3040302"/>
              <a:gd name="connsiteY9" fmla="*/ 2338544 h 2843219"/>
              <a:gd name="connsiteX10" fmla="*/ 81713 w 3040302"/>
              <a:gd name="connsiteY10" fmla="*/ 2119285 h 2843219"/>
              <a:gd name="connsiteX11" fmla="*/ 118702 w 3040302"/>
              <a:gd name="connsiteY11" fmla="*/ 2082540 h 2843219"/>
              <a:gd name="connsiteX12" fmla="*/ 118651 w 3040302"/>
              <a:gd name="connsiteY12" fmla="*/ 2078380 h 2843219"/>
              <a:gd name="connsiteX13" fmla="*/ 133578 w 3040302"/>
              <a:gd name="connsiteY13" fmla="*/ 2067762 h 2843219"/>
              <a:gd name="connsiteX14" fmla="*/ 140136 w 3040302"/>
              <a:gd name="connsiteY14" fmla="*/ 2061248 h 2843219"/>
              <a:gd name="connsiteX15" fmla="*/ 192822 w 3040302"/>
              <a:gd name="connsiteY15" fmla="*/ 2025618 h 2843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040302" h="2843219">
                <a:moveTo>
                  <a:pt x="3040302" y="0"/>
                </a:moveTo>
                <a:lnTo>
                  <a:pt x="3036382" y="2843219"/>
                </a:lnTo>
                <a:lnTo>
                  <a:pt x="463572" y="2843219"/>
                </a:lnTo>
                <a:lnTo>
                  <a:pt x="207245" y="2661224"/>
                </a:lnTo>
                <a:lnTo>
                  <a:pt x="140136" y="2615842"/>
                </a:lnTo>
                <a:lnTo>
                  <a:pt x="132144" y="2607903"/>
                </a:lnTo>
                <a:lnTo>
                  <a:pt x="125087" y="2602892"/>
                </a:lnTo>
                <a:lnTo>
                  <a:pt x="125062" y="2600867"/>
                </a:lnTo>
                <a:lnTo>
                  <a:pt x="81713" y="2557803"/>
                </a:lnTo>
                <a:cubicBezTo>
                  <a:pt x="30124" y="2495215"/>
                  <a:pt x="0" y="2419763"/>
                  <a:pt x="0" y="2338544"/>
                </a:cubicBezTo>
                <a:cubicBezTo>
                  <a:pt x="0" y="2257326"/>
                  <a:pt x="30124" y="2181874"/>
                  <a:pt x="81713" y="2119285"/>
                </a:cubicBezTo>
                <a:lnTo>
                  <a:pt x="118702" y="2082540"/>
                </a:lnTo>
                <a:lnTo>
                  <a:pt x="118651" y="2078380"/>
                </a:lnTo>
                <a:lnTo>
                  <a:pt x="133578" y="2067762"/>
                </a:lnTo>
                <a:lnTo>
                  <a:pt x="140136" y="2061248"/>
                </a:lnTo>
                <a:lnTo>
                  <a:pt x="192822" y="2025618"/>
                </a:lnTo>
                <a:close/>
              </a:path>
            </a:pathLst>
          </a:custGeom>
          <a:solidFill>
            <a:srgbClr val="4B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49784348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r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2A8790D6-1A77-3083-B926-57AEBED4FB99}"/>
              </a:ext>
            </a:extLst>
          </p:cNvPr>
          <p:cNvSpPr/>
          <p:nvPr userDrawn="1"/>
        </p:nvSpPr>
        <p:spPr>
          <a:xfrm>
            <a:off x="1" y="5648879"/>
            <a:ext cx="12192000" cy="1209123"/>
          </a:xfrm>
          <a:custGeom>
            <a:avLst/>
            <a:gdLst>
              <a:gd name="connsiteX0" fmla="*/ 9304543 w 9304543"/>
              <a:gd name="connsiteY0" fmla="*/ 0 h 998161"/>
              <a:gd name="connsiteX1" fmla="*/ 9304543 w 9304543"/>
              <a:gd name="connsiteY1" fmla="*/ 998161 h 998161"/>
              <a:gd name="connsiteX2" fmla="*/ 0 w 9304543"/>
              <a:gd name="connsiteY2" fmla="*/ 998161 h 998161"/>
              <a:gd name="connsiteX3" fmla="*/ 0 w 9304543"/>
              <a:gd name="connsiteY3" fmla="*/ 691035 h 998161"/>
              <a:gd name="connsiteX4" fmla="*/ 9304543 w 9304543"/>
              <a:gd name="connsiteY4" fmla="*/ 0 h 998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543" h="998161">
                <a:moveTo>
                  <a:pt x="9304543" y="0"/>
                </a:moveTo>
                <a:lnTo>
                  <a:pt x="9304543" y="998161"/>
                </a:lnTo>
                <a:lnTo>
                  <a:pt x="0" y="998161"/>
                </a:lnTo>
                <a:lnTo>
                  <a:pt x="0" y="691035"/>
                </a:lnTo>
                <a:lnTo>
                  <a:pt x="9304543" y="0"/>
                </a:lnTo>
                <a:close/>
              </a:path>
            </a:pathLst>
          </a:custGeom>
          <a:solidFill>
            <a:srgbClr val="EB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DDF00BFD-5516-0489-FFFF-6C2DD8E711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78458" y="6149020"/>
            <a:ext cx="1199021" cy="376705"/>
          </a:xfrm>
          <a:prstGeom prst="rect">
            <a:avLst/>
          </a:prstGeom>
        </p:spPr>
      </p:pic>
      <p:sp>
        <p:nvSpPr>
          <p:cNvPr id="2" name="Freeform 1">
            <a:extLst>
              <a:ext uri="{FF2B5EF4-FFF2-40B4-BE49-F238E27FC236}">
                <a16:creationId xmlns:a16="http://schemas.microsoft.com/office/drawing/2014/main" id="{59E1857B-11F2-0053-4E8D-F0841D5B790C}"/>
              </a:ext>
            </a:extLst>
          </p:cNvPr>
          <p:cNvSpPr/>
          <p:nvPr userDrawn="1"/>
        </p:nvSpPr>
        <p:spPr>
          <a:xfrm flipH="1">
            <a:off x="-9307" y="3067042"/>
            <a:ext cx="4053736" cy="3790959"/>
          </a:xfrm>
          <a:custGeom>
            <a:avLst/>
            <a:gdLst>
              <a:gd name="connsiteX0" fmla="*/ 3040302 w 3040302"/>
              <a:gd name="connsiteY0" fmla="*/ 0 h 2843219"/>
              <a:gd name="connsiteX1" fmla="*/ 3036382 w 3040302"/>
              <a:gd name="connsiteY1" fmla="*/ 2843219 h 2843219"/>
              <a:gd name="connsiteX2" fmla="*/ 463572 w 3040302"/>
              <a:gd name="connsiteY2" fmla="*/ 2843219 h 2843219"/>
              <a:gd name="connsiteX3" fmla="*/ 207245 w 3040302"/>
              <a:gd name="connsiteY3" fmla="*/ 2661224 h 2843219"/>
              <a:gd name="connsiteX4" fmla="*/ 140136 w 3040302"/>
              <a:gd name="connsiteY4" fmla="*/ 2615842 h 2843219"/>
              <a:gd name="connsiteX5" fmla="*/ 132144 w 3040302"/>
              <a:gd name="connsiteY5" fmla="*/ 2607903 h 2843219"/>
              <a:gd name="connsiteX6" fmla="*/ 125087 w 3040302"/>
              <a:gd name="connsiteY6" fmla="*/ 2602892 h 2843219"/>
              <a:gd name="connsiteX7" fmla="*/ 125062 w 3040302"/>
              <a:gd name="connsiteY7" fmla="*/ 2600867 h 2843219"/>
              <a:gd name="connsiteX8" fmla="*/ 81713 w 3040302"/>
              <a:gd name="connsiteY8" fmla="*/ 2557803 h 2843219"/>
              <a:gd name="connsiteX9" fmla="*/ 0 w 3040302"/>
              <a:gd name="connsiteY9" fmla="*/ 2338544 h 2843219"/>
              <a:gd name="connsiteX10" fmla="*/ 81713 w 3040302"/>
              <a:gd name="connsiteY10" fmla="*/ 2119285 h 2843219"/>
              <a:gd name="connsiteX11" fmla="*/ 118702 w 3040302"/>
              <a:gd name="connsiteY11" fmla="*/ 2082540 h 2843219"/>
              <a:gd name="connsiteX12" fmla="*/ 118651 w 3040302"/>
              <a:gd name="connsiteY12" fmla="*/ 2078380 h 2843219"/>
              <a:gd name="connsiteX13" fmla="*/ 133578 w 3040302"/>
              <a:gd name="connsiteY13" fmla="*/ 2067762 h 2843219"/>
              <a:gd name="connsiteX14" fmla="*/ 140136 w 3040302"/>
              <a:gd name="connsiteY14" fmla="*/ 2061248 h 2843219"/>
              <a:gd name="connsiteX15" fmla="*/ 192822 w 3040302"/>
              <a:gd name="connsiteY15" fmla="*/ 2025618 h 2843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040302" h="2843219">
                <a:moveTo>
                  <a:pt x="3040302" y="0"/>
                </a:moveTo>
                <a:lnTo>
                  <a:pt x="3036382" y="2843219"/>
                </a:lnTo>
                <a:lnTo>
                  <a:pt x="463572" y="2843219"/>
                </a:lnTo>
                <a:lnTo>
                  <a:pt x="207245" y="2661224"/>
                </a:lnTo>
                <a:lnTo>
                  <a:pt x="140136" y="2615842"/>
                </a:lnTo>
                <a:lnTo>
                  <a:pt x="132144" y="2607903"/>
                </a:lnTo>
                <a:lnTo>
                  <a:pt x="125087" y="2602892"/>
                </a:lnTo>
                <a:lnTo>
                  <a:pt x="125062" y="2600867"/>
                </a:lnTo>
                <a:lnTo>
                  <a:pt x="81713" y="2557803"/>
                </a:lnTo>
                <a:cubicBezTo>
                  <a:pt x="30124" y="2495215"/>
                  <a:pt x="0" y="2419763"/>
                  <a:pt x="0" y="2338544"/>
                </a:cubicBezTo>
                <a:cubicBezTo>
                  <a:pt x="0" y="2257326"/>
                  <a:pt x="30124" y="2181874"/>
                  <a:pt x="81713" y="2119285"/>
                </a:cubicBezTo>
                <a:lnTo>
                  <a:pt x="118702" y="2082540"/>
                </a:lnTo>
                <a:lnTo>
                  <a:pt x="118651" y="2078380"/>
                </a:lnTo>
                <a:lnTo>
                  <a:pt x="133578" y="2067762"/>
                </a:lnTo>
                <a:lnTo>
                  <a:pt x="140136" y="2061248"/>
                </a:lnTo>
                <a:lnTo>
                  <a:pt x="192822" y="2025618"/>
                </a:lnTo>
                <a:close/>
              </a:path>
            </a:pathLst>
          </a:custGeom>
          <a:solidFill>
            <a:srgbClr val="4B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8626433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r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5EE6F032-0436-A8FB-0392-2C47A708917A}"/>
              </a:ext>
            </a:extLst>
          </p:cNvPr>
          <p:cNvSpPr/>
          <p:nvPr userDrawn="1"/>
        </p:nvSpPr>
        <p:spPr>
          <a:xfrm flipH="1">
            <a:off x="1" y="5648879"/>
            <a:ext cx="12192000" cy="1209123"/>
          </a:xfrm>
          <a:custGeom>
            <a:avLst/>
            <a:gdLst>
              <a:gd name="connsiteX0" fmla="*/ 9304543 w 9304543"/>
              <a:gd name="connsiteY0" fmla="*/ 0 h 998161"/>
              <a:gd name="connsiteX1" fmla="*/ 9304543 w 9304543"/>
              <a:gd name="connsiteY1" fmla="*/ 998161 h 998161"/>
              <a:gd name="connsiteX2" fmla="*/ 0 w 9304543"/>
              <a:gd name="connsiteY2" fmla="*/ 998161 h 998161"/>
              <a:gd name="connsiteX3" fmla="*/ 0 w 9304543"/>
              <a:gd name="connsiteY3" fmla="*/ 691035 h 998161"/>
              <a:gd name="connsiteX4" fmla="*/ 9304543 w 9304543"/>
              <a:gd name="connsiteY4" fmla="*/ 0 h 998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543" h="998161">
                <a:moveTo>
                  <a:pt x="9304543" y="0"/>
                </a:moveTo>
                <a:lnTo>
                  <a:pt x="9304543" y="998161"/>
                </a:lnTo>
                <a:lnTo>
                  <a:pt x="0" y="998161"/>
                </a:lnTo>
                <a:lnTo>
                  <a:pt x="0" y="691035"/>
                </a:lnTo>
                <a:lnTo>
                  <a:pt x="9304543" y="0"/>
                </a:lnTo>
                <a:close/>
              </a:path>
            </a:pathLst>
          </a:custGeom>
          <a:solidFill>
            <a:srgbClr val="05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BD9AC8D4-1D2E-4A5B-3DC6-EE1F1CB522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854" y="6149020"/>
            <a:ext cx="1199025" cy="376705"/>
          </a:xfrm>
          <a:prstGeom prst="rect">
            <a:avLst/>
          </a:prstGeom>
        </p:spPr>
      </p:pic>
      <p:sp>
        <p:nvSpPr>
          <p:cNvPr id="2" name="Freeform 1">
            <a:extLst>
              <a:ext uri="{FF2B5EF4-FFF2-40B4-BE49-F238E27FC236}">
                <a16:creationId xmlns:a16="http://schemas.microsoft.com/office/drawing/2014/main" id="{BBF78697-0F3D-6236-9BB0-E51361E678D7}"/>
              </a:ext>
            </a:extLst>
          </p:cNvPr>
          <p:cNvSpPr/>
          <p:nvPr userDrawn="1"/>
        </p:nvSpPr>
        <p:spPr>
          <a:xfrm>
            <a:off x="8147571" y="3067042"/>
            <a:ext cx="4053736" cy="3790959"/>
          </a:xfrm>
          <a:custGeom>
            <a:avLst/>
            <a:gdLst>
              <a:gd name="connsiteX0" fmla="*/ 3040302 w 3040302"/>
              <a:gd name="connsiteY0" fmla="*/ 0 h 2843219"/>
              <a:gd name="connsiteX1" fmla="*/ 3036382 w 3040302"/>
              <a:gd name="connsiteY1" fmla="*/ 2843219 h 2843219"/>
              <a:gd name="connsiteX2" fmla="*/ 463572 w 3040302"/>
              <a:gd name="connsiteY2" fmla="*/ 2843219 h 2843219"/>
              <a:gd name="connsiteX3" fmla="*/ 207245 w 3040302"/>
              <a:gd name="connsiteY3" fmla="*/ 2661224 h 2843219"/>
              <a:gd name="connsiteX4" fmla="*/ 140136 w 3040302"/>
              <a:gd name="connsiteY4" fmla="*/ 2615842 h 2843219"/>
              <a:gd name="connsiteX5" fmla="*/ 132144 w 3040302"/>
              <a:gd name="connsiteY5" fmla="*/ 2607903 h 2843219"/>
              <a:gd name="connsiteX6" fmla="*/ 125087 w 3040302"/>
              <a:gd name="connsiteY6" fmla="*/ 2602892 h 2843219"/>
              <a:gd name="connsiteX7" fmla="*/ 125062 w 3040302"/>
              <a:gd name="connsiteY7" fmla="*/ 2600867 h 2843219"/>
              <a:gd name="connsiteX8" fmla="*/ 81713 w 3040302"/>
              <a:gd name="connsiteY8" fmla="*/ 2557803 h 2843219"/>
              <a:gd name="connsiteX9" fmla="*/ 0 w 3040302"/>
              <a:gd name="connsiteY9" fmla="*/ 2338544 h 2843219"/>
              <a:gd name="connsiteX10" fmla="*/ 81713 w 3040302"/>
              <a:gd name="connsiteY10" fmla="*/ 2119285 h 2843219"/>
              <a:gd name="connsiteX11" fmla="*/ 118702 w 3040302"/>
              <a:gd name="connsiteY11" fmla="*/ 2082540 h 2843219"/>
              <a:gd name="connsiteX12" fmla="*/ 118651 w 3040302"/>
              <a:gd name="connsiteY12" fmla="*/ 2078380 h 2843219"/>
              <a:gd name="connsiteX13" fmla="*/ 133578 w 3040302"/>
              <a:gd name="connsiteY13" fmla="*/ 2067762 h 2843219"/>
              <a:gd name="connsiteX14" fmla="*/ 140136 w 3040302"/>
              <a:gd name="connsiteY14" fmla="*/ 2061248 h 2843219"/>
              <a:gd name="connsiteX15" fmla="*/ 192822 w 3040302"/>
              <a:gd name="connsiteY15" fmla="*/ 2025618 h 2843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040302" h="2843219">
                <a:moveTo>
                  <a:pt x="3040302" y="0"/>
                </a:moveTo>
                <a:lnTo>
                  <a:pt x="3036382" y="2843219"/>
                </a:lnTo>
                <a:lnTo>
                  <a:pt x="463572" y="2843219"/>
                </a:lnTo>
                <a:lnTo>
                  <a:pt x="207245" y="2661224"/>
                </a:lnTo>
                <a:lnTo>
                  <a:pt x="140136" y="2615842"/>
                </a:lnTo>
                <a:lnTo>
                  <a:pt x="132144" y="2607903"/>
                </a:lnTo>
                <a:lnTo>
                  <a:pt x="125087" y="2602892"/>
                </a:lnTo>
                <a:lnTo>
                  <a:pt x="125062" y="2600867"/>
                </a:lnTo>
                <a:lnTo>
                  <a:pt x="81713" y="2557803"/>
                </a:lnTo>
                <a:cubicBezTo>
                  <a:pt x="30124" y="2495215"/>
                  <a:pt x="0" y="2419763"/>
                  <a:pt x="0" y="2338544"/>
                </a:cubicBezTo>
                <a:cubicBezTo>
                  <a:pt x="0" y="2257326"/>
                  <a:pt x="30124" y="2181874"/>
                  <a:pt x="81713" y="2119285"/>
                </a:cubicBezTo>
                <a:lnTo>
                  <a:pt x="118702" y="2082540"/>
                </a:lnTo>
                <a:lnTo>
                  <a:pt x="118651" y="2078380"/>
                </a:lnTo>
                <a:lnTo>
                  <a:pt x="133578" y="2067762"/>
                </a:lnTo>
                <a:lnTo>
                  <a:pt x="140136" y="2061248"/>
                </a:lnTo>
                <a:lnTo>
                  <a:pt x="192822" y="2025618"/>
                </a:lnTo>
                <a:close/>
              </a:path>
            </a:pathLst>
          </a:custGeom>
          <a:solidFill>
            <a:srgbClr val="EFB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79566729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r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9858C9A8-0460-3233-1EAB-1022AA6FBA22}"/>
              </a:ext>
            </a:extLst>
          </p:cNvPr>
          <p:cNvSpPr/>
          <p:nvPr userDrawn="1"/>
        </p:nvSpPr>
        <p:spPr>
          <a:xfrm>
            <a:off x="1" y="5648879"/>
            <a:ext cx="12192000" cy="1209123"/>
          </a:xfrm>
          <a:custGeom>
            <a:avLst/>
            <a:gdLst>
              <a:gd name="connsiteX0" fmla="*/ 9304543 w 9304543"/>
              <a:gd name="connsiteY0" fmla="*/ 0 h 998161"/>
              <a:gd name="connsiteX1" fmla="*/ 9304543 w 9304543"/>
              <a:gd name="connsiteY1" fmla="*/ 998161 h 998161"/>
              <a:gd name="connsiteX2" fmla="*/ 0 w 9304543"/>
              <a:gd name="connsiteY2" fmla="*/ 998161 h 998161"/>
              <a:gd name="connsiteX3" fmla="*/ 0 w 9304543"/>
              <a:gd name="connsiteY3" fmla="*/ 691035 h 998161"/>
              <a:gd name="connsiteX4" fmla="*/ 9304543 w 9304543"/>
              <a:gd name="connsiteY4" fmla="*/ 0 h 998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543" h="998161">
                <a:moveTo>
                  <a:pt x="9304543" y="0"/>
                </a:moveTo>
                <a:lnTo>
                  <a:pt x="9304543" y="998161"/>
                </a:lnTo>
                <a:lnTo>
                  <a:pt x="0" y="998161"/>
                </a:lnTo>
                <a:lnTo>
                  <a:pt x="0" y="691035"/>
                </a:lnTo>
                <a:lnTo>
                  <a:pt x="9304543" y="0"/>
                </a:lnTo>
                <a:close/>
              </a:path>
            </a:pathLst>
          </a:custGeom>
          <a:solidFill>
            <a:srgbClr val="05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ABEB980D-533C-5D9F-B5A2-9640A1CD70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78453" y="6149020"/>
            <a:ext cx="1199025" cy="376705"/>
          </a:xfrm>
          <a:prstGeom prst="rect">
            <a:avLst/>
          </a:prstGeom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B01DC4F4-364C-2D26-55AF-55359147995F}"/>
              </a:ext>
            </a:extLst>
          </p:cNvPr>
          <p:cNvSpPr/>
          <p:nvPr userDrawn="1"/>
        </p:nvSpPr>
        <p:spPr>
          <a:xfrm flipH="1">
            <a:off x="-9307" y="3067042"/>
            <a:ext cx="4053736" cy="3790959"/>
          </a:xfrm>
          <a:custGeom>
            <a:avLst/>
            <a:gdLst>
              <a:gd name="connsiteX0" fmla="*/ 3040302 w 3040302"/>
              <a:gd name="connsiteY0" fmla="*/ 0 h 2843219"/>
              <a:gd name="connsiteX1" fmla="*/ 3036382 w 3040302"/>
              <a:gd name="connsiteY1" fmla="*/ 2843219 h 2843219"/>
              <a:gd name="connsiteX2" fmla="*/ 463572 w 3040302"/>
              <a:gd name="connsiteY2" fmla="*/ 2843219 h 2843219"/>
              <a:gd name="connsiteX3" fmla="*/ 207245 w 3040302"/>
              <a:gd name="connsiteY3" fmla="*/ 2661224 h 2843219"/>
              <a:gd name="connsiteX4" fmla="*/ 140136 w 3040302"/>
              <a:gd name="connsiteY4" fmla="*/ 2615842 h 2843219"/>
              <a:gd name="connsiteX5" fmla="*/ 132144 w 3040302"/>
              <a:gd name="connsiteY5" fmla="*/ 2607903 h 2843219"/>
              <a:gd name="connsiteX6" fmla="*/ 125087 w 3040302"/>
              <a:gd name="connsiteY6" fmla="*/ 2602892 h 2843219"/>
              <a:gd name="connsiteX7" fmla="*/ 125062 w 3040302"/>
              <a:gd name="connsiteY7" fmla="*/ 2600867 h 2843219"/>
              <a:gd name="connsiteX8" fmla="*/ 81713 w 3040302"/>
              <a:gd name="connsiteY8" fmla="*/ 2557803 h 2843219"/>
              <a:gd name="connsiteX9" fmla="*/ 0 w 3040302"/>
              <a:gd name="connsiteY9" fmla="*/ 2338544 h 2843219"/>
              <a:gd name="connsiteX10" fmla="*/ 81713 w 3040302"/>
              <a:gd name="connsiteY10" fmla="*/ 2119285 h 2843219"/>
              <a:gd name="connsiteX11" fmla="*/ 118702 w 3040302"/>
              <a:gd name="connsiteY11" fmla="*/ 2082540 h 2843219"/>
              <a:gd name="connsiteX12" fmla="*/ 118651 w 3040302"/>
              <a:gd name="connsiteY12" fmla="*/ 2078380 h 2843219"/>
              <a:gd name="connsiteX13" fmla="*/ 133578 w 3040302"/>
              <a:gd name="connsiteY13" fmla="*/ 2067762 h 2843219"/>
              <a:gd name="connsiteX14" fmla="*/ 140136 w 3040302"/>
              <a:gd name="connsiteY14" fmla="*/ 2061248 h 2843219"/>
              <a:gd name="connsiteX15" fmla="*/ 192822 w 3040302"/>
              <a:gd name="connsiteY15" fmla="*/ 2025618 h 2843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040302" h="2843219">
                <a:moveTo>
                  <a:pt x="3040302" y="0"/>
                </a:moveTo>
                <a:lnTo>
                  <a:pt x="3036382" y="2843219"/>
                </a:lnTo>
                <a:lnTo>
                  <a:pt x="463572" y="2843219"/>
                </a:lnTo>
                <a:lnTo>
                  <a:pt x="207245" y="2661224"/>
                </a:lnTo>
                <a:lnTo>
                  <a:pt x="140136" y="2615842"/>
                </a:lnTo>
                <a:lnTo>
                  <a:pt x="132144" y="2607903"/>
                </a:lnTo>
                <a:lnTo>
                  <a:pt x="125087" y="2602892"/>
                </a:lnTo>
                <a:lnTo>
                  <a:pt x="125062" y="2600867"/>
                </a:lnTo>
                <a:lnTo>
                  <a:pt x="81713" y="2557803"/>
                </a:lnTo>
                <a:cubicBezTo>
                  <a:pt x="30124" y="2495215"/>
                  <a:pt x="0" y="2419763"/>
                  <a:pt x="0" y="2338544"/>
                </a:cubicBezTo>
                <a:cubicBezTo>
                  <a:pt x="0" y="2257326"/>
                  <a:pt x="30124" y="2181874"/>
                  <a:pt x="81713" y="2119285"/>
                </a:cubicBezTo>
                <a:lnTo>
                  <a:pt x="118702" y="2082540"/>
                </a:lnTo>
                <a:lnTo>
                  <a:pt x="118651" y="2078380"/>
                </a:lnTo>
                <a:lnTo>
                  <a:pt x="133578" y="2067762"/>
                </a:lnTo>
                <a:lnTo>
                  <a:pt x="140136" y="2061248"/>
                </a:lnTo>
                <a:lnTo>
                  <a:pt x="192822" y="2025618"/>
                </a:lnTo>
                <a:close/>
              </a:path>
            </a:pathLst>
          </a:custGeom>
          <a:solidFill>
            <a:srgbClr val="EFB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11961018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r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A607948C-FF12-78DB-EE7A-6E348AB5B4EB}"/>
              </a:ext>
            </a:extLst>
          </p:cNvPr>
          <p:cNvSpPr/>
          <p:nvPr userDrawn="1"/>
        </p:nvSpPr>
        <p:spPr>
          <a:xfrm flipH="1">
            <a:off x="1" y="5648879"/>
            <a:ext cx="12192000" cy="1209123"/>
          </a:xfrm>
          <a:custGeom>
            <a:avLst/>
            <a:gdLst>
              <a:gd name="connsiteX0" fmla="*/ 9304543 w 9304543"/>
              <a:gd name="connsiteY0" fmla="*/ 0 h 998161"/>
              <a:gd name="connsiteX1" fmla="*/ 9304543 w 9304543"/>
              <a:gd name="connsiteY1" fmla="*/ 998161 h 998161"/>
              <a:gd name="connsiteX2" fmla="*/ 0 w 9304543"/>
              <a:gd name="connsiteY2" fmla="*/ 998161 h 998161"/>
              <a:gd name="connsiteX3" fmla="*/ 0 w 9304543"/>
              <a:gd name="connsiteY3" fmla="*/ 691035 h 998161"/>
              <a:gd name="connsiteX4" fmla="*/ 9304543 w 9304543"/>
              <a:gd name="connsiteY4" fmla="*/ 0 h 998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543" h="998161">
                <a:moveTo>
                  <a:pt x="9304543" y="0"/>
                </a:moveTo>
                <a:lnTo>
                  <a:pt x="9304543" y="998161"/>
                </a:lnTo>
                <a:lnTo>
                  <a:pt x="0" y="998161"/>
                </a:lnTo>
                <a:lnTo>
                  <a:pt x="0" y="691035"/>
                </a:lnTo>
                <a:lnTo>
                  <a:pt x="9304543" y="0"/>
                </a:lnTo>
                <a:close/>
              </a:path>
            </a:pathLst>
          </a:custGeom>
          <a:solidFill>
            <a:srgbClr val="EB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B742B0B1-0CA1-BF8E-CF05-3914B163F8D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127" y="6149020"/>
            <a:ext cx="1199021" cy="376705"/>
          </a:xfrm>
          <a:prstGeom prst="rect">
            <a:avLst/>
          </a:prstGeom>
        </p:spPr>
      </p:pic>
      <p:sp>
        <p:nvSpPr>
          <p:cNvPr id="2" name="Freeform 1">
            <a:extLst>
              <a:ext uri="{FF2B5EF4-FFF2-40B4-BE49-F238E27FC236}">
                <a16:creationId xmlns:a16="http://schemas.microsoft.com/office/drawing/2014/main" id="{24A77ABA-6B55-75F2-7147-6EB6F69C0593}"/>
              </a:ext>
            </a:extLst>
          </p:cNvPr>
          <p:cNvSpPr/>
          <p:nvPr userDrawn="1"/>
        </p:nvSpPr>
        <p:spPr>
          <a:xfrm>
            <a:off x="8147571" y="3067042"/>
            <a:ext cx="4053736" cy="3790959"/>
          </a:xfrm>
          <a:custGeom>
            <a:avLst/>
            <a:gdLst>
              <a:gd name="connsiteX0" fmla="*/ 3040302 w 3040302"/>
              <a:gd name="connsiteY0" fmla="*/ 0 h 2843219"/>
              <a:gd name="connsiteX1" fmla="*/ 3036382 w 3040302"/>
              <a:gd name="connsiteY1" fmla="*/ 2843219 h 2843219"/>
              <a:gd name="connsiteX2" fmla="*/ 463572 w 3040302"/>
              <a:gd name="connsiteY2" fmla="*/ 2843219 h 2843219"/>
              <a:gd name="connsiteX3" fmla="*/ 207245 w 3040302"/>
              <a:gd name="connsiteY3" fmla="*/ 2661224 h 2843219"/>
              <a:gd name="connsiteX4" fmla="*/ 140136 w 3040302"/>
              <a:gd name="connsiteY4" fmla="*/ 2615842 h 2843219"/>
              <a:gd name="connsiteX5" fmla="*/ 132144 w 3040302"/>
              <a:gd name="connsiteY5" fmla="*/ 2607903 h 2843219"/>
              <a:gd name="connsiteX6" fmla="*/ 125087 w 3040302"/>
              <a:gd name="connsiteY6" fmla="*/ 2602892 h 2843219"/>
              <a:gd name="connsiteX7" fmla="*/ 125062 w 3040302"/>
              <a:gd name="connsiteY7" fmla="*/ 2600867 h 2843219"/>
              <a:gd name="connsiteX8" fmla="*/ 81713 w 3040302"/>
              <a:gd name="connsiteY8" fmla="*/ 2557803 h 2843219"/>
              <a:gd name="connsiteX9" fmla="*/ 0 w 3040302"/>
              <a:gd name="connsiteY9" fmla="*/ 2338544 h 2843219"/>
              <a:gd name="connsiteX10" fmla="*/ 81713 w 3040302"/>
              <a:gd name="connsiteY10" fmla="*/ 2119285 h 2843219"/>
              <a:gd name="connsiteX11" fmla="*/ 118702 w 3040302"/>
              <a:gd name="connsiteY11" fmla="*/ 2082540 h 2843219"/>
              <a:gd name="connsiteX12" fmla="*/ 118651 w 3040302"/>
              <a:gd name="connsiteY12" fmla="*/ 2078380 h 2843219"/>
              <a:gd name="connsiteX13" fmla="*/ 133578 w 3040302"/>
              <a:gd name="connsiteY13" fmla="*/ 2067762 h 2843219"/>
              <a:gd name="connsiteX14" fmla="*/ 140136 w 3040302"/>
              <a:gd name="connsiteY14" fmla="*/ 2061248 h 2843219"/>
              <a:gd name="connsiteX15" fmla="*/ 192822 w 3040302"/>
              <a:gd name="connsiteY15" fmla="*/ 2025618 h 2843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040302" h="2843219">
                <a:moveTo>
                  <a:pt x="3040302" y="0"/>
                </a:moveTo>
                <a:lnTo>
                  <a:pt x="3036382" y="2843219"/>
                </a:lnTo>
                <a:lnTo>
                  <a:pt x="463572" y="2843219"/>
                </a:lnTo>
                <a:lnTo>
                  <a:pt x="207245" y="2661224"/>
                </a:lnTo>
                <a:lnTo>
                  <a:pt x="140136" y="2615842"/>
                </a:lnTo>
                <a:lnTo>
                  <a:pt x="132144" y="2607903"/>
                </a:lnTo>
                <a:lnTo>
                  <a:pt x="125087" y="2602892"/>
                </a:lnTo>
                <a:lnTo>
                  <a:pt x="125062" y="2600867"/>
                </a:lnTo>
                <a:lnTo>
                  <a:pt x="81713" y="2557803"/>
                </a:lnTo>
                <a:cubicBezTo>
                  <a:pt x="30124" y="2495215"/>
                  <a:pt x="0" y="2419763"/>
                  <a:pt x="0" y="2338544"/>
                </a:cubicBezTo>
                <a:cubicBezTo>
                  <a:pt x="0" y="2257326"/>
                  <a:pt x="30124" y="2181874"/>
                  <a:pt x="81713" y="2119285"/>
                </a:cubicBezTo>
                <a:lnTo>
                  <a:pt x="118702" y="2082540"/>
                </a:lnTo>
                <a:lnTo>
                  <a:pt x="118651" y="2078380"/>
                </a:lnTo>
                <a:lnTo>
                  <a:pt x="133578" y="2067762"/>
                </a:lnTo>
                <a:lnTo>
                  <a:pt x="140136" y="2061248"/>
                </a:lnTo>
                <a:lnTo>
                  <a:pt x="192822" y="2025618"/>
                </a:lnTo>
                <a:close/>
              </a:path>
            </a:pathLst>
          </a:custGeom>
          <a:solidFill>
            <a:srgbClr val="05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79138592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r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8DB85A0F-2C4B-2EF9-EDD7-140FAB34F9E5}"/>
              </a:ext>
            </a:extLst>
          </p:cNvPr>
          <p:cNvSpPr/>
          <p:nvPr userDrawn="1"/>
        </p:nvSpPr>
        <p:spPr>
          <a:xfrm>
            <a:off x="1" y="5648879"/>
            <a:ext cx="12192000" cy="1209123"/>
          </a:xfrm>
          <a:custGeom>
            <a:avLst/>
            <a:gdLst>
              <a:gd name="connsiteX0" fmla="*/ 9304543 w 9304543"/>
              <a:gd name="connsiteY0" fmla="*/ 0 h 998161"/>
              <a:gd name="connsiteX1" fmla="*/ 9304543 w 9304543"/>
              <a:gd name="connsiteY1" fmla="*/ 998161 h 998161"/>
              <a:gd name="connsiteX2" fmla="*/ 0 w 9304543"/>
              <a:gd name="connsiteY2" fmla="*/ 998161 h 998161"/>
              <a:gd name="connsiteX3" fmla="*/ 0 w 9304543"/>
              <a:gd name="connsiteY3" fmla="*/ 691035 h 998161"/>
              <a:gd name="connsiteX4" fmla="*/ 9304543 w 9304543"/>
              <a:gd name="connsiteY4" fmla="*/ 0 h 998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543" h="998161">
                <a:moveTo>
                  <a:pt x="9304543" y="0"/>
                </a:moveTo>
                <a:lnTo>
                  <a:pt x="9304543" y="998161"/>
                </a:lnTo>
                <a:lnTo>
                  <a:pt x="0" y="998161"/>
                </a:lnTo>
                <a:lnTo>
                  <a:pt x="0" y="691035"/>
                </a:lnTo>
                <a:lnTo>
                  <a:pt x="9304543" y="0"/>
                </a:lnTo>
                <a:close/>
              </a:path>
            </a:pathLst>
          </a:custGeom>
          <a:solidFill>
            <a:srgbClr val="EB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2D730C55-21AB-2B7F-638B-7B305CA9C2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78458" y="6149020"/>
            <a:ext cx="1199021" cy="376705"/>
          </a:xfrm>
          <a:prstGeom prst="rect">
            <a:avLst/>
          </a:prstGeom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74982734-48B8-CF1A-D01E-16581F16194B}"/>
              </a:ext>
            </a:extLst>
          </p:cNvPr>
          <p:cNvSpPr/>
          <p:nvPr userDrawn="1"/>
        </p:nvSpPr>
        <p:spPr>
          <a:xfrm flipH="1">
            <a:off x="-9307" y="3067042"/>
            <a:ext cx="4053736" cy="3790959"/>
          </a:xfrm>
          <a:custGeom>
            <a:avLst/>
            <a:gdLst>
              <a:gd name="connsiteX0" fmla="*/ 3040302 w 3040302"/>
              <a:gd name="connsiteY0" fmla="*/ 0 h 2843219"/>
              <a:gd name="connsiteX1" fmla="*/ 3036382 w 3040302"/>
              <a:gd name="connsiteY1" fmla="*/ 2843219 h 2843219"/>
              <a:gd name="connsiteX2" fmla="*/ 463572 w 3040302"/>
              <a:gd name="connsiteY2" fmla="*/ 2843219 h 2843219"/>
              <a:gd name="connsiteX3" fmla="*/ 207245 w 3040302"/>
              <a:gd name="connsiteY3" fmla="*/ 2661224 h 2843219"/>
              <a:gd name="connsiteX4" fmla="*/ 140136 w 3040302"/>
              <a:gd name="connsiteY4" fmla="*/ 2615842 h 2843219"/>
              <a:gd name="connsiteX5" fmla="*/ 132144 w 3040302"/>
              <a:gd name="connsiteY5" fmla="*/ 2607903 h 2843219"/>
              <a:gd name="connsiteX6" fmla="*/ 125087 w 3040302"/>
              <a:gd name="connsiteY6" fmla="*/ 2602892 h 2843219"/>
              <a:gd name="connsiteX7" fmla="*/ 125062 w 3040302"/>
              <a:gd name="connsiteY7" fmla="*/ 2600867 h 2843219"/>
              <a:gd name="connsiteX8" fmla="*/ 81713 w 3040302"/>
              <a:gd name="connsiteY8" fmla="*/ 2557803 h 2843219"/>
              <a:gd name="connsiteX9" fmla="*/ 0 w 3040302"/>
              <a:gd name="connsiteY9" fmla="*/ 2338544 h 2843219"/>
              <a:gd name="connsiteX10" fmla="*/ 81713 w 3040302"/>
              <a:gd name="connsiteY10" fmla="*/ 2119285 h 2843219"/>
              <a:gd name="connsiteX11" fmla="*/ 118702 w 3040302"/>
              <a:gd name="connsiteY11" fmla="*/ 2082540 h 2843219"/>
              <a:gd name="connsiteX12" fmla="*/ 118651 w 3040302"/>
              <a:gd name="connsiteY12" fmla="*/ 2078380 h 2843219"/>
              <a:gd name="connsiteX13" fmla="*/ 133578 w 3040302"/>
              <a:gd name="connsiteY13" fmla="*/ 2067762 h 2843219"/>
              <a:gd name="connsiteX14" fmla="*/ 140136 w 3040302"/>
              <a:gd name="connsiteY14" fmla="*/ 2061248 h 2843219"/>
              <a:gd name="connsiteX15" fmla="*/ 192822 w 3040302"/>
              <a:gd name="connsiteY15" fmla="*/ 2025618 h 2843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040302" h="2843219">
                <a:moveTo>
                  <a:pt x="3040302" y="0"/>
                </a:moveTo>
                <a:lnTo>
                  <a:pt x="3036382" y="2843219"/>
                </a:lnTo>
                <a:lnTo>
                  <a:pt x="463572" y="2843219"/>
                </a:lnTo>
                <a:lnTo>
                  <a:pt x="207245" y="2661224"/>
                </a:lnTo>
                <a:lnTo>
                  <a:pt x="140136" y="2615842"/>
                </a:lnTo>
                <a:lnTo>
                  <a:pt x="132144" y="2607903"/>
                </a:lnTo>
                <a:lnTo>
                  <a:pt x="125087" y="2602892"/>
                </a:lnTo>
                <a:lnTo>
                  <a:pt x="125062" y="2600867"/>
                </a:lnTo>
                <a:lnTo>
                  <a:pt x="81713" y="2557803"/>
                </a:lnTo>
                <a:cubicBezTo>
                  <a:pt x="30124" y="2495215"/>
                  <a:pt x="0" y="2419763"/>
                  <a:pt x="0" y="2338544"/>
                </a:cubicBezTo>
                <a:cubicBezTo>
                  <a:pt x="0" y="2257326"/>
                  <a:pt x="30124" y="2181874"/>
                  <a:pt x="81713" y="2119285"/>
                </a:cubicBezTo>
                <a:lnTo>
                  <a:pt x="118702" y="2082540"/>
                </a:lnTo>
                <a:lnTo>
                  <a:pt x="118651" y="2078380"/>
                </a:lnTo>
                <a:lnTo>
                  <a:pt x="133578" y="2067762"/>
                </a:lnTo>
                <a:lnTo>
                  <a:pt x="140136" y="2061248"/>
                </a:lnTo>
                <a:lnTo>
                  <a:pt x="192822" y="2025618"/>
                </a:lnTo>
                <a:close/>
              </a:path>
            </a:pathLst>
          </a:custGeom>
          <a:solidFill>
            <a:srgbClr val="05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73691522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r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BEE82CD7-B644-BAC6-0DAB-C896401A8629}"/>
              </a:ext>
            </a:extLst>
          </p:cNvPr>
          <p:cNvSpPr/>
          <p:nvPr userDrawn="1"/>
        </p:nvSpPr>
        <p:spPr>
          <a:xfrm flipH="1">
            <a:off x="1" y="5648879"/>
            <a:ext cx="12192000" cy="1209123"/>
          </a:xfrm>
          <a:custGeom>
            <a:avLst/>
            <a:gdLst>
              <a:gd name="connsiteX0" fmla="*/ 9304543 w 9304543"/>
              <a:gd name="connsiteY0" fmla="*/ 0 h 998161"/>
              <a:gd name="connsiteX1" fmla="*/ 9304543 w 9304543"/>
              <a:gd name="connsiteY1" fmla="*/ 998161 h 998161"/>
              <a:gd name="connsiteX2" fmla="*/ 0 w 9304543"/>
              <a:gd name="connsiteY2" fmla="*/ 998161 h 998161"/>
              <a:gd name="connsiteX3" fmla="*/ 0 w 9304543"/>
              <a:gd name="connsiteY3" fmla="*/ 691035 h 998161"/>
              <a:gd name="connsiteX4" fmla="*/ 9304543 w 9304543"/>
              <a:gd name="connsiteY4" fmla="*/ 0 h 998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543" h="998161">
                <a:moveTo>
                  <a:pt x="9304543" y="0"/>
                </a:moveTo>
                <a:lnTo>
                  <a:pt x="9304543" y="998161"/>
                </a:lnTo>
                <a:lnTo>
                  <a:pt x="0" y="998161"/>
                </a:lnTo>
                <a:lnTo>
                  <a:pt x="0" y="691035"/>
                </a:lnTo>
                <a:lnTo>
                  <a:pt x="9304543" y="0"/>
                </a:lnTo>
                <a:close/>
              </a:path>
            </a:pathLst>
          </a:custGeom>
          <a:solidFill>
            <a:srgbClr val="05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985A893F-74EB-7903-07F5-8242D698AD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854" y="6149020"/>
            <a:ext cx="1199025" cy="376705"/>
          </a:xfrm>
          <a:prstGeom prst="rect">
            <a:avLst/>
          </a:prstGeom>
        </p:spPr>
      </p:pic>
      <p:sp>
        <p:nvSpPr>
          <p:cNvPr id="2" name="Freeform 1">
            <a:extLst>
              <a:ext uri="{FF2B5EF4-FFF2-40B4-BE49-F238E27FC236}">
                <a16:creationId xmlns:a16="http://schemas.microsoft.com/office/drawing/2014/main" id="{7C2F3824-C483-B22D-6123-092C4665342A}"/>
              </a:ext>
            </a:extLst>
          </p:cNvPr>
          <p:cNvSpPr/>
          <p:nvPr userDrawn="1"/>
        </p:nvSpPr>
        <p:spPr>
          <a:xfrm>
            <a:off x="8147571" y="3067042"/>
            <a:ext cx="4053736" cy="3790959"/>
          </a:xfrm>
          <a:custGeom>
            <a:avLst/>
            <a:gdLst>
              <a:gd name="connsiteX0" fmla="*/ 3040302 w 3040302"/>
              <a:gd name="connsiteY0" fmla="*/ 0 h 2843219"/>
              <a:gd name="connsiteX1" fmla="*/ 3036382 w 3040302"/>
              <a:gd name="connsiteY1" fmla="*/ 2843219 h 2843219"/>
              <a:gd name="connsiteX2" fmla="*/ 463572 w 3040302"/>
              <a:gd name="connsiteY2" fmla="*/ 2843219 h 2843219"/>
              <a:gd name="connsiteX3" fmla="*/ 207245 w 3040302"/>
              <a:gd name="connsiteY3" fmla="*/ 2661224 h 2843219"/>
              <a:gd name="connsiteX4" fmla="*/ 140136 w 3040302"/>
              <a:gd name="connsiteY4" fmla="*/ 2615842 h 2843219"/>
              <a:gd name="connsiteX5" fmla="*/ 132144 w 3040302"/>
              <a:gd name="connsiteY5" fmla="*/ 2607903 h 2843219"/>
              <a:gd name="connsiteX6" fmla="*/ 125087 w 3040302"/>
              <a:gd name="connsiteY6" fmla="*/ 2602892 h 2843219"/>
              <a:gd name="connsiteX7" fmla="*/ 125062 w 3040302"/>
              <a:gd name="connsiteY7" fmla="*/ 2600867 h 2843219"/>
              <a:gd name="connsiteX8" fmla="*/ 81713 w 3040302"/>
              <a:gd name="connsiteY8" fmla="*/ 2557803 h 2843219"/>
              <a:gd name="connsiteX9" fmla="*/ 0 w 3040302"/>
              <a:gd name="connsiteY9" fmla="*/ 2338544 h 2843219"/>
              <a:gd name="connsiteX10" fmla="*/ 81713 w 3040302"/>
              <a:gd name="connsiteY10" fmla="*/ 2119285 h 2843219"/>
              <a:gd name="connsiteX11" fmla="*/ 118702 w 3040302"/>
              <a:gd name="connsiteY11" fmla="*/ 2082540 h 2843219"/>
              <a:gd name="connsiteX12" fmla="*/ 118651 w 3040302"/>
              <a:gd name="connsiteY12" fmla="*/ 2078380 h 2843219"/>
              <a:gd name="connsiteX13" fmla="*/ 133578 w 3040302"/>
              <a:gd name="connsiteY13" fmla="*/ 2067762 h 2843219"/>
              <a:gd name="connsiteX14" fmla="*/ 140136 w 3040302"/>
              <a:gd name="connsiteY14" fmla="*/ 2061248 h 2843219"/>
              <a:gd name="connsiteX15" fmla="*/ 192822 w 3040302"/>
              <a:gd name="connsiteY15" fmla="*/ 2025618 h 2843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040302" h="2843219">
                <a:moveTo>
                  <a:pt x="3040302" y="0"/>
                </a:moveTo>
                <a:lnTo>
                  <a:pt x="3036382" y="2843219"/>
                </a:lnTo>
                <a:lnTo>
                  <a:pt x="463572" y="2843219"/>
                </a:lnTo>
                <a:lnTo>
                  <a:pt x="207245" y="2661224"/>
                </a:lnTo>
                <a:lnTo>
                  <a:pt x="140136" y="2615842"/>
                </a:lnTo>
                <a:lnTo>
                  <a:pt x="132144" y="2607903"/>
                </a:lnTo>
                <a:lnTo>
                  <a:pt x="125087" y="2602892"/>
                </a:lnTo>
                <a:lnTo>
                  <a:pt x="125062" y="2600867"/>
                </a:lnTo>
                <a:lnTo>
                  <a:pt x="81713" y="2557803"/>
                </a:lnTo>
                <a:cubicBezTo>
                  <a:pt x="30124" y="2495215"/>
                  <a:pt x="0" y="2419763"/>
                  <a:pt x="0" y="2338544"/>
                </a:cubicBezTo>
                <a:cubicBezTo>
                  <a:pt x="0" y="2257326"/>
                  <a:pt x="30124" y="2181874"/>
                  <a:pt x="81713" y="2119285"/>
                </a:cubicBezTo>
                <a:lnTo>
                  <a:pt x="118702" y="2082540"/>
                </a:lnTo>
                <a:lnTo>
                  <a:pt x="118651" y="2078380"/>
                </a:lnTo>
                <a:lnTo>
                  <a:pt x="133578" y="2067762"/>
                </a:lnTo>
                <a:lnTo>
                  <a:pt x="140136" y="2061248"/>
                </a:lnTo>
                <a:lnTo>
                  <a:pt x="192822" y="2025618"/>
                </a:lnTo>
                <a:close/>
              </a:path>
            </a:pathLst>
          </a:custGeom>
          <a:solidFill>
            <a:srgbClr val="A3B4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54275934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r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CD96F487-E5A7-FD44-C6F8-8E759D6AD1E9}"/>
              </a:ext>
            </a:extLst>
          </p:cNvPr>
          <p:cNvSpPr/>
          <p:nvPr userDrawn="1"/>
        </p:nvSpPr>
        <p:spPr>
          <a:xfrm>
            <a:off x="1" y="5648879"/>
            <a:ext cx="12192000" cy="1209123"/>
          </a:xfrm>
          <a:custGeom>
            <a:avLst/>
            <a:gdLst>
              <a:gd name="connsiteX0" fmla="*/ 9304543 w 9304543"/>
              <a:gd name="connsiteY0" fmla="*/ 0 h 998161"/>
              <a:gd name="connsiteX1" fmla="*/ 9304543 w 9304543"/>
              <a:gd name="connsiteY1" fmla="*/ 998161 h 998161"/>
              <a:gd name="connsiteX2" fmla="*/ 0 w 9304543"/>
              <a:gd name="connsiteY2" fmla="*/ 998161 h 998161"/>
              <a:gd name="connsiteX3" fmla="*/ 0 w 9304543"/>
              <a:gd name="connsiteY3" fmla="*/ 691035 h 998161"/>
              <a:gd name="connsiteX4" fmla="*/ 9304543 w 9304543"/>
              <a:gd name="connsiteY4" fmla="*/ 0 h 998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543" h="998161">
                <a:moveTo>
                  <a:pt x="9304543" y="0"/>
                </a:moveTo>
                <a:lnTo>
                  <a:pt x="9304543" y="998161"/>
                </a:lnTo>
                <a:lnTo>
                  <a:pt x="0" y="998161"/>
                </a:lnTo>
                <a:lnTo>
                  <a:pt x="0" y="691035"/>
                </a:lnTo>
                <a:lnTo>
                  <a:pt x="9304543" y="0"/>
                </a:lnTo>
                <a:close/>
              </a:path>
            </a:pathLst>
          </a:custGeom>
          <a:solidFill>
            <a:srgbClr val="05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6B166114-9065-BCF9-4A7A-D332C9DBD7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78453" y="6149020"/>
            <a:ext cx="1199025" cy="376705"/>
          </a:xfrm>
          <a:prstGeom prst="rect">
            <a:avLst/>
          </a:prstGeom>
        </p:spPr>
      </p:pic>
      <p:sp>
        <p:nvSpPr>
          <p:cNvPr id="5" name="Freeform 4">
            <a:extLst>
              <a:ext uri="{FF2B5EF4-FFF2-40B4-BE49-F238E27FC236}">
                <a16:creationId xmlns:a16="http://schemas.microsoft.com/office/drawing/2014/main" id="{29526043-ABDC-795C-CBC5-3B2983D4127D}"/>
              </a:ext>
            </a:extLst>
          </p:cNvPr>
          <p:cNvSpPr/>
          <p:nvPr userDrawn="1"/>
        </p:nvSpPr>
        <p:spPr>
          <a:xfrm flipH="1">
            <a:off x="-9307" y="3067042"/>
            <a:ext cx="4053736" cy="3790959"/>
          </a:xfrm>
          <a:custGeom>
            <a:avLst/>
            <a:gdLst>
              <a:gd name="connsiteX0" fmla="*/ 3040302 w 3040302"/>
              <a:gd name="connsiteY0" fmla="*/ 0 h 2843219"/>
              <a:gd name="connsiteX1" fmla="*/ 3036382 w 3040302"/>
              <a:gd name="connsiteY1" fmla="*/ 2843219 h 2843219"/>
              <a:gd name="connsiteX2" fmla="*/ 463572 w 3040302"/>
              <a:gd name="connsiteY2" fmla="*/ 2843219 h 2843219"/>
              <a:gd name="connsiteX3" fmla="*/ 207245 w 3040302"/>
              <a:gd name="connsiteY3" fmla="*/ 2661224 h 2843219"/>
              <a:gd name="connsiteX4" fmla="*/ 140136 w 3040302"/>
              <a:gd name="connsiteY4" fmla="*/ 2615842 h 2843219"/>
              <a:gd name="connsiteX5" fmla="*/ 132144 w 3040302"/>
              <a:gd name="connsiteY5" fmla="*/ 2607903 h 2843219"/>
              <a:gd name="connsiteX6" fmla="*/ 125087 w 3040302"/>
              <a:gd name="connsiteY6" fmla="*/ 2602892 h 2843219"/>
              <a:gd name="connsiteX7" fmla="*/ 125062 w 3040302"/>
              <a:gd name="connsiteY7" fmla="*/ 2600867 h 2843219"/>
              <a:gd name="connsiteX8" fmla="*/ 81713 w 3040302"/>
              <a:gd name="connsiteY8" fmla="*/ 2557803 h 2843219"/>
              <a:gd name="connsiteX9" fmla="*/ 0 w 3040302"/>
              <a:gd name="connsiteY9" fmla="*/ 2338544 h 2843219"/>
              <a:gd name="connsiteX10" fmla="*/ 81713 w 3040302"/>
              <a:gd name="connsiteY10" fmla="*/ 2119285 h 2843219"/>
              <a:gd name="connsiteX11" fmla="*/ 118702 w 3040302"/>
              <a:gd name="connsiteY11" fmla="*/ 2082540 h 2843219"/>
              <a:gd name="connsiteX12" fmla="*/ 118651 w 3040302"/>
              <a:gd name="connsiteY12" fmla="*/ 2078380 h 2843219"/>
              <a:gd name="connsiteX13" fmla="*/ 133578 w 3040302"/>
              <a:gd name="connsiteY13" fmla="*/ 2067762 h 2843219"/>
              <a:gd name="connsiteX14" fmla="*/ 140136 w 3040302"/>
              <a:gd name="connsiteY14" fmla="*/ 2061248 h 2843219"/>
              <a:gd name="connsiteX15" fmla="*/ 192822 w 3040302"/>
              <a:gd name="connsiteY15" fmla="*/ 2025618 h 2843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040302" h="2843219">
                <a:moveTo>
                  <a:pt x="3040302" y="0"/>
                </a:moveTo>
                <a:lnTo>
                  <a:pt x="3036382" y="2843219"/>
                </a:lnTo>
                <a:lnTo>
                  <a:pt x="463572" y="2843219"/>
                </a:lnTo>
                <a:lnTo>
                  <a:pt x="207245" y="2661224"/>
                </a:lnTo>
                <a:lnTo>
                  <a:pt x="140136" y="2615842"/>
                </a:lnTo>
                <a:lnTo>
                  <a:pt x="132144" y="2607903"/>
                </a:lnTo>
                <a:lnTo>
                  <a:pt x="125087" y="2602892"/>
                </a:lnTo>
                <a:lnTo>
                  <a:pt x="125062" y="2600867"/>
                </a:lnTo>
                <a:lnTo>
                  <a:pt x="81713" y="2557803"/>
                </a:lnTo>
                <a:cubicBezTo>
                  <a:pt x="30124" y="2495215"/>
                  <a:pt x="0" y="2419763"/>
                  <a:pt x="0" y="2338544"/>
                </a:cubicBezTo>
                <a:cubicBezTo>
                  <a:pt x="0" y="2257326"/>
                  <a:pt x="30124" y="2181874"/>
                  <a:pt x="81713" y="2119285"/>
                </a:cubicBezTo>
                <a:lnTo>
                  <a:pt x="118702" y="2082540"/>
                </a:lnTo>
                <a:lnTo>
                  <a:pt x="118651" y="2078380"/>
                </a:lnTo>
                <a:lnTo>
                  <a:pt x="133578" y="2067762"/>
                </a:lnTo>
                <a:lnTo>
                  <a:pt x="140136" y="2061248"/>
                </a:lnTo>
                <a:lnTo>
                  <a:pt x="192822" y="2025618"/>
                </a:lnTo>
                <a:close/>
              </a:path>
            </a:pathLst>
          </a:custGeom>
          <a:solidFill>
            <a:srgbClr val="A3B4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26475049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r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9CCD7317-B58C-DB30-4723-97927453A382}"/>
              </a:ext>
            </a:extLst>
          </p:cNvPr>
          <p:cNvSpPr/>
          <p:nvPr userDrawn="1"/>
        </p:nvSpPr>
        <p:spPr>
          <a:xfrm flipH="1">
            <a:off x="1" y="5648879"/>
            <a:ext cx="12192000" cy="1209123"/>
          </a:xfrm>
          <a:custGeom>
            <a:avLst/>
            <a:gdLst>
              <a:gd name="connsiteX0" fmla="*/ 9304543 w 9304543"/>
              <a:gd name="connsiteY0" fmla="*/ 0 h 998161"/>
              <a:gd name="connsiteX1" fmla="*/ 9304543 w 9304543"/>
              <a:gd name="connsiteY1" fmla="*/ 998161 h 998161"/>
              <a:gd name="connsiteX2" fmla="*/ 0 w 9304543"/>
              <a:gd name="connsiteY2" fmla="*/ 998161 h 998161"/>
              <a:gd name="connsiteX3" fmla="*/ 0 w 9304543"/>
              <a:gd name="connsiteY3" fmla="*/ 691035 h 998161"/>
              <a:gd name="connsiteX4" fmla="*/ 9304543 w 9304543"/>
              <a:gd name="connsiteY4" fmla="*/ 0 h 998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543" h="998161">
                <a:moveTo>
                  <a:pt x="9304543" y="0"/>
                </a:moveTo>
                <a:lnTo>
                  <a:pt x="9304543" y="998161"/>
                </a:lnTo>
                <a:lnTo>
                  <a:pt x="0" y="998161"/>
                </a:lnTo>
                <a:lnTo>
                  <a:pt x="0" y="691035"/>
                </a:lnTo>
                <a:lnTo>
                  <a:pt x="9304543" y="0"/>
                </a:lnTo>
                <a:close/>
              </a:path>
            </a:pathLst>
          </a:custGeom>
          <a:solidFill>
            <a:srgbClr val="05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398BCB0A-429F-048C-B9F7-FA0994557B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854" y="6149020"/>
            <a:ext cx="1199025" cy="376705"/>
          </a:xfrm>
          <a:prstGeom prst="rect">
            <a:avLst/>
          </a:prstGeom>
        </p:spPr>
      </p:pic>
      <p:sp>
        <p:nvSpPr>
          <p:cNvPr id="2" name="Freeform 1">
            <a:extLst>
              <a:ext uri="{FF2B5EF4-FFF2-40B4-BE49-F238E27FC236}">
                <a16:creationId xmlns:a16="http://schemas.microsoft.com/office/drawing/2014/main" id="{C760121B-370A-9405-1058-806A70282DB3}"/>
              </a:ext>
            </a:extLst>
          </p:cNvPr>
          <p:cNvSpPr/>
          <p:nvPr userDrawn="1"/>
        </p:nvSpPr>
        <p:spPr>
          <a:xfrm>
            <a:off x="8147571" y="3067042"/>
            <a:ext cx="4053736" cy="3790959"/>
          </a:xfrm>
          <a:custGeom>
            <a:avLst/>
            <a:gdLst>
              <a:gd name="connsiteX0" fmla="*/ 3040302 w 3040302"/>
              <a:gd name="connsiteY0" fmla="*/ 0 h 2843219"/>
              <a:gd name="connsiteX1" fmla="*/ 3036382 w 3040302"/>
              <a:gd name="connsiteY1" fmla="*/ 2843219 h 2843219"/>
              <a:gd name="connsiteX2" fmla="*/ 463572 w 3040302"/>
              <a:gd name="connsiteY2" fmla="*/ 2843219 h 2843219"/>
              <a:gd name="connsiteX3" fmla="*/ 207245 w 3040302"/>
              <a:gd name="connsiteY3" fmla="*/ 2661224 h 2843219"/>
              <a:gd name="connsiteX4" fmla="*/ 140136 w 3040302"/>
              <a:gd name="connsiteY4" fmla="*/ 2615842 h 2843219"/>
              <a:gd name="connsiteX5" fmla="*/ 132144 w 3040302"/>
              <a:gd name="connsiteY5" fmla="*/ 2607903 h 2843219"/>
              <a:gd name="connsiteX6" fmla="*/ 125087 w 3040302"/>
              <a:gd name="connsiteY6" fmla="*/ 2602892 h 2843219"/>
              <a:gd name="connsiteX7" fmla="*/ 125062 w 3040302"/>
              <a:gd name="connsiteY7" fmla="*/ 2600867 h 2843219"/>
              <a:gd name="connsiteX8" fmla="*/ 81713 w 3040302"/>
              <a:gd name="connsiteY8" fmla="*/ 2557803 h 2843219"/>
              <a:gd name="connsiteX9" fmla="*/ 0 w 3040302"/>
              <a:gd name="connsiteY9" fmla="*/ 2338544 h 2843219"/>
              <a:gd name="connsiteX10" fmla="*/ 81713 w 3040302"/>
              <a:gd name="connsiteY10" fmla="*/ 2119285 h 2843219"/>
              <a:gd name="connsiteX11" fmla="*/ 118702 w 3040302"/>
              <a:gd name="connsiteY11" fmla="*/ 2082540 h 2843219"/>
              <a:gd name="connsiteX12" fmla="*/ 118651 w 3040302"/>
              <a:gd name="connsiteY12" fmla="*/ 2078380 h 2843219"/>
              <a:gd name="connsiteX13" fmla="*/ 133578 w 3040302"/>
              <a:gd name="connsiteY13" fmla="*/ 2067762 h 2843219"/>
              <a:gd name="connsiteX14" fmla="*/ 140136 w 3040302"/>
              <a:gd name="connsiteY14" fmla="*/ 2061248 h 2843219"/>
              <a:gd name="connsiteX15" fmla="*/ 192822 w 3040302"/>
              <a:gd name="connsiteY15" fmla="*/ 2025618 h 2843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040302" h="2843219">
                <a:moveTo>
                  <a:pt x="3040302" y="0"/>
                </a:moveTo>
                <a:lnTo>
                  <a:pt x="3036382" y="2843219"/>
                </a:lnTo>
                <a:lnTo>
                  <a:pt x="463572" y="2843219"/>
                </a:lnTo>
                <a:lnTo>
                  <a:pt x="207245" y="2661224"/>
                </a:lnTo>
                <a:lnTo>
                  <a:pt x="140136" y="2615842"/>
                </a:lnTo>
                <a:lnTo>
                  <a:pt x="132144" y="2607903"/>
                </a:lnTo>
                <a:lnTo>
                  <a:pt x="125087" y="2602892"/>
                </a:lnTo>
                <a:lnTo>
                  <a:pt x="125062" y="2600867"/>
                </a:lnTo>
                <a:lnTo>
                  <a:pt x="81713" y="2557803"/>
                </a:lnTo>
                <a:cubicBezTo>
                  <a:pt x="30124" y="2495215"/>
                  <a:pt x="0" y="2419763"/>
                  <a:pt x="0" y="2338544"/>
                </a:cubicBezTo>
                <a:cubicBezTo>
                  <a:pt x="0" y="2257326"/>
                  <a:pt x="30124" y="2181874"/>
                  <a:pt x="81713" y="2119285"/>
                </a:cubicBezTo>
                <a:lnTo>
                  <a:pt x="118702" y="2082540"/>
                </a:lnTo>
                <a:lnTo>
                  <a:pt x="118651" y="2078380"/>
                </a:lnTo>
                <a:lnTo>
                  <a:pt x="133578" y="2067762"/>
                </a:lnTo>
                <a:lnTo>
                  <a:pt x="140136" y="2061248"/>
                </a:lnTo>
                <a:lnTo>
                  <a:pt x="192822" y="2025618"/>
                </a:lnTo>
                <a:close/>
              </a:path>
            </a:pathLst>
          </a:custGeom>
          <a:solidFill>
            <a:srgbClr val="EB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74673578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r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BE0EBDE3-F951-B401-F746-6DE0BDEB6CD4}"/>
              </a:ext>
            </a:extLst>
          </p:cNvPr>
          <p:cNvSpPr/>
          <p:nvPr userDrawn="1"/>
        </p:nvSpPr>
        <p:spPr>
          <a:xfrm>
            <a:off x="1" y="5648879"/>
            <a:ext cx="12192000" cy="1209123"/>
          </a:xfrm>
          <a:custGeom>
            <a:avLst/>
            <a:gdLst>
              <a:gd name="connsiteX0" fmla="*/ 9304543 w 9304543"/>
              <a:gd name="connsiteY0" fmla="*/ 0 h 998161"/>
              <a:gd name="connsiteX1" fmla="*/ 9304543 w 9304543"/>
              <a:gd name="connsiteY1" fmla="*/ 998161 h 998161"/>
              <a:gd name="connsiteX2" fmla="*/ 0 w 9304543"/>
              <a:gd name="connsiteY2" fmla="*/ 998161 h 998161"/>
              <a:gd name="connsiteX3" fmla="*/ 0 w 9304543"/>
              <a:gd name="connsiteY3" fmla="*/ 691035 h 998161"/>
              <a:gd name="connsiteX4" fmla="*/ 9304543 w 9304543"/>
              <a:gd name="connsiteY4" fmla="*/ 0 h 998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543" h="998161">
                <a:moveTo>
                  <a:pt x="9304543" y="0"/>
                </a:moveTo>
                <a:lnTo>
                  <a:pt x="9304543" y="998161"/>
                </a:lnTo>
                <a:lnTo>
                  <a:pt x="0" y="998161"/>
                </a:lnTo>
                <a:lnTo>
                  <a:pt x="0" y="691035"/>
                </a:lnTo>
                <a:lnTo>
                  <a:pt x="9304543" y="0"/>
                </a:lnTo>
                <a:close/>
              </a:path>
            </a:pathLst>
          </a:custGeom>
          <a:solidFill>
            <a:srgbClr val="05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4A2967F6-E69D-7AFE-65DB-8C73A941D1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78453" y="6149020"/>
            <a:ext cx="1199025" cy="376705"/>
          </a:xfrm>
          <a:prstGeom prst="rect">
            <a:avLst/>
          </a:prstGeom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8FFD1C4D-E52D-88C1-679E-7E1754FD9258}"/>
              </a:ext>
            </a:extLst>
          </p:cNvPr>
          <p:cNvSpPr/>
          <p:nvPr userDrawn="1"/>
        </p:nvSpPr>
        <p:spPr>
          <a:xfrm flipH="1">
            <a:off x="-9307" y="3067042"/>
            <a:ext cx="4053736" cy="3790959"/>
          </a:xfrm>
          <a:custGeom>
            <a:avLst/>
            <a:gdLst>
              <a:gd name="connsiteX0" fmla="*/ 3040302 w 3040302"/>
              <a:gd name="connsiteY0" fmla="*/ 0 h 2843219"/>
              <a:gd name="connsiteX1" fmla="*/ 3036382 w 3040302"/>
              <a:gd name="connsiteY1" fmla="*/ 2843219 h 2843219"/>
              <a:gd name="connsiteX2" fmla="*/ 463572 w 3040302"/>
              <a:gd name="connsiteY2" fmla="*/ 2843219 h 2843219"/>
              <a:gd name="connsiteX3" fmla="*/ 207245 w 3040302"/>
              <a:gd name="connsiteY3" fmla="*/ 2661224 h 2843219"/>
              <a:gd name="connsiteX4" fmla="*/ 140136 w 3040302"/>
              <a:gd name="connsiteY4" fmla="*/ 2615842 h 2843219"/>
              <a:gd name="connsiteX5" fmla="*/ 132144 w 3040302"/>
              <a:gd name="connsiteY5" fmla="*/ 2607903 h 2843219"/>
              <a:gd name="connsiteX6" fmla="*/ 125087 w 3040302"/>
              <a:gd name="connsiteY6" fmla="*/ 2602892 h 2843219"/>
              <a:gd name="connsiteX7" fmla="*/ 125062 w 3040302"/>
              <a:gd name="connsiteY7" fmla="*/ 2600867 h 2843219"/>
              <a:gd name="connsiteX8" fmla="*/ 81713 w 3040302"/>
              <a:gd name="connsiteY8" fmla="*/ 2557803 h 2843219"/>
              <a:gd name="connsiteX9" fmla="*/ 0 w 3040302"/>
              <a:gd name="connsiteY9" fmla="*/ 2338544 h 2843219"/>
              <a:gd name="connsiteX10" fmla="*/ 81713 w 3040302"/>
              <a:gd name="connsiteY10" fmla="*/ 2119285 h 2843219"/>
              <a:gd name="connsiteX11" fmla="*/ 118702 w 3040302"/>
              <a:gd name="connsiteY11" fmla="*/ 2082540 h 2843219"/>
              <a:gd name="connsiteX12" fmla="*/ 118651 w 3040302"/>
              <a:gd name="connsiteY12" fmla="*/ 2078380 h 2843219"/>
              <a:gd name="connsiteX13" fmla="*/ 133578 w 3040302"/>
              <a:gd name="connsiteY13" fmla="*/ 2067762 h 2843219"/>
              <a:gd name="connsiteX14" fmla="*/ 140136 w 3040302"/>
              <a:gd name="connsiteY14" fmla="*/ 2061248 h 2843219"/>
              <a:gd name="connsiteX15" fmla="*/ 192822 w 3040302"/>
              <a:gd name="connsiteY15" fmla="*/ 2025618 h 2843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040302" h="2843219">
                <a:moveTo>
                  <a:pt x="3040302" y="0"/>
                </a:moveTo>
                <a:lnTo>
                  <a:pt x="3036382" y="2843219"/>
                </a:lnTo>
                <a:lnTo>
                  <a:pt x="463572" y="2843219"/>
                </a:lnTo>
                <a:lnTo>
                  <a:pt x="207245" y="2661224"/>
                </a:lnTo>
                <a:lnTo>
                  <a:pt x="140136" y="2615842"/>
                </a:lnTo>
                <a:lnTo>
                  <a:pt x="132144" y="2607903"/>
                </a:lnTo>
                <a:lnTo>
                  <a:pt x="125087" y="2602892"/>
                </a:lnTo>
                <a:lnTo>
                  <a:pt x="125062" y="2600867"/>
                </a:lnTo>
                <a:lnTo>
                  <a:pt x="81713" y="2557803"/>
                </a:lnTo>
                <a:cubicBezTo>
                  <a:pt x="30124" y="2495215"/>
                  <a:pt x="0" y="2419763"/>
                  <a:pt x="0" y="2338544"/>
                </a:cubicBezTo>
                <a:cubicBezTo>
                  <a:pt x="0" y="2257326"/>
                  <a:pt x="30124" y="2181874"/>
                  <a:pt x="81713" y="2119285"/>
                </a:cubicBezTo>
                <a:lnTo>
                  <a:pt x="118702" y="2082540"/>
                </a:lnTo>
                <a:lnTo>
                  <a:pt x="118651" y="2078380"/>
                </a:lnTo>
                <a:lnTo>
                  <a:pt x="133578" y="2067762"/>
                </a:lnTo>
                <a:lnTo>
                  <a:pt x="140136" y="2061248"/>
                </a:lnTo>
                <a:lnTo>
                  <a:pt x="192822" y="2025618"/>
                </a:lnTo>
                <a:close/>
              </a:path>
            </a:pathLst>
          </a:custGeom>
          <a:solidFill>
            <a:srgbClr val="EB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29335252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Desig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E841D094-1C1B-A74B-74AE-10DC8E68B5AA}"/>
              </a:ext>
            </a:extLst>
          </p:cNvPr>
          <p:cNvSpPr/>
          <p:nvPr userDrawn="1"/>
        </p:nvSpPr>
        <p:spPr>
          <a:xfrm>
            <a:off x="1" y="5648879"/>
            <a:ext cx="12192000" cy="1209123"/>
          </a:xfrm>
          <a:custGeom>
            <a:avLst/>
            <a:gdLst>
              <a:gd name="connsiteX0" fmla="*/ 9304543 w 9304543"/>
              <a:gd name="connsiteY0" fmla="*/ 0 h 998161"/>
              <a:gd name="connsiteX1" fmla="*/ 9304543 w 9304543"/>
              <a:gd name="connsiteY1" fmla="*/ 998161 h 998161"/>
              <a:gd name="connsiteX2" fmla="*/ 0 w 9304543"/>
              <a:gd name="connsiteY2" fmla="*/ 998161 h 998161"/>
              <a:gd name="connsiteX3" fmla="*/ 0 w 9304543"/>
              <a:gd name="connsiteY3" fmla="*/ 691035 h 998161"/>
              <a:gd name="connsiteX4" fmla="*/ 9304543 w 9304543"/>
              <a:gd name="connsiteY4" fmla="*/ 0 h 998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543" h="998161">
                <a:moveTo>
                  <a:pt x="9304543" y="0"/>
                </a:moveTo>
                <a:lnTo>
                  <a:pt x="9304543" y="998161"/>
                </a:lnTo>
                <a:lnTo>
                  <a:pt x="0" y="998161"/>
                </a:lnTo>
                <a:lnTo>
                  <a:pt x="0" y="691035"/>
                </a:lnTo>
                <a:lnTo>
                  <a:pt x="9304543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E8A0723D-7DCB-628C-A99A-65DC4A04789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78458" y="6149020"/>
            <a:ext cx="1199021" cy="376705"/>
          </a:xfrm>
          <a:prstGeom prst="rect">
            <a:avLst/>
          </a:prstGeom>
        </p:spPr>
      </p:pic>
      <p:sp>
        <p:nvSpPr>
          <p:cNvPr id="20" name="Freeform 19">
            <a:extLst>
              <a:ext uri="{FF2B5EF4-FFF2-40B4-BE49-F238E27FC236}">
                <a16:creationId xmlns:a16="http://schemas.microsoft.com/office/drawing/2014/main" id="{71AD9D31-EEA4-BC85-3341-BA512ADC57D7}"/>
              </a:ext>
            </a:extLst>
          </p:cNvPr>
          <p:cNvSpPr/>
          <p:nvPr userDrawn="1"/>
        </p:nvSpPr>
        <p:spPr>
          <a:xfrm flipH="1">
            <a:off x="-9303" y="5216071"/>
            <a:ext cx="1614308" cy="1669429"/>
          </a:xfrm>
          <a:custGeom>
            <a:avLst/>
            <a:gdLst>
              <a:gd name="connsiteX0" fmla="*/ 1210731 w 1210731"/>
              <a:gd name="connsiteY0" fmla="*/ 0 h 1252072"/>
              <a:gd name="connsiteX1" fmla="*/ 76787 w 1210731"/>
              <a:gd name="connsiteY1" fmla="*/ 778048 h 1252072"/>
              <a:gd name="connsiteX2" fmla="*/ 55806 w 1210731"/>
              <a:gd name="connsiteY2" fmla="*/ 791734 h 1252072"/>
              <a:gd name="connsiteX3" fmla="*/ 53194 w 1210731"/>
              <a:gd name="connsiteY3" fmla="*/ 794236 h 1252072"/>
              <a:gd name="connsiteX4" fmla="*/ 47250 w 1210731"/>
              <a:gd name="connsiteY4" fmla="*/ 798315 h 1252072"/>
              <a:gd name="connsiteX5" fmla="*/ 47271 w 1210731"/>
              <a:gd name="connsiteY5" fmla="*/ 799912 h 1252072"/>
              <a:gd name="connsiteX6" fmla="*/ 32540 w 1210731"/>
              <a:gd name="connsiteY6" fmla="*/ 814026 h 1252072"/>
              <a:gd name="connsiteX7" fmla="*/ 0 w 1210731"/>
              <a:gd name="connsiteY7" fmla="*/ 898245 h 1252072"/>
              <a:gd name="connsiteX8" fmla="*/ 32540 w 1210731"/>
              <a:gd name="connsiteY8" fmla="*/ 982463 h 1252072"/>
              <a:gd name="connsiteX9" fmla="*/ 49803 w 1210731"/>
              <a:gd name="connsiteY9" fmla="*/ 999004 h 1252072"/>
              <a:gd name="connsiteX10" fmla="*/ 49813 w 1210731"/>
              <a:gd name="connsiteY10" fmla="*/ 999782 h 1252072"/>
              <a:gd name="connsiteX11" fmla="*/ 52624 w 1210731"/>
              <a:gd name="connsiteY11" fmla="*/ 1001706 h 1252072"/>
              <a:gd name="connsiteX12" fmla="*/ 55806 w 1210731"/>
              <a:gd name="connsiteY12" fmla="*/ 1004756 h 1252072"/>
              <a:gd name="connsiteX13" fmla="*/ 82531 w 1210731"/>
              <a:gd name="connsiteY13" fmla="*/ 1022187 h 1252072"/>
              <a:gd name="connsiteX14" fmla="*/ 394260 w 1210731"/>
              <a:gd name="connsiteY14" fmla="*/ 1235669 h 1252072"/>
              <a:gd name="connsiteX15" fmla="*/ 1208941 w 1210731"/>
              <a:gd name="connsiteY15" fmla="*/ 1252072 h 1252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0731" h="1252072">
                <a:moveTo>
                  <a:pt x="1210731" y="0"/>
                </a:moveTo>
                <a:lnTo>
                  <a:pt x="76787" y="778048"/>
                </a:lnTo>
                <a:lnTo>
                  <a:pt x="55806" y="791734"/>
                </a:lnTo>
                <a:lnTo>
                  <a:pt x="53194" y="794236"/>
                </a:lnTo>
                <a:lnTo>
                  <a:pt x="47250" y="798315"/>
                </a:lnTo>
                <a:lnTo>
                  <a:pt x="47271" y="799912"/>
                </a:lnTo>
                <a:lnTo>
                  <a:pt x="32540" y="814026"/>
                </a:lnTo>
                <a:cubicBezTo>
                  <a:pt x="11996" y="838067"/>
                  <a:pt x="0" y="867048"/>
                  <a:pt x="0" y="898245"/>
                </a:cubicBezTo>
                <a:cubicBezTo>
                  <a:pt x="0" y="929441"/>
                  <a:pt x="11996" y="958422"/>
                  <a:pt x="32540" y="982463"/>
                </a:cubicBezTo>
                <a:lnTo>
                  <a:pt x="49803" y="999004"/>
                </a:lnTo>
                <a:lnTo>
                  <a:pt x="49813" y="999782"/>
                </a:lnTo>
                <a:lnTo>
                  <a:pt x="52624" y="1001706"/>
                </a:lnTo>
                <a:lnTo>
                  <a:pt x="55806" y="1004756"/>
                </a:lnTo>
                <a:lnTo>
                  <a:pt x="82531" y="1022187"/>
                </a:lnTo>
                <a:lnTo>
                  <a:pt x="394260" y="1235669"/>
                </a:lnTo>
                <a:lnTo>
                  <a:pt x="1208941" y="1252072"/>
                </a:lnTo>
                <a:close/>
              </a:path>
            </a:pathLst>
          </a:custGeom>
          <a:solidFill>
            <a:srgbClr val="02A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80487452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Desig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E7849AEA-FB83-BACB-F79A-283DE504C20A}"/>
              </a:ext>
            </a:extLst>
          </p:cNvPr>
          <p:cNvSpPr/>
          <p:nvPr userDrawn="1"/>
        </p:nvSpPr>
        <p:spPr>
          <a:xfrm flipH="1">
            <a:off x="1" y="5648879"/>
            <a:ext cx="12192000" cy="1209123"/>
          </a:xfrm>
          <a:custGeom>
            <a:avLst/>
            <a:gdLst>
              <a:gd name="connsiteX0" fmla="*/ 9304543 w 9304543"/>
              <a:gd name="connsiteY0" fmla="*/ 0 h 998161"/>
              <a:gd name="connsiteX1" fmla="*/ 9304543 w 9304543"/>
              <a:gd name="connsiteY1" fmla="*/ 998161 h 998161"/>
              <a:gd name="connsiteX2" fmla="*/ 0 w 9304543"/>
              <a:gd name="connsiteY2" fmla="*/ 998161 h 998161"/>
              <a:gd name="connsiteX3" fmla="*/ 0 w 9304543"/>
              <a:gd name="connsiteY3" fmla="*/ 691035 h 998161"/>
              <a:gd name="connsiteX4" fmla="*/ 9304543 w 9304543"/>
              <a:gd name="connsiteY4" fmla="*/ 0 h 998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543" h="998161">
                <a:moveTo>
                  <a:pt x="9304543" y="0"/>
                </a:moveTo>
                <a:lnTo>
                  <a:pt x="9304543" y="998161"/>
                </a:lnTo>
                <a:lnTo>
                  <a:pt x="0" y="998161"/>
                </a:lnTo>
                <a:lnTo>
                  <a:pt x="0" y="691035"/>
                </a:lnTo>
                <a:lnTo>
                  <a:pt x="9304543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B95280F2-C16C-C55D-59FE-E74A1F70A26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127" y="6149020"/>
            <a:ext cx="1199021" cy="376705"/>
          </a:xfrm>
          <a:prstGeom prst="rect">
            <a:avLst/>
          </a:prstGeom>
        </p:spPr>
      </p:pic>
      <p:sp>
        <p:nvSpPr>
          <p:cNvPr id="4" name="Freeform 3">
            <a:extLst>
              <a:ext uri="{FF2B5EF4-FFF2-40B4-BE49-F238E27FC236}">
                <a16:creationId xmlns:a16="http://schemas.microsoft.com/office/drawing/2014/main" id="{E281FF82-E5B8-1C0C-1BC4-1D69CC76C111}"/>
              </a:ext>
            </a:extLst>
          </p:cNvPr>
          <p:cNvSpPr/>
          <p:nvPr userDrawn="1"/>
        </p:nvSpPr>
        <p:spPr>
          <a:xfrm>
            <a:off x="10586999" y="5212955"/>
            <a:ext cx="1614308" cy="1669429"/>
          </a:xfrm>
          <a:custGeom>
            <a:avLst/>
            <a:gdLst>
              <a:gd name="connsiteX0" fmla="*/ 1210731 w 1210731"/>
              <a:gd name="connsiteY0" fmla="*/ 0 h 1252072"/>
              <a:gd name="connsiteX1" fmla="*/ 76787 w 1210731"/>
              <a:gd name="connsiteY1" fmla="*/ 778048 h 1252072"/>
              <a:gd name="connsiteX2" fmla="*/ 55806 w 1210731"/>
              <a:gd name="connsiteY2" fmla="*/ 791734 h 1252072"/>
              <a:gd name="connsiteX3" fmla="*/ 53194 w 1210731"/>
              <a:gd name="connsiteY3" fmla="*/ 794236 h 1252072"/>
              <a:gd name="connsiteX4" fmla="*/ 47250 w 1210731"/>
              <a:gd name="connsiteY4" fmla="*/ 798315 h 1252072"/>
              <a:gd name="connsiteX5" fmla="*/ 47271 w 1210731"/>
              <a:gd name="connsiteY5" fmla="*/ 799912 h 1252072"/>
              <a:gd name="connsiteX6" fmla="*/ 32540 w 1210731"/>
              <a:gd name="connsiteY6" fmla="*/ 814026 h 1252072"/>
              <a:gd name="connsiteX7" fmla="*/ 0 w 1210731"/>
              <a:gd name="connsiteY7" fmla="*/ 898245 h 1252072"/>
              <a:gd name="connsiteX8" fmla="*/ 32540 w 1210731"/>
              <a:gd name="connsiteY8" fmla="*/ 982463 h 1252072"/>
              <a:gd name="connsiteX9" fmla="*/ 49803 w 1210731"/>
              <a:gd name="connsiteY9" fmla="*/ 999004 h 1252072"/>
              <a:gd name="connsiteX10" fmla="*/ 49813 w 1210731"/>
              <a:gd name="connsiteY10" fmla="*/ 999782 h 1252072"/>
              <a:gd name="connsiteX11" fmla="*/ 52624 w 1210731"/>
              <a:gd name="connsiteY11" fmla="*/ 1001706 h 1252072"/>
              <a:gd name="connsiteX12" fmla="*/ 55806 w 1210731"/>
              <a:gd name="connsiteY12" fmla="*/ 1004756 h 1252072"/>
              <a:gd name="connsiteX13" fmla="*/ 82531 w 1210731"/>
              <a:gd name="connsiteY13" fmla="*/ 1022187 h 1252072"/>
              <a:gd name="connsiteX14" fmla="*/ 394260 w 1210731"/>
              <a:gd name="connsiteY14" fmla="*/ 1235669 h 1252072"/>
              <a:gd name="connsiteX15" fmla="*/ 1208941 w 1210731"/>
              <a:gd name="connsiteY15" fmla="*/ 1252072 h 1252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0731" h="1252072">
                <a:moveTo>
                  <a:pt x="1210731" y="0"/>
                </a:moveTo>
                <a:lnTo>
                  <a:pt x="76787" y="778048"/>
                </a:lnTo>
                <a:lnTo>
                  <a:pt x="55806" y="791734"/>
                </a:lnTo>
                <a:lnTo>
                  <a:pt x="53194" y="794236"/>
                </a:lnTo>
                <a:lnTo>
                  <a:pt x="47250" y="798315"/>
                </a:lnTo>
                <a:lnTo>
                  <a:pt x="47271" y="799912"/>
                </a:lnTo>
                <a:lnTo>
                  <a:pt x="32540" y="814026"/>
                </a:lnTo>
                <a:cubicBezTo>
                  <a:pt x="11996" y="838067"/>
                  <a:pt x="0" y="867048"/>
                  <a:pt x="0" y="898245"/>
                </a:cubicBezTo>
                <a:cubicBezTo>
                  <a:pt x="0" y="929441"/>
                  <a:pt x="11996" y="958422"/>
                  <a:pt x="32540" y="982463"/>
                </a:cubicBezTo>
                <a:lnTo>
                  <a:pt x="49803" y="999004"/>
                </a:lnTo>
                <a:lnTo>
                  <a:pt x="49813" y="999782"/>
                </a:lnTo>
                <a:lnTo>
                  <a:pt x="52624" y="1001706"/>
                </a:lnTo>
                <a:lnTo>
                  <a:pt x="55806" y="1004756"/>
                </a:lnTo>
                <a:lnTo>
                  <a:pt x="82531" y="1022187"/>
                </a:lnTo>
                <a:lnTo>
                  <a:pt x="394260" y="1235669"/>
                </a:lnTo>
                <a:lnTo>
                  <a:pt x="1208941" y="1252072"/>
                </a:lnTo>
                <a:close/>
              </a:path>
            </a:pathLst>
          </a:custGeom>
          <a:solidFill>
            <a:srgbClr val="02A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10057593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Desig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EBF75BF-A3C5-A169-C9FC-99CB97AB176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8866FE56-BF79-95A6-E26E-257C02E268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4490" y="6105071"/>
            <a:ext cx="953911" cy="299696"/>
          </a:xfrm>
          <a:prstGeom prst="rect">
            <a:avLst/>
          </a:prstGeom>
        </p:spPr>
      </p:pic>
      <p:sp>
        <p:nvSpPr>
          <p:cNvPr id="5" name="Freeform 4">
            <a:extLst>
              <a:ext uri="{FF2B5EF4-FFF2-40B4-BE49-F238E27FC236}">
                <a16:creationId xmlns:a16="http://schemas.microsoft.com/office/drawing/2014/main" id="{85C1E840-D69C-D3E4-FC4E-8F01400A77F1}"/>
              </a:ext>
            </a:extLst>
          </p:cNvPr>
          <p:cNvSpPr/>
          <p:nvPr userDrawn="1"/>
        </p:nvSpPr>
        <p:spPr>
          <a:xfrm>
            <a:off x="1" y="5648879"/>
            <a:ext cx="12192000" cy="1209123"/>
          </a:xfrm>
          <a:custGeom>
            <a:avLst/>
            <a:gdLst>
              <a:gd name="connsiteX0" fmla="*/ 9304543 w 9304543"/>
              <a:gd name="connsiteY0" fmla="*/ 0 h 998161"/>
              <a:gd name="connsiteX1" fmla="*/ 9304543 w 9304543"/>
              <a:gd name="connsiteY1" fmla="*/ 998161 h 998161"/>
              <a:gd name="connsiteX2" fmla="*/ 0 w 9304543"/>
              <a:gd name="connsiteY2" fmla="*/ 998161 h 998161"/>
              <a:gd name="connsiteX3" fmla="*/ 0 w 9304543"/>
              <a:gd name="connsiteY3" fmla="*/ 691035 h 998161"/>
              <a:gd name="connsiteX4" fmla="*/ 9304543 w 9304543"/>
              <a:gd name="connsiteY4" fmla="*/ 0 h 998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543" h="998161">
                <a:moveTo>
                  <a:pt x="9304543" y="0"/>
                </a:moveTo>
                <a:lnTo>
                  <a:pt x="9304543" y="998161"/>
                </a:lnTo>
                <a:lnTo>
                  <a:pt x="0" y="998161"/>
                </a:lnTo>
                <a:lnTo>
                  <a:pt x="0" y="691035"/>
                </a:lnTo>
                <a:lnTo>
                  <a:pt x="9304543" y="0"/>
                </a:lnTo>
                <a:close/>
              </a:path>
            </a:pathLst>
          </a:custGeom>
          <a:solidFill>
            <a:srgbClr val="05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F9816BA0-2493-1495-68A9-122D189ABBD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78453" y="6149020"/>
            <a:ext cx="1199025" cy="376705"/>
          </a:xfrm>
          <a:prstGeom prst="rect">
            <a:avLst/>
          </a:prstGeom>
        </p:spPr>
      </p:pic>
      <p:sp>
        <p:nvSpPr>
          <p:cNvPr id="4" name="Freeform 3">
            <a:extLst>
              <a:ext uri="{FF2B5EF4-FFF2-40B4-BE49-F238E27FC236}">
                <a16:creationId xmlns:a16="http://schemas.microsoft.com/office/drawing/2014/main" id="{A6A49192-6361-FD3B-4B0F-141580087A71}"/>
              </a:ext>
            </a:extLst>
          </p:cNvPr>
          <p:cNvSpPr/>
          <p:nvPr userDrawn="1"/>
        </p:nvSpPr>
        <p:spPr>
          <a:xfrm flipH="1">
            <a:off x="-9303" y="5216071"/>
            <a:ext cx="1614308" cy="1669429"/>
          </a:xfrm>
          <a:custGeom>
            <a:avLst/>
            <a:gdLst>
              <a:gd name="connsiteX0" fmla="*/ 1210731 w 1210731"/>
              <a:gd name="connsiteY0" fmla="*/ 0 h 1252072"/>
              <a:gd name="connsiteX1" fmla="*/ 76787 w 1210731"/>
              <a:gd name="connsiteY1" fmla="*/ 778048 h 1252072"/>
              <a:gd name="connsiteX2" fmla="*/ 55806 w 1210731"/>
              <a:gd name="connsiteY2" fmla="*/ 791734 h 1252072"/>
              <a:gd name="connsiteX3" fmla="*/ 53194 w 1210731"/>
              <a:gd name="connsiteY3" fmla="*/ 794236 h 1252072"/>
              <a:gd name="connsiteX4" fmla="*/ 47250 w 1210731"/>
              <a:gd name="connsiteY4" fmla="*/ 798315 h 1252072"/>
              <a:gd name="connsiteX5" fmla="*/ 47271 w 1210731"/>
              <a:gd name="connsiteY5" fmla="*/ 799912 h 1252072"/>
              <a:gd name="connsiteX6" fmla="*/ 32540 w 1210731"/>
              <a:gd name="connsiteY6" fmla="*/ 814026 h 1252072"/>
              <a:gd name="connsiteX7" fmla="*/ 0 w 1210731"/>
              <a:gd name="connsiteY7" fmla="*/ 898245 h 1252072"/>
              <a:gd name="connsiteX8" fmla="*/ 32540 w 1210731"/>
              <a:gd name="connsiteY8" fmla="*/ 982463 h 1252072"/>
              <a:gd name="connsiteX9" fmla="*/ 49803 w 1210731"/>
              <a:gd name="connsiteY9" fmla="*/ 999004 h 1252072"/>
              <a:gd name="connsiteX10" fmla="*/ 49813 w 1210731"/>
              <a:gd name="connsiteY10" fmla="*/ 999782 h 1252072"/>
              <a:gd name="connsiteX11" fmla="*/ 52624 w 1210731"/>
              <a:gd name="connsiteY11" fmla="*/ 1001706 h 1252072"/>
              <a:gd name="connsiteX12" fmla="*/ 55806 w 1210731"/>
              <a:gd name="connsiteY12" fmla="*/ 1004756 h 1252072"/>
              <a:gd name="connsiteX13" fmla="*/ 82531 w 1210731"/>
              <a:gd name="connsiteY13" fmla="*/ 1022187 h 1252072"/>
              <a:gd name="connsiteX14" fmla="*/ 394260 w 1210731"/>
              <a:gd name="connsiteY14" fmla="*/ 1235669 h 1252072"/>
              <a:gd name="connsiteX15" fmla="*/ 1208941 w 1210731"/>
              <a:gd name="connsiteY15" fmla="*/ 1252072 h 1252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0731" h="1252072">
                <a:moveTo>
                  <a:pt x="1210731" y="0"/>
                </a:moveTo>
                <a:lnTo>
                  <a:pt x="76787" y="778048"/>
                </a:lnTo>
                <a:lnTo>
                  <a:pt x="55806" y="791734"/>
                </a:lnTo>
                <a:lnTo>
                  <a:pt x="53194" y="794236"/>
                </a:lnTo>
                <a:lnTo>
                  <a:pt x="47250" y="798315"/>
                </a:lnTo>
                <a:lnTo>
                  <a:pt x="47271" y="799912"/>
                </a:lnTo>
                <a:lnTo>
                  <a:pt x="32540" y="814026"/>
                </a:lnTo>
                <a:cubicBezTo>
                  <a:pt x="11996" y="838067"/>
                  <a:pt x="0" y="867048"/>
                  <a:pt x="0" y="898245"/>
                </a:cubicBezTo>
                <a:cubicBezTo>
                  <a:pt x="0" y="929441"/>
                  <a:pt x="11996" y="958422"/>
                  <a:pt x="32540" y="982463"/>
                </a:cubicBezTo>
                <a:lnTo>
                  <a:pt x="49803" y="999004"/>
                </a:lnTo>
                <a:lnTo>
                  <a:pt x="49813" y="999782"/>
                </a:lnTo>
                <a:lnTo>
                  <a:pt x="52624" y="1001706"/>
                </a:lnTo>
                <a:lnTo>
                  <a:pt x="55806" y="1004756"/>
                </a:lnTo>
                <a:lnTo>
                  <a:pt x="82531" y="1022187"/>
                </a:lnTo>
                <a:lnTo>
                  <a:pt x="394260" y="1235669"/>
                </a:lnTo>
                <a:lnTo>
                  <a:pt x="1208941" y="1252072"/>
                </a:lnTo>
                <a:close/>
              </a:path>
            </a:pathLst>
          </a:custGeom>
          <a:solidFill>
            <a:srgbClr val="02A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38368156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Desig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EBF75BF-A3C5-A169-C9FC-99CB97AB176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8866FE56-BF79-95A6-E26E-257C02E268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4490" y="6105071"/>
            <a:ext cx="953911" cy="299696"/>
          </a:xfrm>
          <a:prstGeom prst="rect">
            <a:avLst/>
          </a:prstGeom>
        </p:spPr>
      </p:pic>
      <p:sp>
        <p:nvSpPr>
          <p:cNvPr id="5" name="Freeform 4">
            <a:extLst>
              <a:ext uri="{FF2B5EF4-FFF2-40B4-BE49-F238E27FC236}">
                <a16:creationId xmlns:a16="http://schemas.microsoft.com/office/drawing/2014/main" id="{4421E379-7AF5-D8A2-199E-9EBC788D8D09}"/>
              </a:ext>
            </a:extLst>
          </p:cNvPr>
          <p:cNvSpPr/>
          <p:nvPr userDrawn="1"/>
        </p:nvSpPr>
        <p:spPr>
          <a:xfrm flipH="1">
            <a:off x="1" y="5648879"/>
            <a:ext cx="12192000" cy="1209123"/>
          </a:xfrm>
          <a:custGeom>
            <a:avLst/>
            <a:gdLst>
              <a:gd name="connsiteX0" fmla="*/ 9304543 w 9304543"/>
              <a:gd name="connsiteY0" fmla="*/ 0 h 998161"/>
              <a:gd name="connsiteX1" fmla="*/ 9304543 w 9304543"/>
              <a:gd name="connsiteY1" fmla="*/ 998161 h 998161"/>
              <a:gd name="connsiteX2" fmla="*/ 0 w 9304543"/>
              <a:gd name="connsiteY2" fmla="*/ 998161 h 998161"/>
              <a:gd name="connsiteX3" fmla="*/ 0 w 9304543"/>
              <a:gd name="connsiteY3" fmla="*/ 691035 h 998161"/>
              <a:gd name="connsiteX4" fmla="*/ 9304543 w 9304543"/>
              <a:gd name="connsiteY4" fmla="*/ 0 h 998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543" h="998161">
                <a:moveTo>
                  <a:pt x="9304543" y="0"/>
                </a:moveTo>
                <a:lnTo>
                  <a:pt x="9304543" y="998161"/>
                </a:lnTo>
                <a:lnTo>
                  <a:pt x="0" y="998161"/>
                </a:lnTo>
                <a:lnTo>
                  <a:pt x="0" y="691035"/>
                </a:lnTo>
                <a:lnTo>
                  <a:pt x="9304543" y="0"/>
                </a:lnTo>
                <a:close/>
              </a:path>
            </a:pathLst>
          </a:custGeom>
          <a:solidFill>
            <a:srgbClr val="05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F0852C66-AE85-9446-0E29-E95B666150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854" y="6149020"/>
            <a:ext cx="1199025" cy="376705"/>
          </a:xfrm>
          <a:prstGeom prst="rect">
            <a:avLst/>
          </a:prstGeom>
        </p:spPr>
      </p:pic>
      <p:sp>
        <p:nvSpPr>
          <p:cNvPr id="2" name="Freeform 1">
            <a:extLst>
              <a:ext uri="{FF2B5EF4-FFF2-40B4-BE49-F238E27FC236}">
                <a16:creationId xmlns:a16="http://schemas.microsoft.com/office/drawing/2014/main" id="{BA649BB3-CFBE-125F-0408-D7BAADA258EC}"/>
              </a:ext>
            </a:extLst>
          </p:cNvPr>
          <p:cNvSpPr/>
          <p:nvPr userDrawn="1"/>
        </p:nvSpPr>
        <p:spPr>
          <a:xfrm>
            <a:off x="10586999" y="5212955"/>
            <a:ext cx="1614308" cy="1669429"/>
          </a:xfrm>
          <a:custGeom>
            <a:avLst/>
            <a:gdLst>
              <a:gd name="connsiteX0" fmla="*/ 1210731 w 1210731"/>
              <a:gd name="connsiteY0" fmla="*/ 0 h 1252072"/>
              <a:gd name="connsiteX1" fmla="*/ 76787 w 1210731"/>
              <a:gd name="connsiteY1" fmla="*/ 778048 h 1252072"/>
              <a:gd name="connsiteX2" fmla="*/ 55806 w 1210731"/>
              <a:gd name="connsiteY2" fmla="*/ 791734 h 1252072"/>
              <a:gd name="connsiteX3" fmla="*/ 53194 w 1210731"/>
              <a:gd name="connsiteY3" fmla="*/ 794236 h 1252072"/>
              <a:gd name="connsiteX4" fmla="*/ 47250 w 1210731"/>
              <a:gd name="connsiteY4" fmla="*/ 798315 h 1252072"/>
              <a:gd name="connsiteX5" fmla="*/ 47271 w 1210731"/>
              <a:gd name="connsiteY5" fmla="*/ 799912 h 1252072"/>
              <a:gd name="connsiteX6" fmla="*/ 32540 w 1210731"/>
              <a:gd name="connsiteY6" fmla="*/ 814026 h 1252072"/>
              <a:gd name="connsiteX7" fmla="*/ 0 w 1210731"/>
              <a:gd name="connsiteY7" fmla="*/ 898245 h 1252072"/>
              <a:gd name="connsiteX8" fmla="*/ 32540 w 1210731"/>
              <a:gd name="connsiteY8" fmla="*/ 982463 h 1252072"/>
              <a:gd name="connsiteX9" fmla="*/ 49803 w 1210731"/>
              <a:gd name="connsiteY9" fmla="*/ 999004 h 1252072"/>
              <a:gd name="connsiteX10" fmla="*/ 49813 w 1210731"/>
              <a:gd name="connsiteY10" fmla="*/ 999782 h 1252072"/>
              <a:gd name="connsiteX11" fmla="*/ 52624 w 1210731"/>
              <a:gd name="connsiteY11" fmla="*/ 1001706 h 1252072"/>
              <a:gd name="connsiteX12" fmla="*/ 55806 w 1210731"/>
              <a:gd name="connsiteY12" fmla="*/ 1004756 h 1252072"/>
              <a:gd name="connsiteX13" fmla="*/ 82531 w 1210731"/>
              <a:gd name="connsiteY13" fmla="*/ 1022187 h 1252072"/>
              <a:gd name="connsiteX14" fmla="*/ 394260 w 1210731"/>
              <a:gd name="connsiteY14" fmla="*/ 1235669 h 1252072"/>
              <a:gd name="connsiteX15" fmla="*/ 1208941 w 1210731"/>
              <a:gd name="connsiteY15" fmla="*/ 1252072 h 1252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0731" h="1252072">
                <a:moveTo>
                  <a:pt x="1210731" y="0"/>
                </a:moveTo>
                <a:lnTo>
                  <a:pt x="76787" y="778048"/>
                </a:lnTo>
                <a:lnTo>
                  <a:pt x="55806" y="791734"/>
                </a:lnTo>
                <a:lnTo>
                  <a:pt x="53194" y="794236"/>
                </a:lnTo>
                <a:lnTo>
                  <a:pt x="47250" y="798315"/>
                </a:lnTo>
                <a:lnTo>
                  <a:pt x="47271" y="799912"/>
                </a:lnTo>
                <a:lnTo>
                  <a:pt x="32540" y="814026"/>
                </a:lnTo>
                <a:cubicBezTo>
                  <a:pt x="11996" y="838067"/>
                  <a:pt x="0" y="867048"/>
                  <a:pt x="0" y="898245"/>
                </a:cubicBezTo>
                <a:cubicBezTo>
                  <a:pt x="0" y="929441"/>
                  <a:pt x="11996" y="958422"/>
                  <a:pt x="32540" y="982463"/>
                </a:cubicBezTo>
                <a:lnTo>
                  <a:pt x="49803" y="999004"/>
                </a:lnTo>
                <a:lnTo>
                  <a:pt x="49813" y="999782"/>
                </a:lnTo>
                <a:lnTo>
                  <a:pt x="52624" y="1001706"/>
                </a:lnTo>
                <a:lnTo>
                  <a:pt x="55806" y="1004756"/>
                </a:lnTo>
                <a:lnTo>
                  <a:pt x="82531" y="1022187"/>
                </a:lnTo>
                <a:lnTo>
                  <a:pt x="394260" y="1235669"/>
                </a:lnTo>
                <a:lnTo>
                  <a:pt x="1208941" y="1252072"/>
                </a:lnTo>
                <a:close/>
              </a:path>
            </a:pathLst>
          </a:custGeom>
          <a:solidFill>
            <a:srgbClr val="02A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48336425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Desig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BCC35AD4-A22B-F270-9BD6-F11FC6E31BAC}"/>
              </a:ext>
            </a:extLst>
          </p:cNvPr>
          <p:cNvSpPr/>
          <p:nvPr userDrawn="1"/>
        </p:nvSpPr>
        <p:spPr>
          <a:xfrm>
            <a:off x="1" y="5648879"/>
            <a:ext cx="12192000" cy="1209123"/>
          </a:xfrm>
          <a:custGeom>
            <a:avLst/>
            <a:gdLst>
              <a:gd name="connsiteX0" fmla="*/ 9304543 w 9304543"/>
              <a:gd name="connsiteY0" fmla="*/ 0 h 998161"/>
              <a:gd name="connsiteX1" fmla="*/ 9304543 w 9304543"/>
              <a:gd name="connsiteY1" fmla="*/ 998161 h 998161"/>
              <a:gd name="connsiteX2" fmla="*/ 0 w 9304543"/>
              <a:gd name="connsiteY2" fmla="*/ 998161 h 998161"/>
              <a:gd name="connsiteX3" fmla="*/ 0 w 9304543"/>
              <a:gd name="connsiteY3" fmla="*/ 691035 h 998161"/>
              <a:gd name="connsiteX4" fmla="*/ 9304543 w 9304543"/>
              <a:gd name="connsiteY4" fmla="*/ 0 h 998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543" h="998161">
                <a:moveTo>
                  <a:pt x="9304543" y="0"/>
                </a:moveTo>
                <a:lnTo>
                  <a:pt x="9304543" y="998161"/>
                </a:lnTo>
                <a:lnTo>
                  <a:pt x="0" y="998161"/>
                </a:lnTo>
                <a:lnTo>
                  <a:pt x="0" y="691035"/>
                </a:lnTo>
                <a:lnTo>
                  <a:pt x="930454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F06FEE55-E598-A718-5EE0-158C72A01E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78458" y="6149020"/>
            <a:ext cx="1199021" cy="376705"/>
          </a:xfrm>
          <a:prstGeom prst="rect">
            <a:avLst/>
          </a:prstGeom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84651130-2CC8-79E0-5B95-28DE2A16B7D9}"/>
              </a:ext>
            </a:extLst>
          </p:cNvPr>
          <p:cNvSpPr/>
          <p:nvPr userDrawn="1"/>
        </p:nvSpPr>
        <p:spPr>
          <a:xfrm flipH="1">
            <a:off x="-9303" y="5216071"/>
            <a:ext cx="1614308" cy="1669429"/>
          </a:xfrm>
          <a:custGeom>
            <a:avLst/>
            <a:gdLst>
              <a:gd name="connsiteX0" fmla="*/ 1210731 w 1210731"/>
              <a:gd name="connsiteY0" fmla="*/ 0 h 1252072"/>
              <a:gd name="connsiteX1" fmla="*/ 76787 w 1210731"/>
              <a:gd name="connsiteY1" fmla="*/ 778048 h 1252072"/>
              <a:gd name="connsiteX2" fmla="*/ 55806 w 1210731"/>
              <a:gd name="connsiteY2" fmla="*/ 791734 h 1252072"/>
              <a:gd name="connsiteX3" fmla="*/ 53194 w 1210731"/>
              <a:gd name="connsiteY3" fmla="*/ 794236 h 1252072"/>
              <a:gd name="connsiteX4" fmla="*/ 47250 w 1210731"/>
              <a:gd name="connsiteY4" fmla="*/ 798315 h 1252072"/>
              <a:gd name="connsiteX5" fmla="*/ 47271 w 1210731"/>
              <a:gd name="connsiteY5" fmla="*/ 799912 h 1252072"/>
              <a:gd name="connsiteX6" fmla="*/ 32540 w 1210731"/>
              <a:gd name="connsiteY6" fmla="*/ 814026 h 1252072"/>
              <a:gd name="connsiteX7" fmla="*/ 0 w 1210731"/>
              <a:gd name="connsiteY7" fmla="*/ 898245 h 1252072"/>
              <a:gd name="connsiteX8" fmla="*/ 32540 w 1210731"/>
              <a:gd name="connsiteY8" fmla="*/ 982463 h 1252072"/>
              <a:gd name="connsiteX9" fmla="*/ 49803 w 1210731"/>
              <a:gd name="connsiteY9" fmla="*/ 999004 h 1252072"/>
              <a:gd name="connsiteX10" fmla="*/ 49813 w 1210731"/>
              <a:gd name="connsiteY10" fmla="*/ 999782 h 1252072"/>
              <a:gd name="connsiteX11" fmla="*/ 52624 w 1210731"/>
              <a:gd name="connsiteY11" fmla="*/ 1001706 h 1252072"/>
              <a:gd name="connsiteX12" fmla="*/ 55806 w 1210731"/>
              <a:gd name="connsiteY12" fmla="*/ 1004756 h 1252072"/>
              <a:gd name="connsiteX13" fmla="*/ 82531 w 1210731"/>
              <a:gd name="connsiteY13" fmla="*/ 1022187 h 1252072"/>
              <a:gd name="connsiteX14" fmla="*/ 394260 w 1210731"/>
              <a:gd name="connsiteY14" fmla="*/ 1235669 h 1252072"/>
              <a:gd name="connsiteX15" fmla="*/ 1208941 w 1210731"/>
              <a:gd name="connsiteY15" fmla="*/ 1252072 h 1252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0731" h="1252072">
                <a:moveTo>
                  <a:pt x="1210731" y="0"/>
                </a:moveTo>
                <a:lnTo>
                  <a:pt x="76787" y="778048"/>
                </a:lnTo>
                <a:lnTo>
                  <a:pt x="55806" y="791734"/>
                </a:lnTo>
                <a:lnTo>
                  <a:pt x="53194" y="794236"/>
                </a:lnTo>
                <a:lnTo>
                  <a:pt x="47250" y="798315"/>
                </a:lnTo>
                <a:lnTo>
                  <a:pt x="47271" y="799912"/>
                </a:lnTo>
                <a:lnTo>
                  <a:pt x="32540" y="814026"/>
                </a:lnTo>
                <a:cubicBezTo>
                  <a:pt x="11996" y="838067"/>
                  <a:pt x="0" y="867048"/>
                  <a:pt x="0" y="898245"/>
                </a:cubicBezTo>
                <a:cubicBezTo>
                  <a:pt x="0" y="929441"/>
                  <a:pt x="11996" y="958422"/>
                  <a:pt x="32540" y="982463"/>
                </a:cubicBezTo>
                <a:lnTo>
                  <a:pt x="49803" y="999004"/>
                </a:lnTo>
                <a:lnTo>
                  <a:pt x="49813" y="999782"/>
                </a:lnTo>
                <a:lnTo>
                  <a:pt x="52624" y="1001706"/>
                </a:lnTo>
                <a:lnTo>
                  <a:pt x="55806" y="1004756"/>
                </a:lnTo>
                <a:lnTo>
                  <a:pt x="82531" y="1022187"/>
                </a:lnTo>
                <a:lnTo>
                  <a:pt x="394260" y="1235669"/>
                </a:lnTo>
                <a:lnTo>
                  <a:pt x="1208941" y="1252072"/>
                </a:lnTo>
                <a:close/>
              </a:path>
            </a:pathLst>
          </a:custGeom>
          <a:solidFill>
            <a:srgbClr val="EFB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60152352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Design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2D77D28B-B606-E461-31D8-54A7B8D5F1CB}"/>
              </a:ext>
            </a:extLst>
          </p:cNvPr>
          <p:cNvSpPr/>
          <p:nvPr userDrawn="1"/>
        </p:nvSpPr>
        <p:spPr>
          <a:xfrm flipH="1">
            <a:off x="1" y="5648879"/>
            <a:ext cx="12192000" cy="1209123"/>
          </a:xfrm>
          <a:custGeom>
            <a:avLst/>
            <a:gdLst>
              <a:gd name="connsiteX0" fmla="*/ 9304543 w 9304543"/>
              <a:gd name="connsiteY0" fmla="*/ 0 h 998161"/>
              <a:gd name="connsiteX1" fmla="*/ 9304543 w 9304543"/>
              <a:gd name="connsiteY1" fmla="*/ 998161 h 998161"/>
              <a:gd name="connsiteX2" fmla="*/ 0 w 9304543"/>
              <a:gd name="connsiteY2" fmla="*/ 998161 h 998161"/>
              <a:gd name="connsiteX3" fmla="*/ 0 w 9304543"/>
              <a:gd name="connsiteY3" fmla="*/ 691035 h 998161"/>
              <a:gd name="connsiteX4" fmla="*/ 9304543 w 9304543"/>
              <a:gd name="connsiteY4" fmla="*/ 0 h 998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543" h="998161">
                <a:moveTo>
                  <a:pt x="9304543" y="0"/>
                </a:moveTo>
                <a:lnTo>
                  <a:pt x="9304543" y="998161"/>
                </a:lnTo>
                <a:lnTo>
                  <a:pt x="0" y="998161"/>
                </a:lnTo>
                <a:lnTo>
                  <a:pt x="0" y="691035"/>
                </a:lnTo>
                <a:lnTo>
                  <a:pt x="930454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2" name="Picture 1" descr="Icon&#10;&#10;Description automatically generated">
            <a:extLst>
              <a:ext uri="{FF2B5EF4-FFF2-40B4-BE49-F238E27FC236}">
                <a16:creationId xmlns:a16="http://schemas.microsoft.com/office/drawing/2014/main" id="{F8FAA499-FEF8-9D37-3997-5CEF0548CF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127" y="6149020"/>
            <a:ext cx="1199021" cy="376705"/>
          </a:xfrm>
          <a:prstGeom prst="rect">
            <a:avLst/>
          </a:prstGeom>
        </p:spPr>
      </p:pic>
      <p:sp>
        <p:nvSpPr>
          <p:cNvPr id="5" name="Freeform 4">
            <a:extLst>
              <a:ext uri="{FF2B5EF4-FFF2-40B4-BE49-F238E27FC236}">
                <a16:creationId xmlns:a16="http://schemas.microsoft.com/office/drawing/2014/main" id="{1434D90C-E25E-A265-D98E-0297A77FDDCF}"/>
              </a:ext>
            </a:extLst>
          </p:cNvPr>
          <p:cNvSpPr/>
          <p:nvPr userDrawn="1"/>
        </p:nvSpPr>
        <p:spPr>
          <a:xfrm>
            <a:off x="10586999" y="5212955"/>
            <a:ext cx="1614308" cy="1669429"/>
          </a:xfrm>
          <a:custGeom>
            <a:avLst/>
            <a:gdLst>
              <a:gd name="connsiteX0" fmla="*/ 1210731 w 1210731"/>
              <a:gd name="connsiteY0" fmla="*/ 0 h 1252072"/>
              <a:gd name="connsiteX1" fmla="*/ 76787 w 1210731"/>
              <a:gd name="connsiteY1" fmla="*/ 778048 h 1252072"/>
              <a:gd name="connsiteX2" fmla="*/ 55806 w 1210731"/>
              <a:gd name="connsiteY2" fmla="*/ 791734 h 1252072"/>
              <a:gd name="connsiteX3" fmla="*/ 53194 w 1210731"/>
              <a:gd name="connsiteY3" fmla="*/ 794236 h 1252072"/>
              <a:gd name="connsiteX4" fmla="*/ 47250 w 1210731"/>
              <a:gd name="connsiteY4" fmla="*/ 798315 h 1252072"/>
              <a:gd name="connsiteX5" fmla="*/ 47271 w 1210731"/>
              <a:gd name="connsiteY5" fmla="*/ 799912 h 1252072"/>
              <a:gd name="connsiteX6" fmla="*/ 32540 w 1210731"/>
              <a:gd name="connsiteY6" fmla="*/ 814026 h 1252072"/>
              <a:gd name="connsiteX7" fmla="*/ 0 w 1210731"/>
              <a:gd name="connsiteY7" fmla="*/ 898245 h 1252072"/>
              <a:gd name="connsiteX8" fmla="*/ 32540 w 1210731"/>
              <a:gd name="connsiteY8" fmla="*/ 982463 h 1252072"/>
              <a:gd name="connsiteX9" fmla="*/ 49803 w 1210731"/>
              <a:gd name="connsiteY9" fmla="*/ 999004 h 1252072"/>
              <a:gd name="connsiteX10" fmla="*/ 49813 w 1210731"/>
              <a:gd name="connsiteY10" fmla="*/ 999782 h 1252072"/>
              <a:gd name="connsiteX11" fmla="*/ 52624 w 1210731"/>
              <a:gd name="connsiteY11" fmla="*/ 1001706 h 1252072"/>
              <a:gd name="connsiteX12" fmla="*/ 55806 w 1210731"/>
              <a:gd name="connsiteY12" fmla="*/ 1004756 h 1252072"/>
              <a:gd name="connsiteX13" fmla="*/ 82531 w 1210731"/>
              <a:gd name="connsiteY13" fmla="*/ 1022187 h 1252072"/>
              <a:gd name="connsiteX14" fmla="*/ 394260 w 1210731"/>
              <a:gd name="connsiteY14" fmla="*/ 1235669 h 1252072"/>
              <a:gd name="connsiteX15" fmla="*/ 1208941 w 1210731"/>
              <a:gd name="connsiteY15" fmla="*/ 1252072 h 1252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0731" h="1252072">
                <a:moveTo>
                  <a:pt x="1210731" y="0"/>
                </a:moveTo>
                <a:lnTo>
                  <a:pt x="76787" y="778048"/>
                </a:lnTo>
                <a:lnTo>
                  <a:pt x="55806" y="791734"/>
                </a:lnTo>
                <a:lnTo>
                  <a:pt x="53194" y="794236"/>
                </a:lnTo>
                <a:lnTo>
                  <a:pt x="47250" y="798315"/>
                </a:lnTo>
                <a:lnTo>
                  <a:pt x="47271" y="799912"/>
                </a:lnTo>
                <a:lnTo>
                  <a:pt x="32540" y="814026"/>
                </a:lnTo>
                <a:cubicBezTo>
                  <a:pt x="11996" y="838067"/>
                  <a:pt x="0" y="867048"/>
                  <a:pt x="0" y="898245"/>
                </a:cubicBezTo>
                <a:cubicBezTo>
                  <a:pt x="0" y="929441"/>
                  <a:pt x="11996" y="958422"/>
                  <a:pt x="32540" y="982463"/>
                </a:cubicBezTo>
                <a:lnTo>
                  <a:pt x="49803" y="999004"/>
                </a:lnTo>
                <a:lnTo>
                  <a:pt x="49813" y="999782"/>
                </a:lnTo>
                <a:lnTo>
                  <a:pt x="52624" y="1001706"/>
                </a:lnTo>
                <a:lnTo>
                  <a:pt x="55806" y="1004756"/>
                </a:lnTo>
                <a:lnTo>
                  <a:pt x="82531" y="1022187"/>
                </a:lnTo>
                <a:lnTo>
                  <a:pt x="394260" y="1235669"/>
                </a:lnTo>
                <a:lnTo>
                  <a:pt x="1208941" y="1252072"/>
                </a:lnTo>
                <a:close/>
              </a:path>
            </a:pathLst>
          </a:custGeom>
          <a:solidFill>
            <a:srgbClr val="EFB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26141626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Design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EBF75BF-A3C5-A169-C9FC-99CB97AB176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B1CEF4D5-C880-7A09-A1A4-0E26AB930D6E}"/>
              </a:ext>
            </a:extLst>
          </p:cNvPr>
          <p:cNvSpPr/>
          <p:nvPr userDrawn="1"/>
        </p:nvSpPr>
        <p:spPr>
          <a:xfrm>
            <a:off x="1" y="5648879"/>
            <a:ext cx="12192000" cy="1209123"/>
          </a:xfrm>
          <a:custGeom>
            <a:avLst/>
            <a:gdLst>
              <a:gd name="connsiteX0" fmla="*/ 9304543 w 9304543"/>
              <a:gd name="connsiteY0" fmla="*/ 0 h 998161"/>
              <a:gd name="connsiteX1" fmla="*/ 9304543 w 9304543"/>
              <a:gd name="connsiteY1" fmla="*/ 998161 h 998161"/>
              <a:gd name="connsiteX2" fmla="*/ 0 w 9304543"/>
              <a:gd name="connsiteY2" fmla="*/ 998161 h 998161"/>
              <a:gd name="connsiteX3" fmla="*/ 0 w 9304543"/>
              <a:gd name="connsiteY3" fmla="*/ 691035 h 998161"/>
              <a:gd name="connsiteX4" fmla="*/ 9304543 w 9304543"/>
              <a:gd name="connsiteY4" fmla="*/ 0 h 998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543" h="998161">
                <a:moveTo>
                  <a:pt x="9304543" y="0"/>
                </a:moveTo>
                <a:lnTo>
                  <a:pt x="9304543" y="998161"/>
                </a:lnTo>
                <a:lnTo>
                  <a:pt x="0" y="998161"/>
                </a:lnTo>
                <a:lnTo>
                  <a:pt x="0" y="691035"/>
                </a:lnTo>
                <a:lnTo>
                  <a:pt x="9304543" y="0"/>
                </a:lnTo>
                <a:close/>
              </a:path>
            </a:pathLst>
          </a:custGeom>
          <a:solidFill>
            <a:srgbClr val="05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1B541167-CB4E-B15E-F367-F6ABB291AA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78453" y="6149020"/>
            <a:ext cx="1199025" cy="376705"/>
          </a:xfrm>
          <a:prstGeom prst="rect">
            <a:avLst/>
          </a:prstGeom>
        </p:spPr>
      </p:pic>
      <p:sp>
        <p:nvSpPr>
          <p:cNvPr id="4" name="Freeform 3">
            <a:extLst>
              <a:ext uri="{FF2B5EF4-FFF2-40B4-BE49-F238E27FC236}">
                <a16:creationId xmlns:a16="http://schemas.microsoft.com/office/drawing/2014/main" id="{0AAB416A-1922-3AA7-273A-BDD01BD26AEE}"/>
              </a:ext>
            </a:extLst>
          </p:cNvPr>
          <p:cNvSpPr/>
          <p:nvPr userDrawn="1"/>
        </p:nvSpPr>
        <p:spPr>
          <a:xfrm flipH="1">
            <a:off x="-9303" y="5216071"/>
            <a:ext cx="1614308" cy="1669429"/>
          </a:xfrm>
          <a:custGeom>
            <a:avLst/>
            <a:gdLst>
              <a:gd name="connsiteX0" fmla="*/ 1210731 w 1210731"/>
              <a:gd name="connsiteY0" fmla="*/ 0 h 1252072"/>
              <a:gd name="connsiteX1" fmla="*/ 76787 w 1210731"/>
              <a:gd name="connsiteY1" fmla="*/ 778048 h 1252072"/>
              <a:gd name="connsiteX2" fmla="*/ 55806 w 1210731"/>
              <a:gd name="connsiteY2" fmla="*/ 791734 h 1252072"/>
              <a:gd name="connsiteX3" fmla="*/ 53194 w 1210731"/>
              <a:gd name="connsiteY3" fmla="*/ 794236 h 1252072"/>
              <a:gd name="connsiteX4" fmla="*/ 47250 w 1210731"/>
              <a:gd name="connsiteY4" fmla="*/ 798315 h 1252072"/>
              <a:gd name="connsiteX5" fmla="*/ 47271 w 1210731"/>
              <a:gd name="connsiteY5" fmla="*/ 799912 h 1252072"/>
              <a:gd name="connsiteX6" fmla="*/ 32540 w 1210731"/>
              <a:gd name="connsiteY6" fmla="*/ 814026 h 1252072"/>
              <a:gd name="connsiteX7" fmla="*/ 0 w 1210731"/>
              <a:gd name="connsiteY7" fmla="*/ 898245 h 1252072"/>
              <a:gd name="connsiteX8" fmla="*/ 32540 w 1210731"/>
              <a:gd name="connsiteY8" fmla="*/ 982463 h 1252072"/>
              <a:gd name="connsiteX9" fmla="*/ 49803 w 1210731"/>
              <a:gd name="connsiteY9" fmla="*/ 999004 h 1252072"/>
              <a:gd name="connsiteX10" fmla="*/ 49813 w 1210731"/>
              <a:gd name="connsiteY10" fmla="*/ 999782 h 1252072"/>
              <a:gd name="connsiteX11" fmla="*/ 52624 w 1210731"/>
              <a:gd name="connsiteY11" fmla="*/ 1001706 h 1252072"/>
              <a:gd name="connsiteX12" fmla="*/ 55806 w 1210731"/>
              <a:gd name="connsiteY12" fmla="*/ 1004756 h 1252072"/>
              <a:gd name="connsiteX13" fmla="*/ 82531 w 1210731"/>
              <a:gd name="connsiteY13" fmla="*/ 1022187 h 1252072"/>
              <a:gd name="connsiteX14" fmla="*/ 394260 w 1210731"/>
              <a:gd name="connsiteY14" fmla="*/ 1235669 h 1252072"/>
              <a:gd name="connsiteX15" fmla="*/ 1208941 w 1210731"/>
              <a:gd name="connsiteY15" fmla="*/ 1252072 h 1252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0731" h="1252072">
                <a:moveTo>
                  <a:pt x="1210731" y="0"/>
                </a:moveTo>
                <a:lnTo>
                  <a:pt x="76787" y="778048"/>
                </a:lnTo>
                <a:lnTo>
                  <a:pt x="55806" y="791734"/>
                </a:lnTo>
                <a:lnTo>
                  <a:pt x="53194" y="794236"/>
                </a:lnTo>
                <a:lnTo>
                  <a:pt x="47250" y="798315"/>
                </a:lnTo>
                <a:lnTo>
                  <a:pt x="47271" y="799912"/>
                </a:lnTo>
                <a:lnTo>
                  <a:pt x="32540" y="814026"/>
                </a:lnTo>
                <a:cubicBezTo>
                  <a:pt x="11996" y="838067"/>
                  <a:pt x="0" y="867048"/>
                  <a:pt x="0" y="898245"/>
                </a:cubicBezTo>
                <a:cubicBezTo>
                  <a:pt x="0" y="929441"/>
                  <a:pt x="11996" y="958422"/>
                  <a:pt x="32540" y="982463"/>
                </a:cubicBezTo>
                <a:lnTo>
                  <a:pt x="49803" y="999004"/>
                </a:lnTo>
                <a:lnTo>
                  <a:pt x="49813" y="999782"/>
                </a:lnTo>
                <a:lnTo>
                  <a:pt x="52624" y="1001706"/>
                </a:lnTo>
                <a:lnTo>
                  <a:pt x="55806" y="1004756"/>
                </a:lnTo>
                <a:lnTo>
                  <a:pt x="82531" y="1022187"/>
                </a:lnTo>
                <a:lnTo>
                  <a:pt x="394260" y="1235669"/>
                </a:lnTo>
                <a:lnTo>
                  <a:pt x="1208941" y="1252072"/>
                </a:lnTo>
                <a:close/>
              </a:path>
            </a:pathLst>
          </a:custGeom>
          <a:solidFill>
            <a:srgbClr val="EFB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39286283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Design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EBF75BF-A3C5-A169-C9FC-99CB97AB176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8866FE56-BF79-95A6-E26E-257C02E268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4490" y="6105071"/>
            <a:ext cx="953911" cy="299696"/>
          </a:xfrm>
          <a:prstGeom prst="rect">
            <a:avLst/>
          </a:prstGeom>
        </p:spPr>
      </p:pic>
      <p:sp>
        <p:nvSpPr>
          <p:cNvPr id="2" name="Freeform 1">
            <a:extLst>
              <a:ext uri="{FF2B5EF4-FFF2-40B4-BE49-F238E27FC236}">
                <a16:creationId xmlns:a16="http://schemas.microsoft.com/office/drawing/2014/main" id="{1A5D2573-7061-0498-3E38-82161629C149}"/>
              </a:ext>
            </a:extLst>
          </p:cNvPr>
          <p:cNvSpPr/>
          <p:nvPr userDrawn="1"/>
        </p:nvSpPr>
        <p:spPr>
          <a:xfrm flipH="1">
            <a:off x="1" y="5648879"/>
            <a:ext cx="12192000" cy="1209123"/>
          </a:xfrm>
          <a:custGeom>
            <a:avLst/>
            <a:gdLst>
              <a:gd name="connsiteX0" fmla="*/ 9304543 w 9304543"/>
              <a:gd name="connsiteY0" fmla="*/ 0 h 998161"/>
              <a:gd name="connsiteX1" fmla="*/ 9304543 w 9304543"/>
              <a:gd name="connsiteY1" fmla="*/ 998161 h 998161"/>
              <a:gd name="connsiteX2" fmla="*/ 0 w 9304543"/>
              <a:gd name="connsiteY2" fmla="*/ 998161 h 998161"/>
              <a:gd name="connsiteX3" fmla="*/ 0 w 9304543"/>
              <a:gd name="connsiteY3" fmla="*/ 691035 h 998161"/>
              <a:gd name="connsiteX4" fmla="*/ 9304543 w 9304543"/>
              <a:gd name="connsiteY4" fmla="*/ 0 h 998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543" h="998161">
                <a:moveTo>
                  <a:pt x="9304543" y="0"/>
                </a:moveTo>
                <a:lnTo>
                  <a:pt x="9304543" y="998161"/>
                </a:lnTo>
                <a:lnTo>
                  <a:pt x="0" y="998161"/>
                </a:lnTo>
                <a:lnTo>
                  <a:pt x="0" y="691035"/>
                </a:lnTo>
                <a:lnTo>
                  <a:pt x="9304543" y="0"/>
                </a:lnTo>
                <a:close/>
              </a:path>
            </a:pathLst>
          </a:custGeom>
          <a:solidFill>
            <a:srgbClr val="05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49908987-953F-E89B-F819-88A6D802D21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854" y="6149020"/>
            <a:ext cx="1199025" cy="376705"/>
          </a:xfrm>
          <a:prstGeom prst="rect">
            <a:avLst/>
          </a:prstGeom>
        </p:spPr>
      </p:pic>
      <p:sp>
        <p:nvSpPr>
          <p:cNvPr id="4" name="Freeform 3">
            <a:extLst>
              <a:ext uri="{FF2B5EF4-FFF2-40B4-BE49-F238E27FC236}">
                <a16:creationId xmlns:a16="http://schemas.microsoft.com/office/drawing/2014/main" id="{FE58EDC5-C605-CF46-637C-A37337AC524E}"/>
              </a:ext>
            </a:extLst>
          </p:cNvPr>
          <p:cNvSpPr/>
          <p:nvPr userDrawn="1"/>
        </p:nvSpPr>
        <p:spPr>
          <a:xfrm>
            <a:off x="10586999" y="5212955"/>
            <a:ext cx="1614308" cy="1669429"/>
          </a:xfrm>
          <a:custGeom>
            <a:avLst/>
            <a:gdLst>
              <a:gd name="connsiteX0" fmla="*/ 1210731 w 1210731"/>
              <a:gd name="connsiteY0" fmla="*/ 0 h 1252072"/>
              <a:gd name="connsiteX1" fmla="*/ 76787 w 1210731"/>
              <a:gd name="connsiteY1" fmla="*/ 778048 h 1252072"/>
              <a:gd name="connsiteX2" fmla="*/ 55806 w 1210731"/>
              <a:gd name="connsiteY2" fmla="*/ 791734 h 1252072"/>
              <a:gd name="connsiteX3" fmla="*/ 53194 w 1210731"/>
              <a:gd name="connsiteY3" fmla="*/ 794236 h 1252072"/>
              <a:gd name="connsiteX4" fmla="*/ 47250 w 1210731"/>
              <a:gd name="connsiteY4" fmla="*/ 798315 h 1252072"/>
              <a:gd name="connsiteX5" fmla="*/ 47271 w 1210731"/>
              <a:gd name="connsiteY5" fmla="*/ 799912 h 1252072"/>
              <a:gd name="connsiteX6" fmla="*/ 32540 w 1210731"/>
              <a:gd name="connsiteY6" fmla="*/ 814026 h 1252072"/>
              <a:gd name="connsiteX7" fmla="*/ 0 w 1210731"/>
              <a:gd name="connsiteY7" fmla="*/ 898245 h 1252072"/>
              <a:gd name="connsiteX8" fmla="*/ 32540 w 1210731"/>
              <a:gd name="connsiteY8" fmla="*/ 982463 h 1252072"/>
              <a:gd name="connsiteX9" fmla="*/ 49803 w 1210731"/>
              <a:gd name="connsiteY9" fmla="*/ 999004 h 1252072"/>
              <a:gd name="connsiteX10" fmla="*/ 49813 w 1210731"/>
              <a:gd name="connsiteY10" fmla="*/ 999782 h 1252072"/>
              <a:gd name="connsiteX11" fmla="*/ 52624 w 1210731"/>
              <a:gd name="connsiteY11" fmla="*/ 1001706 h 1252072"/>
              <a:gd name="connsiteX12" fmla="*/ 55806 w 1210731"/>
              <a:gd name="connsiteY12" fmla="*/ 1004756 h 1252072"/>
              <a:gd name="connsiteX13" fmla="*/ 82531 w 1210731"/>
              <a:gd name="connsiteY13" fmla="*/ 1022187 h 1252072"/>
              <a:gd name="connsiteX14" fmla="*/ 394260 w 1210731"/>
              <a:gd name="connsiteY14" fmla="*/ 1235669 h 1252072"/>
              <a:gd name="connsiteX15" fmla="*/ 1208941 w 1210731"/>
              <a:gd name="connsiteY15" fmla="*/ 1252072 h 1252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0731" h="1252072">
                <a:moveTo>
                  <a:pt x="1210731" y="0"/>
                </a:moveTo>
                <a:lnTo>
                  <a:pt x="76787" y="778048"/>
                </a:lnTo>
                <a:lnTo>
                  <a:pt x="55806" y="791734"/>
                </a:lnTo>
                <a:lnTo>
                  <a:pt x="53194" y="794236"/>
                </a:lnTo>
                <a:lnTo>
                  <a:pt x="47250" y="798315"/>
                </a:lnTo>
                <a:lnTo>
                  <a:pt x="47271" y="799912"/>
                </a:lnTo>
                <a:lnTo>
                  <a:pt x="32540" y="814026"/>
                </a:lnTo>
                <a:cubicBezTo>
                  <a:pt x="11996" y="838067"/>
                  <a:pt x="0" y="867048"/>
                  <a:pt x="0" y="898245"/>
                </a:cubicBezTo>
                <a:cubicBezTo>
                  <a:pt x="0" y="929441"/>
                  <a:pt x="11996" y="958422"/>
                  <a:pt x="32540" y="982463"/>
                </a:cubicBezTo>
                <a:lnTo>
                  <a:pt x="49803" y="999004"/>
                </a:lnTo>
                <a:lnTo>
                  <a:pt x="49813" y="999782"/>
                </a:lnTo>
                <a:lnTo>
                  <a:pt x="52624" y="1001706"/>
                </a:lnTo>
                <a:lnTo>
                  <a:pt x="55806" y="1004756"/>
                </a:lnTo>
                <a:lnTo>
                  <a:pt x="82531" y="1022187"/>
                </a:lnTo>
                <a:lnTo>
                  <a:pt x="394260" y="1235669"/>
                </a:lnTo>
                <a:lnTo>
                  <a:pt x="1208941" y="1252072"/>
                </a:lnTo>
                <a:close/>
              </a:path>
            </a:pathLst>
          </a:custGeom>
          <a:solidFill>
            <a:srgbClr val="EFB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32924453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Design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D0286593-AFE1-5795-BD41-0C2E4A429812}"/>
              </a:ext>
            </a:extLst>
          </p:cNvPr>
          <p:cNvSpPr/>
          <p:nvPr userDrawn="1"/>
        </p:nvSpPr>
        <p:spPr>
          <a:xfrm>
            <a:off x="1" y="5648879"/>
            <a:ext cx="12192000" cy="1209123"/>
          </a:xfrm>
          <a:custGeom>
            <a:avLst/>
            <a:gdLst>
              <a:gd name="connsiteX0" fmla="*/ 9304543 w 9304543"/>
              <a:gd name="connsiteY0" fmla="*/ 0 h 998161"/>
              <a:gd name="connsiteX1" fmla="*/ 9304543 w 9304543"/>
              <a:gd name="connsiteY1" fmla="*/ 998161 h 998161"/>
              <a:gd name="connsiteX2" fmla="*/ 0 w 9304543"/>
              <a:gd name="connsiteY2" fmla="*/ 998161 h 998161"/>
              <a:gd name="connsiteX3" fmla="*/ 0 w 9304543"/>
              <a:gd name="connsiteY3" fmla="*/ 691035 h 998161"/>
              <a:gd name="connsiteX4" fmla="*/ 9304543 w 9304543"/>
              <a:gd name="connsiteY4" fmla="*/ 0 h 998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543" h="998161">
                <a:moveTo>
                  <a:pt x="9304543" y="0"/>
                </a:moveTo>
                <a:lnTo>
                  <a:pt x="9304543" y="998161"/>
                </a:lnTo>
                <a:lnTo>
                  <a:pt x="0" y="998161"/>
                </a:lnTo>
                <a:lnTo>
                  <a:pt x="0" y="691035"/>
                </a:lnTo>
                <a:lnTo>
                  <a:pt x="930454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1C820E93-939E-4585-01CC-000DC76B1B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78458" y="6149020"/>
            <a:ext cx="1199021" cy="376705"/>
          </a:xfrm>
          <a:prstGeom prst="rect">
            <a:avLst/>
          </a:prstGeom>
        </p:spPr>
      </p:pic>
      <p:sp>
        <p:nvSpPr>
          <p:cNvPr id="2" name="Freeform 1">
            <a:extLst>
              <a:ext uri="{FF2B5EF4-FFF2-40B4-BE49-F238E27FC236}">
                <a16:creationId xmlns:a16="http://schemas.microsoft.com/office/drawing/2014/main" id="{7A749CB1-38CA-0B10-D5BC-79C97887471E}"/>
              </a:ext>
            </a:extLst>
          </p:cNvPr>
          <p:cNvSpPr/>
          <p:nvPr userDrawn="1"/>
        </p:nvSpPr>
        <p:spPr>
          <a:xfrm flipH="1">
            <a:off x="-9303" y="5216071"/>
            <a:ext cx="1614308" cy="1669429"/>
          </a:xfrm>
          <a:custGeom>
            <a:avLst/>
            <a:gdLst>
              <a:gd name="connsiteX0" fmla="*/ 1210731 w 1210731"/>
              <a:gd name="connsiteY0" fmla="*/ 0 h 1252072"/>
              <a:gd name="connsiteX1" fmla="*/ 76787 w 1210731"/>
              <a:gd name="connsiteY1" fmla="*/ 778048 h 1252072"/>
              <a:gd name="connsiteX2" fmla="*/ 55806 w 1210731"/>
              <a:gd name="connsiteY2" fmla="*/ 791734 h 1252072"/>
              <a:gd name="connsiteX3" fmla="*/ 53194 w 1210731"/>
              <a:gd name="connsiteY3" fmla="*/ 794236 h 1252072"/>
              <a:gd name="connsiteX4" fmla="*/ 47250 w 1210731"/>
              <a:gd name="connsiteY4" fmla="*/ 798315 h 1252072"/>
              <a:gd name="connsiteX5" fmla="*/ 47271 w 1210731"/>
              <a:gd name="connsiteY5" fmla="*/ 799912 h 1252072"/>
              <a:gd name="connsiteX6" fmla="*/ 32540 w 1210731"/>
              <a:gd name="connsiteY6" fmla="*/ 814026 h 1252072"/>
              <a:gd name="connsiteX7" fmla="*/ 0 w 1210731"/>
              <a:gd name="connsiteY7" fmla="*/ 898245 h 1252072"/>
              <a:gd name="connsiteX8" fmla="*/ 32540 w 1210731"/>
              <a:gd name="connsiteY8" fmla="*/ 982463 h 1252072"/>
              <a:gd name="connsiteX9" fmla="*/ 49803 w 1210731"/>
              <a:gd name="connsiteY9" fmla="*/ 999004 h 1252072"/>
              <a:gd name="connsiteX10" fmla="*/ 49813 w 1210731"/>
              <a:gd name="connsiteY10" fmla="*/ 999782 h 1252072"/>
              <a:gd name="connsiteX11" fmla="*/ 52624 w 1210731"/>
              <a:gd name="connsiteY11" fmla="*/ 1001706 h 1252072"/>
              <a:gd name="connsiteX12" fmla="*/ 55806 w 1210731"/>
              <a:gd name="connsiteY12" fmla="*/ 1004756 h 1252072"/>
              <a:gd name="connsiteX13" fmla="*/ 82531 w 1210731"/>
              <a:gd name="connsiteY13" fmla="*/ 1022187 h 1252072"/>
              <a:gd name="connsiteX14" fmla="*/ 394260 w 1210731"/>
              <a:gd name="connsiteY14" fmla="*/ 1235669 h 1252072"/>
              <a:gd name="connsiteX15" fmla="*/ 1208941 w 1210731"/>
              <a:gd name="connsiteY15" fmla="*/ 1252072 h 1252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0731" h="1252072">
                <a:moveTo>
                  <a:pt x="1210731" y="0"/>
                </a:moveTo>
                <a:lnTo>
                  <a:pt x="76787" y="778048"/>
                </a:lnTo>
                <a:lnTo>
                  <a:pt x="55806" y="791734"/>
                </a:lnTo>
                <a:lnTo>
                  <a:pt x="53194" y="794236"/>
                </a:lnTo>
                <a:lnTo>
                  <a:pt x="47250" y="798315"/>
                </a:lnTo>
                <a:lnTo>
                  <a:pt x="47271" y="799912"/>
                </a:lnTo>
                <a:lnTo>
                  <a:pt x="32540" y="814026"/>
                </a:lnTo>
                <a:cubicBezTo>
                  <a:pt x="11996" y="838067"/>
                  <a:pt x="0" y="867048"/>
                  <a:pt x="0" y="898245"/>
                </a:cubicBezTo>
                <a:cubicBezTo>
                  <a:pt x="0" y="929441"/>
                  <a:pt x="11996" y="958422"/>
                  <a:pt x="32540" y="982463"/>
                </a:cubicBezTo>
                <a:lnTo>
                  <a:pt x="49803" y="999004"/>
                </a:lnTo>
                <a:lnTo>
                  <a:pt x="49813" y="999782"/>
                </a:lnTo>
                <a:lnTo>
                  <a:pt x="52624" y="1001706"/>
                </a:lnTo>
                <a:lnTo>
                  <a:pt x="55806" y="1004756"/>
                </a:lnTo>
                <a:lnTo>
                  <a:pt x="82531" y="1022187"/>
                </a:lnTo>
                <a:lnTo>
                  <a:pt x="394260" y="1235669"/>
                </a:lnTo>
                <a:lnTo>
                  <a:pt x="1208941" y="1252072"/>
                </a:lnTo>
                <a:close/>
              </a:path>
            </a:pathLst>
          </a:custGeom>
          <a:solidFill>
            <a:srgbClr val="A3B4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40556116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Design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3D43F502-0253-DF06-89FA-A947BFE6FA17}"/>
              </a:ext>
            </a:extLst>
          </p:cNvPr>
          <p:cNvSpPr/>
          <p:nvPr userDrawn="1"/>
        </p:nvSpPr>
        <p:spPr>
          <a:xfrm flipH="1">
            <a:off x="1" y="5648879"/>
            <a:ext cx="12192000" cy="1209123"/>
          </a:xfrm>
          <a:custGeom>
            <a:avLst/>
            <a:gdLst>
              <a:gd name="connsiteX0" fmla="*/ 9304543 w 9304543"/>
              <a:gd name="connsiteY0" fmla="*/ 0 h 998161"/>
              <a:gd name="connsiteX1" fmla="*/ 9304543 w 9304543"/>
              <a:gd name="connsiteY1" fmla="*/ 998161 h 998161"/>
              <a:gd name="connsiteX2" fmla="*/ 0 w 9304543"/>
              <a:gd name="connsiteY2" fmla="*/ 998161 h 998161"/>
              <a:gd name="connsiteX3" fmla="*/ 0 w 9304543"/>
              <a:gd name="connsiteY3" fmla="*/ 691035 h 998161"/>
              <a:gd name="connsiteX4" fmla="*/ 9304543 w 9304543"/>
              <a:gd name="connsiteY4" fmla="*/ 0 h 998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543" h="998161">
                <a:moveTo>
                  <a:pt x="9304543" y="0"/>
                </a:moveTo>
                <a:lnTo>
                  <a:pt x="9304543" y="998161"/>
                </a:lnTo>
                <a:lnTo>
                  <a:pt x="0" y="998161"/>
                </a:lnTo>
                <a:lnTo>
                  <a:pt x="0" y="691035"/>
                </a:lnTo>
                <a:lnTo>
                  <a:pt x="930454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BDCFE640-227E-67FF-5B97-9EAE12A943D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127" y="6149020"/>
            <a:ext cx="1199021" cy="376705"/>
          </a:xfrm>
          <a:prstGeom prst="rect">
            <a:avLst/>
          </a:prstGeom>
        </p:spPr>
      </p:pic>
      <p:sp>
        <p:nvSpPr>
          <p:cNvPr id="4" name="Freeform 3">
            <a:extLst>
              <a:ext uri="{FF2B5EF4-FFF2-40B4-BE49-F238E27FC236}">
                <a16:creationId xmlns:a16="http://schemas.microsoft.com/office/drawing/2014/main" id="{CECA4813-FCD6-3012-1530-61604C6B46D3}"/>
              </a:ext>
            </a:extLst>
          </p:cNvPr>
          <p:cNvSpPr/>
          <p:nvPr userDrawn="1"/>
        </p:nvSpPr>
        <p:spPr>
          <a:xfrm>
            <a:off x="10586999" y="5212955"/>
            <a:ext cx="1614308" cy="1669429"/>
          </a:xfrm>
          <a:custGeom>
            <a:avLst/>
            <a:gdLst>
              <a:gd name="connsiteX0" fmla="*/ 1210731 w 1210731"/>
              <a:gd name="connsiteY0" fmla="*/ 0 h 1252072"/>
              <a:gd name="connsiteX1" fmla="*/ 76787 w 1210731"/>
              <a:gd name="connsiteY1" fmla="*/ 778048 h 1252072"/>
              <a:gd name="connsiteX2" fmla="*/ 55806 w 1210731"/>
              <a:gd name="connsiteY2" fmla="*/ 791734 h 1252072"/>
              <a:gd name="connsiteX3" fmla="*/ 53194 w 1210731"/>
              <a:gd name="connsiteY3" fmla="*/ 794236 h 1252072"/>
              <a:gd name="connsiteX4" fmla="*/ 47250 w 1210731"/>
              <a:gd name="connsiteY4" fmla="*/ 798315 h 1252072"/>
              <a:gd name="connsiteX5" fmla="*/ 47271 w 1210731"/>
              <a:gd name="connsiteY5" fmla="*/ 799912 h 1252072"/>
              <a:gd name="connsiteX6" fmla="*/ 32540 w 1210731"/>
              <a:gd name="connsiteY6" fmla="*/ 814026 h 1252072"/>
              <a:gd name="connsiteX7" fmla="*/ 0 w 1210731"/>
              <a:gd name="connsiteY7" fmla="*/ 898245 h 1252072"/>
              <a:gd name="connsiteX8" fmla="*/ 32540 w 1210731"/>
              <a:gd name="connsiteY8" fmla="*/ 982463 h 1252072"/>
              <a:gd name="connsiteX9" fmla="*/ 49803 w 1210731"/>
              <a:gd name="connsiteY9" fmla="*/ 999004 h 1252072"/>
              <a:gd name="connsiteX10" fmla="*/ 49813 w 1210731"/>
              <a:gd name="connsiteY10" fmla="*/ 999782 h 1252072"/>
              <a:gd name="connsiteX11" fmla="*/ 52624 w 1210731"/>
              <a:gd name="connsiteY11" fmla="*/ 1001706 h 1252072"/>
              <a:gd name="connsiteX12" fmla="*/ 55806 w 1210731"/>
              <a:gd name="connsiteY12" fmla="*/ 1004756 h 1252072"/>
              <a:gd name="connsiteX13" fmla="*/ 82531 w 1210731"/>
              <a:gd name="connsiteY13" fmla="*/ 1022187 h 1252072"/>
              <a:gd name="connsiteX14" fmla="*/ 394260 w 1210731"/>
              <a:gd name="connsiteY14" fmla="*/ 1235669 h 1252072"/>
              <a:gd name="connsiteX15" fmla="*/ 1208941 w 1210731"/>
              <a:gd name="connsiteY15" fmla="*/ 1252072 h 1252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0731" h="1252072">
                <a:moveTo>
                  <a:pt x="1210731" y="0"/>
                </a:moveTo>
                <a:lnTo>
                  <a:pt x="76787" y="778048"/>
                </a:lnTo>
                <a:lnTo>
                  <a:pt x="55806" y="791734"/>
                </a:lnTo>
                <a:lnTo>
                  <a:pt x="53194" y="794236"/>
                </a:lnTo>
                <a:lnTo>
                  <a:pt x="47250" y="798315"/>
                </a:lnTo>
                <a:lnTo>
                  <a:pt x="47271" y="799912"/>
                </a:lnTo>
                <a:lnTo>
                  <a:pt x="32540" y="814026"/>
                </a:lnTo>
                <a:cubicBezTo>
                  <a:pt x="11996" y="838067"/>
                  <a:pt x="0" y="867048"/>
                  <a:pt x="0" y="898245"/>
                </a:cubicBezTo>
                <a:cubicBezTo>
                  <a:pt x="0" y="929441"/>
                  <a:pt x="11996" y="958422"/>
                  <a:pt x="32540" y="982463"/>
                </a:cubicBezTo>
                <a:lnTo>
                  <a:pt x="49803" y="999004"/>
                </a:lnTo>
                <a:lnTo>
                  <a:pt x="49813" y="999782"/>
                </a:lnTo>
                <a:lnTo>
                  <a:pt x="52624" y="1001706"/>
                </a:lnTo>
                <a:lnTo>
                  <a:pt x="55806" y="1004756"/>
                </a:lnTo>
                <a:lnTo>
                  <a:pt x="82531" y="1022187"/>
                </a:lnTo>
                <a:lnTo>
                  <a:pt x="394260" y="1235669"/>
                </a:lnTo>
                <a:lnTo>
                  <a:pt x="1208941" y="1252072"/>
                </a:lnTo>
                <a:close/>
              </a:path>
            </a:pathLst>
          </a:custGeom>
          <a:solidFill>
            <a:srgbClr val="A3B4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403344329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Design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EBF75BF-A3C5-A169-C9FC-99CB97AB1761}"/>
              </a:ext>
            </a:extLst>
          </p:cNvPr>
          <p:cNvSpPr/>
          <p:nvPr userDrawn="1"/>
        </p:nvSpPr>
        <p:spPr>
          <a:xfrm>
            <a:off x="0" y="-46668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806E6490-F990-1346-E121-02B8805A3996}"/>
              </a:ext>
            </a:extLst>
          </p:cNvPr>
          <p:cNvSpPr/>
          <p:nvPr userDrawn="1"/>
        </p:nvSpPr>
        <p:spPr>
          <a:xfrm>
            <a:off x="1" y="5648879"/>
            <a:ext cx="12192000" cy="1209123"/>
          </a:xfrm>
          <a:custGeom>
            <a:avLst/>
            <a:gdLst>
              <a:gd name="connsiteX0" fmla="*/ 9304543 w 9304543"/>
              <a:gd name="connsiteY0" fmla="*/ 0 h 998161"/>
              <a:gd name="connsiteX1" fmla="*/ 9304543 w 9304543"/>
              <a:gd name="connsiteY1" fmla="*/ 998161 h 998161"/>
              <a:gd name="connsiteX2" fmla="*/ 0 w 9304543"/>
              <a:gd name="connsiteY2" fmla="*/ 998161 h 998161"/>
              <a:gd name="connsiteX3" fmla="*/ 0 w 9304543"/>
              <a:gd name="connsiteY3" fmla="*/ 691035 h 998161"/>
              <a:gd name="connsiteX4" fmla="*/ 9304543 w 9304543"/>
              <a:gd name="connsiteY4" fmla="*/ 0 h 998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543" h="998161">
                <a:moveTo>
                  <a:pt x="9304543" y="0"/>
                </a:moveTo>
                <a:lnTo>
                  <a:pt x="9304543" y="998161"/>
                </a:lnTo>
                <a:lnTo>
                  <a:pt x="0" y="998161"/>
                </a:lnTo>
                <a:lnTo>
                  <a:pt x="0" y="691035"/>
                </a:lnTo>
                <a:lnTo>
                  <a:pt x="9304543" y="0"/>
                </a:lnTo>
                <a:close/>
              </a:path>
            </a:pathLst>
          </a:custGeom>
          <a:solidFill>
            <a:srgbClr val="05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CDC0548C-C20B-330C-3322-14B0FD86B7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78453" y="6149020"/>
            <a:ext cx="1199025" cy="376705"/>
          </a:xfrm>
          <a:prstGeom prst="rect">
            <a:avLst/>
          </a:prstGeom>
        </p:spPr>
      </p:pic>
      <p:sp>
        <p:nvSpPr>
          <p:cNvPr id="6" name="Freeform 5">
            <a:extLst>
              <a:ext uri="{FF2B5EF4-FFF2-40B4-BE49-F238E27FC236}">
                <a16:creationId xmlns:a16="http://schemas.microsoft.com/office/drawing/2014/main" id="{1A2ECAE5-1BEC-F75C-C41B-849416C5F93C}"/>
              </a:ext>
            </a:extLst>
          </p:cNvPr>
          <p:cNvSpPr/>
          <p:nvPr userDrawn="1"/>
        </p:nvSpPr>
        <p:spPr>
          <a:xfrm flipH="1">
            <a:off x="-9303" y="5216071"/>
            <a:ext cx="1614308" cy="1669429"/>
          </a:xfrm>
          <a:custGeom>
            <a:avLst/>
            <a:gdLst>
              <a:gd name="connsiteX0" fmla="*/ 1210731 w 1210731"/>
              <a:gd name="connsiteY0" fmla="*/ 0 h 1252072"/>
              <a:gd name="connsiteX1" fmla="*/ 76787 w 1210731"/>
              <a:gd name="connsiteY1" fmla="*/ 778048 h 1252072"/>
              <a:gd name="connsiteX2" fmla="*/ 55806 w 1210731"/>
              <a:gd name="connsiteY2" fmla="*/ 791734 h 1252072"/>
              <a:gd name="connsiteX3" fmla="*/ 53194 w 1210731"/>
              <a:gd name="connsiteY3" fmla="*/ 794236 h 1252072"/>
              <a:gd name="connsiteX4" fmla="*/ 47250 w 1210731"/>
              <a:gd name="connsiteY4" fmla="*/ 798315 h 1252072"/>
              <a:gd name="connsiteX5" fmla="*/ 47271 w 1210731"/>
              <a:gd name="connsiteY5" fmla="*/ 799912 h 1252072"/>
              <a:gd name="connsiteX6" fmla="*/ 32540 w 1210731"/>
              <a:gd name="connsiteY6" fmla="*/ 814026 h 1252072"/>
              <a:gd name="connsiteX7" fmla="*/ 0 w 1210731"/>
              <a:gd name="connsiteY7" fmla="*/ 898245 h 1252072"/>
              <a:gd name="connsiteX8" fmla="*/ 32540 w 1210731"/>
              <a:gd name="connsiteY8" fmla="*/ 982463 h 1252072"/>
              <a:gd name="connsiteX9" fmla="*/ 49803 w 1210731"/>
              <a:gd name="connsiteY9" fmla="*/ 999004 h 1252072"/>
              <a:gd name="connsiteX10" fmla="*/ 49813 w 1210731"/>
              <a:gd name="connsiteY10" fmla="*/ 999782 h 1252072"/>
              <a:gd name="connsiteX11" fmla="*/ 52624 w 1210731"/>
              <a:gd name="connsiteY11" fmla="*/ 1001706 h 1252072"/>
              <a:gd name="connsiteX12" fmla="*/ 55806 w 1210731"/>
              <a:gd name="connsiteY12" fmla="*/ 1004756 h 1252072"/>
              <a:gd name="connsiteX13" fmla="*/ 82531 w 1210731"/>
              <a:gd name="connsiteY13" fmla="*/ 1022187 h 1252072"/>
              <a:gd name="connsiteX14" fmla="*/ 394260 w 1210731"/>
              <a:gd name="connsiteY14" fmla="*/ 1235669 h 1252072"/>
              <a:gd name="connsiteX15" fmla="*/ 1208941 w 1210731"/>
              <a:gd name="connsiteY15" fmla="*/ 1252072 h 1252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0731" h="1252072">
                <a:moveTo>
                  <a:pt x="1210731" y="0"/>
                </a:moveTo>
                <a:lnTo>
                  <a:pt x="76787" y="778048"/>
                </a:lnTo>
                <a:lnTo>
                  <a:pt x="55806" y="791734"/>
                </a:lnTo>
                <a:lnTo>
                  <a:pt x="53194" y="794236"/>
                </a:lnTo>
                <a:lnTo>
                  <a:pt x="47250" y="798315"/>
                </a:lnTo>
                <a:lnTo>
                  <a:pt x="47271" y="799912"/>
                </a:lnTo>
                <a:lnTo>
                  <a:pt x="32540" y="814026"/>
                </a:lnTo>
                <a:cubicBezTo>
                  <a:pt x="11996" y="838067"/>
                  <a:pt x="0" y="867048"/>
                  <a:pt x="0" y="898245"/>
                </a:cubicBezTo>
                <a:cubicBezTo>
                  <a:pt x="0" y="929441"/>
                  <a:pt x="11996" y="958422"/>
                  <a:pt x="32540" y="982463"/>
                </a:cubicBezTo>
                <a:lnTo>
                  <a:pt x="49803" y="999004"/>
                </a:lnTo>
                <a:lnTo>
                  <a:pt x="49813" y="999782"/>
                </a:lnTo>
                <a:lnTo>
                  <a:pt x="52624" y="1001706"/>
                </a:lnTo>
                <a:lnTo>
                  <a:pt x="55806" y="1004756"/>
                </a:lnTo>
                <a:lnTo>
                  <a:pt x="82531" y="1022187"/>
                </a:lnTo>
                <a:lnTo>
                  <a:pt x="394260" y="1235669"/>
                </a:lnTo>
                <a:lnTo>
                  <a:pt x="1208941" y="1252072"/>
                </a:lnTo>
                <a:close/>
              </a:path>
            </a:pathLst>
          </a:custGeom>
          <a:solidFill>
            <a:srgbClr val="A3B4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13151861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Design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EBF75BF-A3C5-A169-C9FC-99CB97AB176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8866FE56-BF79-95A6-E26E-257C02E268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4490" y="6105071"/>
            <a:ext cx="953911" cy="299696"/>
          </a:xfrm>
          <a:prstGeom prst="rect">
            <a:avLst/>
          </a:prstGeom>
        </p:spPr>
      </p:pic>
      <p:sp>
        <p:nvSpPr>
          <p:cNvPr id="4" name="Freeform 3">
            <a:extLst>
              <a:ext uri="{FF2B5EF4-FFF2-40B4-BE49-F238E27FC236}">
                <a16:creationId xmlns:a16="http://schemas.microsoft.com/office/drawing/2014/main" id="{6CC2D28A-E389-31F0-F593-DAA29F72CEBA}"/>
              </a:ext>
            </a:extLst>
          </p:cNvPr>
          <p:cNvSpPr/>
          <p:nvPr userDrawn="1"/>
        </p:nvSpPr>
        <p:spPr>
          <a:xfrm flipH="1">
            <a:off x="1" y="5648879"/>
            <a:ext cx="12192000" cy="1209123"/>
          </a:xfrm>
          <a:custGeom>
            <a:avLst/>
            <a:gdLst>
              <a:gd name="connsiteX0" fmla="*/ 9304543 w 9304543"/>
              <a:gd name="connsiteY0" fmla="*/ 0 h 998161"/>
              <a:gd name="connsiteX1" fmla="*/ 9304543 w 9304543"/>
              <a:gd name="connsiteY1" fmla="*/ 998161 h 998161"/>
              <a:gd name="connsiteX2" fmla="*/ 0 w 9304543"/>
              <a:gd name="connsiteY2" fmla="*/ 998161 h 998161"/>
              <a:gd name="connsiteX3" fmla="*/ 0 w 9304543"/>
              <a:gd name="connsiteY3" fmla="*/ 691035 h 998161"/>
              <a:gd name="connsiteX4" fmla="*/ 9304543 w 9304543"/>
              <a:gd name="connsiteY4" fmla="*/ 0 h 998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543" h="998161">
                <a:moveTo>
                  <a:pt x="9304543" y="0"/>
                </a:moveTo>
                <a:lnTo>
                  <a:pt x="9304543" y="998161"/>
                </a:lnTo>
                <a:lnTo>
                  <a:pt x="0" y="998161"/>
                </a:lnTo>
                <a:lnTo>
                  <a:pt x="0" y="691035"/>
                </a:lnTo>
                <a:lnTo>
                  <a:pt x="9304543" y="0"/>
                </a:lnTo>
                <a:close/>
              </a:path>
            </a:pathLst>
          </a:custGeom>
          <a:solidFill>
            <a:srgbClr val="05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244C9E5B-6A12-4C54-4A5F-C47CF979DA0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854" y="6149020"/>
            <a:ext cx="1199025" cy="376705"/>
          </a:xfrm>
          <a:prstGeom prst="rect">
            <a:avLst/>
          </a:prstGeom>
        </p:spPr>
      </p:pic>
      <p:sp>
        <p:nvSpPr>
          <p:cNvPr id="2" name="Freeform 1">
            <a:extLst>
              <a:ext uri="{FF2B5EF4-FFF2-40B4-BE49-F238E27FC236}">
                <a16:creationId xmlns:a16="http://schemas.microsoft.com/office/drawing/2014/main" id="{D6B38217-A01F-842E-7CAF-B73170EFE92C}"/>
              </a:ext>
            </a:extLst>
          </p:cNvPr>
          <p:cNvSpPr/>
          <p:nvPr userDrawn="1"/>
        </p:nvSpPr>
        <p:spPr>
          <a:xfrm>
            <a:off x="10586999" y="5212955"/>
            <a:ext cx="1614308" cy="1669429"/>
          </a:xfrm>
          <a:custGeom>
            <a:avLst/>
            <a:gdLst>
              <a:gd name="connsiteX0" fmla="*/ 1210731 w 1210731"/>
              <a:gd name="connsiteY0" fmla="*/ 0 h 1252072"/>
              <a:gd name="connsiteX1" fmla="*/ 76787 w 1210731"/>
              <a:gd name="connsiteY1" fmla="*/ 778048 h 1252072"/>
              <a:gd name="connsiteX2" fmla="*/ 55806 w 1210731"/>
              <a:gd name="connsiteY2" fmla="*/ 791734 h 1252072"/>
              <a:gd name="connsiteX3" fmla="*/ 53194 w 1210731"/>
              <a:gd name="connsiteY3" fmla="*/ 794236 h 1252072"/>
              <a:gd name="connsiteX4" fmla="*/ 47250 w 1210731"/>
              <a:gd name="connsiteY4" fmla="*/ 798315 h 1252072"/>
              <a:gd name="connsiteX5" fmla="*/ 47271 w 1210731"/>
              <a:gd name="connsiteY5" fmla="*/ 799912 h 1252072"/>
              <a:gd name="connsiteX6" fmla="*/ 32540 w 1210731"/>
              <a:gd name="connsiteY6" fmla="*/ 814026 h 1252072"/>
              <a:gd name="connsiteX7" fmla="*/ 0 w 1210731"/>
              <a:gd name="connsiteY7" fmla="*/ 898245 h 1252072"/>
              <a:gd name="connsiteX8" fmla="*/ 32540 w 1210731"/>
              <a:gd name="connsiteY8" fmla="*/ 982463 h 1252072"/>
              <a:gd name="connsiteX9" fmla="*/ 49803 w 1210731"/>
              <a:gd name="connsiteY9" fmla="*/ 999004 h 1252072"/>
              <a:gd name="connsiteX10" fmla="*/ 49813 w 1210731"/>
              <a:gd name="connsiteY10" fmla="*/ 999782 h 1252072"/>
              <a:gd name="connsiteX11" fmla="*/ 52624 w 1210731"/>
              <a:gd name="connsiteY11" fmla="*/ 1001706 h 1252072"/>
              <a:gd name="connsiteX12" fmla="*/ 55806 w 1210731"/>
              <a:gd name="connsiteY12" fmla="*/ 1004756 h 1252072"/>
              <a:gd name="connsiteX13" fmla="*/ 82531 w 1210731"/>
              <a:gd name="connsiteY13" fmla="*/ 1022187 h 1252072"/>
              <a:gd name="connsiteX14" fmla="*/ 394260 w 1210731"/>
              <a:gd name="connsiteY14" fmla="*/ 1235669 h 1252072"/>
              <a:gd name="connsiteX15" fmla="*/ 1208941 w 1210731"/>
              <a:gd name="connsiteY15" fmla="*/ 1252072 h 1252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0731" h="1252072">
                <a:moveTo>
                  <a:pt x="1210731" y="0"/>
                </a:moveTo>
                <a:lnTo>
                  <a:pt x="76787" y="778048"/>
                </a:lnTo>
                <a:lnTo>
                  <a:pt x="55806" y="791734"/>
                </a:lnTo>
                <a:lnTo>
                  <a:pt x="53194" y="794236"/>
                </a:lnTo>
                <a:lnTo>
                  <a:pt x="47250" y="798315"/>
                </a:lnTo>
                <a:lnTo>
                  <a:pt x="47271" y="799912"/>
                </a:lnTo>
                <a:lnTo>
                  <a:pt x="32540" y="814026"/>
                </a:lnTo>
                <a:cubicBezTo>
                  <a:pt x="11996" y="838067"/>
                  <a:pt x="0" y="867048"/>
                  <a:pt x="0" y="898245"/>
                </a:cubicBezTo>
                <a:cubicBezTo>
                  <a:pt x="0" y="929441"/>
                  <a:pt x="11996" y="958422"/>
                  <a:pt x="32540" y="982463"/>
                </a:cubicBezTo>
                <a:lnTo>
                  <a:pt x="49803" y="999004"/>
                </a:lnTo>
                <a:lnTo>
                  <a:pt x="49813" y="999782"/>
                </a:lnTo>
                <a:lnTo>
                  <a:pt x="52624" y="1001706"/>
                </a:lnTo>
                <a:lnTo>
                  <a:pt x="55806" y="1004756"/>
                </a:lnTo>
                <a:lnTo>
                  <a:pt x="82531" y="1022187"/>
                </a:lnTo>
                <a:lnTo>
                  <a:pt x="394260" y="1235669"/>
                </a:lnTo>
                <a:lnTo>
                  <a:pt x="1208941" y="1252072"/>
                </a:lnTo>
                <a:close/>
              </a:path>
            </a:pathLst>
          </a:custGeom>
          <a:solidFill>
            <a:srgbClr val="A3B4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92927688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Design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9F34CE85-E35C-C31A-3CCE-DC3F3FAD8462}"/>
              </a:ext>
            </a:extLst>
          </p:cNvPr>
          <p:cNvSpPr/>
          <p:nvPr userDrawn="1"/>
        </p:nvSpPr>
        <p:spPr>
          <a:xfrm>
            <a:off x="1" y="5648879"/>
            <a:ext cx="12192000" cy="1209123"/>
          </a:xfrm>
          <a:custGeom>
            <a:avLst/>
            <a:gdLst>
              <a:gd name="connsiteX0" fmla="*/ 9304543 w 9304543"/>
              <a:gd name="connsiteY0" fmla="*/ 0 h 998161"/>
              <a:gd name="connsiteX1" fmla="*/ 9304543 w 9304543"/>
              <a:gd name="connsiteY1" fmla="*/ 998161 h 998161"/>
              <a:gd name="connsiteX2" fmla="*/ 0 w 9304543"/>
              <a:gd name="connsiteY2" fmla="*/ 998161 h 998161"/>
              <a:gd name="connsiteX3" fmla="*/ 0 w 9304543"/>
              <a:gd name="connsiteY3" fmla="*/ 691035 h 998161"/>
              <a:gd name="connsiteX4" fmla="*/ 9304543 w 9304543"/>
              <a:gd name="connsiteY4" fmla="*/ 0 h 998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543" h="998161">
                <a:moveTo>
                  <a:pt x="9304543" y="0"/>
                </a:moveTo>
                <a:lnTo>
                  <a:pt x="9304543" y="998161"/>
                </a:lnTo>
                <a:lnTo>
                  <a:pt x="0" y="998161"/>
                </a:lnTo>
                <a:lnTo>
                  <a:pt x="0" y="691035"/>
                </a:lnTo>
                <a:lnTo>
                  <a:pt x="930454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611239C0-690C-EC75-4C3B-A1561EDE82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78458" y="6149020"/>
            <a:ext cx="1199021" cy="376705"/>
          </a:xfrm>
          <a:prstGeom prst="rect">
            <a:avLst/>
          </a:prstGeom>
        </p:spPr>
      </p:pic>
      <p:sp>
        <p:nvSpPr>
          <p:cNvPr id="2" name="Freeform 1">
            <a:extLst>
              <a:ext uri="{FF2B5EF4-FFF2-40B4-BE49-F238E27FC236}">
                <a16:creationId xmlns:a16="http://schemas.microsoft.com/office/drawing/2014/main" id="{2E8EBEB1-7B69-0626-F41E-EB02019F92C8}"/>
              </a:ext>
            </a:extLst>
          </p:cNvPr>
          <p:cNvSpPr/>
          <p:nvPr userDrawn="1"/>
        </p:nvSpPr>
        <p:spPr>
          <a:xfrm flipH="1">
            <a:off x="-9303" y="5216071"/>
            <a:ext cx="1614308" cy="1669429"/>
          </a:xfrm>
          <a:custGeom>
            <a:avLst/>
            <a:gdLst>
              <a:gd name="connsiteX0" fmla="*/ 1210731 w 1210731"/>
              <a:gd name="connsiteY0" fmla="*/ 0 h 1252072"/>
              <a:gd name="connsiteX1" fmla="*/ 76787 w 1210731"/>
              <a:gd name="connsiteY1" fmla="*/ 778048 h 1252072"/>
              <a:gd name="connsiteX2" fmla="*/ 55806 w 1210731"/>
              <a:gd name="connsiteY2" fmla="*/ 791734 h 1252072"/>
              <a:gd name="connsiteX3" fmla="*/ 53194 w 1210731"/>
              <a:gd name="connsiteY3" fmla="*/ 794236 h 1252072"/>
              <a:gd name="connsiteX4" fmla="*/ 47250 w 1210731"/>
              <a:gd name="connsiteY4" fmla="*/ 798315 h 1252072"/>
              <a:gd name="connsiteX5" fmla="*/ 47271 w 1210731"/>
              <a:gd name="connsiteY5" fmla="*/ 799912 h 1252072"/>
              <a:gd name="connsiteX6" fmla="*/ 32540 w 1210731"/>
              <a:gd name="connsiteY6" fmla="*/ 814026 h 1252072"/>
              <a:gd name="connsiteX7" fmla="*/ 0 w 1210731"/>
              <a:gd name="connsiteY7" fmla="*/ 898245 h 1252072"/>
              <a:gd name="connsiteX8" fmla="*/ 32540 w 1210731"/>
              <a:gd name="connsiteY8" fmla="*/ 982463 h 1252072"/>
              <a:gd name="connsiteX9" fmla="*/ 49803 w 1210731"/>
              <a:gd name="connsiteY9" fmla="*/ 999004 h 1252072"/>
              <a:gd name="connsiteX10" fmla="*/ 49813 w 1210731"/>
              <a:gd name="connsiteY10" fmla="*/ 999782 h 1252072"/>
              <a:gd name="connsiteX11" fmla="*/ 52624 w 1210731"/>
              <a:gd name="connsiteY11" fmla="*/ 1001706 h 1252072"/>
              <a:gd name="connsiteX12" fmla="*/ 55806 w 1210731"/>
              <a:gd name="connsiteY12" fmla="*/ 1004756 h 1252072"/>
              <a:gd name="connsiteX13" fmla="*/ 82531 w 1210731"/>
              <a:gd name="connsiteY13" fmla="*/ 1022187 h 1252072"/>
              <a:gd name="connsiteX14" fmla="*/ 394260 w 1210731"/>
              <a:gd name="connsiteY14" fmla="*/ 1235669 h 1252072"/>
              <a:gd name="connsiteX15" fmla="*/ 1208941 w 1210731"/>
              <a:gd name="connsiteY15" fmla="*/ 1252072 h 1252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0731" h="1252072">
                <a:moveTo>
                  <a:pt x="1210731" y="0"/>
                </a:moveTo>
                <a:lnTo>
                  <a:pt x="76787" y="778048"/>
                </a:lnTo>
                <a:lnTo>
                  <a:pt x="55806" y="791734"/>
                </a:lnTo>
                <a:lnTo>
                  <a:pt x="53194" y="794236"/>
                </a:lnTo>
                <a:lnTo>
                  <a:pt x="47250" y="798315"/>
                </a:lnTo>
                <a:lnTo>
                  <a:pt x="47271" y="799912"/>
                </a:lnTo>
                <a:lnTo>
                  <a:pt x="32540" y="814026"/>
                </a:lnTo>
                <a:cubicBezTo>
                  <a:pt x="11996" y="838067"/>
                  <a:pt x="0" y="867048"/>
                  <a:pt x="0" y="898245"/>
                </a:cubicBezTo>
                <a:cubicBezTo>
                  <a:pt x="0" y="929441"/>
                  <a:pt x="11996" y="958422"/>
                  <a:pt x="32540" y="982463"/>
                </a:cubicBezTo>
                <a:lnTo>
                  <a:pt x="49803" y="999004"/>
                </a:lnTo>
                <a:lnTo>
                  <a:pt x="49813" y="999782"/>
                </a:lnTo>
                <a:lnTo>
                  <a:pt x="52624" y="1001706"/>
                </a:lnTo>
                <a:lnTo>
                  <a:pt x="55806" y="1004756"/>
                </a:lnTo>
                <a:lnTo>
                  <a:pt x="82531" y="1022187"/>
                </a:lnTo>
                <a:lnTo>
                  <a:pt x="394260" y="1235669"/>
                </a:lnTo>
                <a:lnTo>
                  <a:pt x="1208941" y="1252072"/>
                </a:lnTo>
                <a:close/>
              </a:path>
            </a:pathLst>
          </a:custGeom>
          <a:solidFill>
            <a:srgbClr val="EB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23270982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Design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728162F9-C944-4200-1F2B-D76EF4559C67}"/>
              </a:ext>
            </a:extLst>
          </p:cNvPr>
          <p:cNvSpPr/>
          <p:nvPr userDrawn="1"/>
        </p:nvSpPr>
        <p:spPr>
          <a:xfrm flipH="1">
            <a:off x="1" y="5648879"/>
            <a:ext cx="12192000" cy="1209123"/>
          </a:xfrm>
          <a:custGeom>
            <a:avLst/>
            <a:gdLst>
              <a:gd name="connsiteX0" fmla="*/ 9304543 w 9304543"/>
              <a:gd name="connsiteY0" fmla="*/ 0 h 998161"/>
              <a:gd name="connsiteX1" fmla="*/ 9304543 w 9304543"/>
              <a:gd name="connsiteY1" fmla="*/ 998161 h 998161"/>
              <a:gd name="connsiteX2" fmla="*/ 0 w 9304543"/>
              <a:gd name="connsiteY2" fmla="*/ 998161 h 998161"/>
              <a:gd name="connsiteX3" fmla="*/ 0 w 9304543"/>
              <a:gd name="connsiteY3" fmla="*/ 691035 h 998161"/>
              <a:gd name="connsiteX4" fmla="*/ 9304543 w 9304543"/>
              <a:gd name="connsiteY4" fmla="*/ 0 h 998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543" h="998161">
                <a:moveTo>
                  <a:pt x="9304543" y="0"/>
                </a:moveTo>
                <a:lnTo>
                  <a:pt x="9304543" y="998161"/>
                </a:lnTo>
                <a:lnTo>
                  <a:pt x="0" y="998161"/>
                </a:lnTo>
                <a:lnTo>
                  <a:pt x="0" y="691035"/>
                </a:lnTo>
                <a:lnTo>
                  <a:pt x="930454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0C4F9B71-7C29-8BFC-F51A-EAD0A900F40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127" y="6149020"/>
            <a:ext cx="1199021" cy="376705"/>
          </a:xfrm>
          <a:prstGeom prst="rect">
            <a:avLst/>
          </a:prstGeom>
        </p:spPr>
      </p:pic>
      <p:sp>
        <p:nvSpPr>
          <p:cNvPr id="2" name="Freeform 1">
            <a:extLst>
              <a:ext uri="{FF2B5EF4-FFF2-40B4-BE49-F238E27FC236}">
                <a16:creationId xmlns:a16="http://schemas.microsoft.com/office/drawing/2014/main" id="{023CA345-1CA1-E381-0ECF-55BF5FCE1D81}"/>
              </a:ext>
            </a:extLst>
          </p:cNvPr>
          <p:cNvSpPr/>
          <p:nvPr userDrawn="1"/>
        </p:nvSpPr>
        <p:spPr>
          <a:xfrm>
            <a:off x="10586999" y="5212955"/>
            <a:ext cx="1614308" cy="1669429"/>
          </a:xfrm>
          <a:custGeom>
            <a:avLst/>
            <a:gdLst>
              <a:gd name="connsiteX0" fmla="*/ 1210731 w 1210731"/>
              <a:gd name="connsiteY0" fmla="*/ 0 h 1252072"/>
              <a:gd name="connsiteX1" fmla="*/ 76787 w 1210731"/>
              <a:gd name="connsiteY1" fmla="*/ 778048 h 1252072"/>
              <a:gd name="connsiteX2" fmla="*/ 55806 w 1210731"/>
              <a:gd name="connsiteY2" fmla="*/ 791734 h 1252072"/>
              <a:gd name="connsiteX3" fmla="*/ 53194 w 1210731"/>
              <a:gd name="connsiteY3" fmla="*/ 794236 h 1252072"/>
              <a:gd name="connsiteX4" fmla="*/ 47250 w 1210731"/>
              <a:gd name="connsiteY4" fmla="*/ 798315 h 1252072"/>
              <a:gd name="connsiteX5" fmla="*/ 47271 w 1210731"/>
              <a:gd name="connsiteY5" fmla="*/ 799912 h 1252072"/>
              <a:gd name="connsiteX6" fmla="*/ 32540 w 1210731"/>
              <a:gd name="connsiteY6" fmla="*/ 814026 h 1252072"/>
              <a:gd name="connsiteX7" fmla="*/ 0 w 1210731"/>
              <a:gd name="connsiteY7" fmla="*/ 898245 h 1252072"/>
              <a:gd name="connsiteX8" fmla="*/ 32540 w 1210731"/>
              <a:gd name="connsiteY8" fmla="*/ 982463 h 1252072"/>
              <a:gd name="connsiteX9" fmla="*/ 49803 w 1210731"/>
              <a:gd name="connsiteY9" fmla="*/ 999004 h 1252072"/>
              <a:gd name="connsiteX10" fmla="*/ 49813 w 1210731"/>
              <a:gd name="connsiteY10" fmla="*/ 999782 h 1252072"/>
              <a:gd name="connsiteX11" fmla="*/ 52624 w 1210731"/>
              <a:gd name="connsiteY11" fmla="*/ 1001706 h 1252072"/>
              <a:gd name="connsiteX12" fmla="*/ 55806 w 1210731"/>
              <a:gd name="connsiteY12" fmla="*/ 1004756 h 1252072"/>
              <a:gd name="connsiteX13" fmla="*/ 82531 w 1210731"/>
              <a:gd name="connsiteY13" fmla="*/ 1022187 h 1252072"/>
              <a:gd name="connsiteX14" fmla="*/ 394260 w 1210731"/>
              <a:gd name="connsiteY14" fmla="*/ 1235669 h 1252072"/>
              <a:gd name="connsiteX15" fmla="*/ 1208941 w 1210731"/>
              <a:gd name="connsiteY15" fmla="*/ 1252072 h 1252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0731" h="1252072">
                <a:moveTo>
                  <a:pt x="1210731" y="0"/>
                </a:moveTo>
                <a:lnTo>
                  <a:pt x="76787" y="778048"/>
                </a:lnTo>
                <a:lnTo>
                  <a:pt x="55806" y="791734"/>
                </a:lnTo>
                <a:lnTo>
                  <a:pt x="53194" y="794236"/>
                </a:lnTo>
                <a:lnTo>
                  <a:pt x="47250" y="798315"/>
                </a:lnTo>
                <a:lnTo>
                  <a:pt x="47271" y="799912"/>
                </a:lnTo>
                <a:lnTo>
                  <a:pt x="32540" y="814026"/>
                </a:lnTo>
                <a:cubicBezTo>
                  <a:pt x="11996" y="838067"/>
                  <a:pt x="0" y="867048"/>
                  <a:pt x="0" y="898245"/>
                </a:cubicBezTo>
                <a:cubicBezTo>
                  <a:pt x="0" y="929441"/>
                  <a:pt x="11996" y="958422"/>
                  <a:pt x="32540" y="982463"/>
                </a:cubicBezTo>
                <a:lnTo>
                  <a:pt x="49803" y="999004"/>
                </a:lnTo>
                <a:lnTo>
                  <a:pt x="49813" y="999782"/>
                </a:lnTo>
                <a:lnTo>
                  <a:pt x="52624" y="1001706"/>
                </a:lnTo>
                <a:lnTo>
                  <a:pt x="55806" y="1004756"/>
                </a:lnTo>
                <a:lnTo>
                  <a:pt x="82531" y="1022187"/>
                </a:lnTo>
                <a:lnTo>
                  <a:pt x="394260" y="1235669"/>
                </a:lnTo>
                <a:lnTo>
                  <a:pt x="1208941" y="1252072"/>
                </a:lnTo>
                <a:close/>
              </a:path>
            </a:pathLst>
          </a:custGeom>
          <a:solidFill>
            <a:srgbClr val="EB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41624508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Design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EBF75BF-A3C5-A169-C9FC-99CB97AB1761}"/>
              </a:ext>
            </a:extLst>
          </p:cNvPr>
          <p:cNvSpPr/>
          <p:nvPr userDrawn="1"/>
        </p:nvSpPr>
        <p:spPr>
          <a:xfrm>
            <a:off x="-6393" y="11665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4D6258AA-DC83-3E51-F9F7-32044CD4FB80}"/>
              </a:ext>
            </a:extLst>
          </p:cNvPr>
          <p:cNvSpPr/>
          <p:nvPr userDrawn="1"/>
        </p:nvSpPr>
        <p:spPr>
          <a:xfrm>
            <a:off x="1" y="5648879"/>
            <a:ext cx="12192000" cy="1209123"/>
          </a:xfrm>
          <a:custGeom>
            <a:avLst/>
            <a:gdLst>
              <a:gd name="connsiteX0" fmla="*/ 9304543 w 9304543"/>
              <a:gd name="connsiteY0" fmla="*/ 0 h 998161"/>
              <a:gd name="connsiteX1" fmla="*/ 9304543 w 9304543"/>
              <a:gd name="connsiteY1" fmla="*/ 998161 h 998161"/>
              <a:gd name="connsiteX2" fmla="*/ 0 w 9304543"/>
              <a:gd name="connsiteY2" fmla="*/ 998161 h 998161"/>
              <a:gd name="connsiteX3" fmla="*/ 0 w 9304543"/>
              <a:gd name="connsiteY3" fmla="*/ 691035 h 998161"/>
              <a:gd name="connsiteX4" fmla="*/ 9304543 w 9304543"/>
              <a:gd name="connsiteY4" fmla="*/ 0 h 998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543" h="998161">
                <a:moveTo>
                  <a:pt x="9304543" y="0"/>
                </a:moveTo>
                <a:lnTo>
                  <a:pt x="9304543" y="998161"/>
                </a:lnTo>
                <a:lnTo>
                  <a:pt x="0" y="998161"/>
                </a:lnTo>
                <a:lnTo>
                  <a:pt x="0" y="691035"/>
                </a:lnTo>
                <a:lnTo>
                  <a:pt x="9304543" y="0"/>
                </a:lnTo>
                <a:close/>
              </a:path>
            </a:pathLst>
          </a:custGeom>
          <a:solidFill>
            <a:srgbClr val="05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78EC2423-2754-9B87-DDD0-9229A386E6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78453" y="6149020"/>
            <a:ext cx="1199025" cy="376705"/>
          </a:xfrm>
          <a:prstGeom prst="rect">
            <a:avLst/>
          </a:prstGeom>
        </p:spPr>
      </p:pic>
      <p:sp>
        <p:nvSpPr>
          <p:cNvPr id="4" name="Freeform 3">
            <a:extLst>
              <a:ext uri="{FF2B5EF4-FFF2-40B4-BE49-F238E27FC236}">
                <a16:creationId xmlns:a16="http://schemas.microsoft.com/office/drawing/2014/main" id="{DDAE0DBB-A2D7-5CAF-55C3-12F7E8A04DA2}"/>
              </a:ext>
            </a:extLst>
          </p:cNvPr>
          <p:cNvSpPr/>
          <p:nvPr userDrawn="1"/>
        </p:nvSpPr>
        <p:spPr>
          <a:xfrm flipH="1">
            <a:off x="-19179" y="5212428"/>
            <a:ext cx="1614308" cy="1669429"/>
          </a:xfrm>
          <a:custGeom>
            <a:avLst/>
            <a:gdLst>
              <a:gd name="connsiteX0" fmla="*/ 1210731 w 1210731"/>
              <a:gd name="connsiteY0" fmla="*/ 0 h 1252072"/>
              <a:gd name="connsiteX1" fmla="*/ 76787 w 1210731"/>
              <a:gd name="connsiteY1" fmla="*/ 778048 h 1252072"/>
              <a:gd name="connsiteX2" fmla="*/ 55806 w 1210731"/>
              <a:gd name="connsiteY2" fmla="*/ 791734 h 1252072"/>
              <a:gd name="connsiteX3" fmla="*/ 53194 w 1210731"/>
              <a:gd name="connsiteY3" fmla="*/ 794236 h 1252072"/>
              <a:gd name="connsiteX4" fmla="*/ 47250 w 1210731"/>
              <a:gd name="connsiteY4" fmla="*/ 798315 h 1252072"/>
              <a:gd name="connsiteX5" fmla="*/ 47271 w 1210731"/>
              <a:gd name="connsiteY5" fmla="*/ 799912 h 1252072"/>
              <a:gd name="connsiteX6" fmla="*/ 32540 w 1210731"/>
              <a:gd name="connsiteY6" fmla="*/ 814026 h 1252072"/>
              <a:gd name="connsiteX7" fmla="*/ 0 w 1210731"/>
              <a:gd name="connsiteY7" fmla="*/ 898245 h 1252072"/>
              <a:gd name="connsiteX8" fmla="*/ 32540 w 1210731"/>
              <a:gd name="connsiteY8" fmla="*/ 982463 h 1252072"/>
              <a:gd name="connsiteX9" fmla="*/ 49803 w 1210731"/>
              <a:gd name="connsiteY9" fmla="*/ 999004 h 1252072"/>
              <a:gd name="connsiteX10" fmla="*/ 49813 w 1210731"/>
              <a:gd name="connsiteY10" fmla="*/ 999782 h 1252072"/>
              <a:gd name="connsiteX11" fmla="*/ 52624 w 1210731"/>
              <a:gd name="connsiteY11" fmla="*/ 1001706 h 1252072"/>
              <a:gd name="connsiteX12" fmla="*/ 55806 w 1210731"/>
              <a:gd name="connsiteY12" fmla="*/ 1004756 h 1252072"/>
              <a:gd name="connsiteX13" fmla="*/ 82531 w 1210731"/>
              <a:gd name="connsiteY13" fmla="*/ 1022187 h 1252072"/>
              <a:gd name="connsiteX14" fmla="*/ 394260 w 1210731"/>
              <a:gd name="connsiteY14" fmla="*/ 1235669 h 1252072"/>
              <a:gd name="connsiteX15" fmla="*/ 1208941 w 1210731"/>
              <a:gd name="connsiteY15" fmla="*/ 1252072 h 1252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0731" h="1252072">
                <a:moveTo>
                  <a:pt x="1210731" y="0"/>
                </a:moveTo>
                <a:lnTo>
                  <a:pt x="76787" y="778048"/>
                </a:lnTo>
                <a:lnTo>
                  <a:pt x="55806" y="791734"/>
                </a:lnTo>
                <a:lnTo>
                  <a:pt x="53194" y="794236"/>
                </a:lnTo>
                <a:lnTo>
                  <a:pt x="47250" y="798315"/>
                </a:lnTo>
                <a:lnTo>
                  <a:pt x="47271" y="799912"/>
                </a:lnTo>
                <a:lnTo>
                  <a:pt x="32540" y="814026"/>
                </a:lnTo>
                <a:cubicBezTo>
                  <a:pt x="11996" y="838067"/>
                  <a:pt x="0" y="867048"/>
                  <a:pt x="0" y="898245"/>
                </a:cubicBezTo>
                <a:cubicBezTo>
                  <a:pt x="0" y="929441"/>
                  <a:pt x="11996" y="958422"/>
                  <a:pt x="32540" y="982463"/>
                </a:cubicBezTo>
                <a:lnTo>
                  <a:pt x="49803" y="999004"/>
                </a:lnTo>
                <a:lnTo>
                  <a:pt x="49813" y="999782"/>
                </a:lnTo>
                <a:lnTo>
                  <a:pt x="52624" y="1001706"/>
                </a:lnTo>
                <a:lnTo>
                  <a:pt x="55806" y="1004756"/>
                </a:lnTo>
                <a:lnTo>
                  <a:pt x="82531" y="1022187"/>
                </a:lnTo>
                <a:lnTo>
                  <a:pt x="394260" y="1235669"/>
                </a:lnTo>
                <a:lnTo>
                  <a:pt x="1208941" y="1252072"/>
                </a:lnTo>
                <a:close/>
              </a:path>
            </a:pathLst>
          </a:custGeom>
          <a:solidFill>
            <a:srgbClr val="EB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401954976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Design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EBF75BF-A3C5-A169-C9FC-99CB97AB176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8866FE56-BF79-95A6-E26E-257C02E268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4490" y="6105071"/>
            <a:ext cx="953911" cy="299696"/>
          </a:xfrm>
          <a:prstGeom prst="rect">
            <a:avLst/>
          </a:prstGeom>
        </p:spPr>
      </p:pic>
      <p:sp>
        <p:nvSpPr>
          <p:cNvPr id="2" name="Freeform 1">
            <a:extLst>
              <a:ext uri="{FF2B5EF4-FFF2-40B4-BE49-F238E27FC236}">
                <a16:creationId xmlns:a16="http://schemas.microsoft.com/office/drawing/2014/main" id="{D1E93F2A-A66C-799A-4A01-8BAA6807173A}"/>
              </a:ext>
            </a:extLst>
          </p:cNvPr>
          <p:cNvSpPr/>
          <p:nvPr userDrawn="1"/>
        </p:nvSpPr>
        <p:spPr>
          <a:xfrm flipH="1">
            <a:off x="1" y="5648879"/>
            <a:ext cx="12192000" cy="1209123"/>
          </a:xfrm>
          <a:custGeom>
            <a:avLst/>
            <a:gdLst>
              <a:gd name="connsiteX0" fmla="*/ 9304543 w 9304543"/>
              <a:gd name="connsiteY0" fmla="*/ 0 h 998161"/>
              <a:gd name="connsiteX1" fmla="*/ 9304543 w 9304543"/>
              <a:gd name="connsiteY1" fmla="*/ 998161 h 998161"/>
              <a:gd name="connsiteX2" fmla="*/ 0 w 9304543"/>
              <a:gd name="connsiteY2" fmla="*/ 998161 h 998161"/>
              <a:gd name="connsiteX3" fmla="*/ 0 w 9304543"/>
              <a:gd name="connsiteY3" fmla="*/ 691035 h 998161"/>
              <a:gd name="connsiteX4" fmla="*/ 9304543 w 9304543"/>
              <a:gd name="connsiteY4" fmla="*/ 0 h 998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543" h="998161">
                <a:moveTo>
                  <a:pt x="9304543" y="0"/>
                </a:moveTo>
                <a:lnTo>
                  <a:pt x="9304543" y="998161"/>
                </a:lnTo>
                <a:lnTo>
                  <a:pt x="0" y="998161"/>
                </a:lnTo>
                <a:lnTo>
                  <a:pt x="0" y="691035"/>
                </a:lnTo>
                <a:lnTo>
                  <a:pt x="9304543" y="0"/>
                </a:lnTo>
                <a:close/>
              </a:path>
            </a:pathLst>
          </a:custGeom>
          <a:solidFill>
            <a:srgbClr val="05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7897887C-CC0A-3BA0-DBEC-C24631C12B1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854" y="6149020"/>
            <a:ext cx="1199025" cy="376705"/>
          </a:xfrm>
          <a:prstGeom prst="rect">
            <a:avLst/>
          </a:prstGeom>
        </p:spPr>
      </p:pic>
      <p:sp>
        <p:nvSpPr>
          <p:cNvPr id="5" name="Freeform 4">
            <a:extLst>
              <a:ext uri="{FF2B5EF4-FFF2-40B4-BE49-F238E27FC236}">
                <a16:creationId xmlns:a16="http://schemas.microsoft.com/office/drawing/2014/main" id="{67B1C446-8109-334E-AD57-DB03AB3624B2}"/>
              </a:ext>
            </a:extLst>
          </p:cNvPr>
          <p:cNvSpPr/>
          <p:nvPr userDrawn="1"/>
        </p:nvSpPr>
        <p:spPr>
          <a:xfrm>
            <a:off x="10586999" y="5212955"/>
            <a:ext cx="1614308" cy="1669429"/>
          </a:xfrm>
          <a:custGeom>
            <a:avLst/>
            <a:gdLst>
              <a:gd name="connsiteX0" fmla="*/ 1210731 w 1210731"/>
              <a:gd name="connsiteY0" fmla="*/ 0 h 1252072"/>
              <a:gd name="connsiteX1" fmla="*/ 76787 w 1210731"/>
              <a:gd name="connsiteY1" fmla="*/ 778048 h 1252072"/>
              <a:gd name="connsiteX2" fmla="*/ 55806 w 1210731"/>
              <a:gd name="connsiteY2" fmla="*/ 791734 h 1252072"/>
              <a:gd name="connsiteX3" fmla="*/ 53194 w 1210731"/>
              <a:gd name="connsiteY3" fmla="*/ 794236 h 1252072"/>
              <a:gd name="connsiteX4" fmla="*/ 47250 w 1210731"/>
              <a:gd name="connsiteY4" fmla="*/ 798315 h 1252072"/>
              <a:gd name="connsiteX5" fmla="*/ 47271 w 1210731"/>
              <a:gd name="connsiteY5" fmla="*/ 799912 h 1252072"/>
              <a:gd name="connsiteX6" fmla="*/ 32540 w 1210731"/>
              <a:gd name="connsiteY6" fmla="*/ 814026 h 1252072"/>
              <a:gd name="connsiteX7" fmla="*/ 0 w 1210731"/>
              <a:gd name="connsiteY7" fmla="*/ 898245 h 1252072"/>
              <a:gd name="connsiteX8" fmla="*/ 32540 w 1210731"/>
              <a:gd name="connsiteY8" fmla="*/ 982463 h 1252072"/>
              <a:gd name="connsiteX9" fmla="*/ 49803 w 1210731"/>
              <a:gd name="connsiteY9" fmla="*/ 999004 h 1252072"/>
              <a:gd name="connsiteX10" fmla="*/ 49813 w 1210731"/>
              <a:gd name="connsiteY10" fmla="*/ 999782 h 1252072"/>
              <a:gd name="connsiteX11" fmla="*/ 52624 w 1210731"/>
              <a:gd name="connsiteY11" fmla="*/ 1001706 h 1252072"/>
              <a:gd name="connsiteX12" fmla="*/ 55806 w 1210731"/>
              <a:gd name="connsiteY12" fmla="*/ 1004756 h 1252072"/>
              <a:gd name="connsiteX13" fmla="*/ 82531 w 1210731"/>
              <a:gd name="connsiteY13" fmla="*/ 1022187 h 1252072"/>
              <a:gd name="connsiteX14" fmla="*/ 394260 w 1210731"/>
              <a:gd name="connsiteY14" fmla="*/ 1235669 h 1252072"/>
              <a:gd name="connsiteX15" fmla="*/ 1208941 w 1210731"/>
              <a:gd name="connsiteY15" fmla="*/ 1252072 h 1252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0731" h="1252072">
                <a:moveTo>
                  <a:pt x="1210731" y="0"/>
                </a:moveTo>
                <a:lnTo>
                  <a:pt x="76787" y="778048"/>
                </a:lnTo>
                <a:lnTo>
                  <a:pt x="55806" y="791734"/>
                </a:lnTo>
                <a:lnTo>
                  <a:pt x="53194" y="794236"/>
                </a:lnTo>
                <a:lnTo>
                  <a:pt x="47250" y="798315"/>
                </a:lnTo>
                <a:lnTo>
                  <a:pt x="47271" y="799912"/>
                </a:lnTo>
                <a:lnTo>
                  <a:pt x="32540" y="814026"/>
                </a:lnTo>
                <a:cubicBezTo>
                  <a:pt x="11996" y="838067"/>
                  <a:pt x="0" y="867048"/>
                  <a:pt x="0" y="898245"/>
                </a:cubicBezTo>
                <a:cubicBezTo>
                  <a:pt x="0" y="929441"/>
                  <a:pt x="11996" y="958422"/>
                  <a:pt x="32540" y="982463"/>
                </a:cubicBezTo>
                <a:lnTo>
                  <a:pt x="49803" y="999004"/>
                </a:lnTo>
                <a:lnTo>
                  <a:pt x="49813" y="999782"/>
                </a:lnTo>
                <a:lnTo>
                  <a:pt x="52624" y="1001706"/>
                </a:lnTo>
                <a:lnTo>
                  <a:pt x="55806" y="1004756"/>
                </a:lnTo>
                <a:lnTo>
                  <a:pt x="82531" y="1022187"/>
                </a:lnTo>
                <a:lnTo>
                  <a:pt x="394260" y="1235669"/>
                </a:lnTo>
                <a:lnTo>
                  <a:pt x="1208941" y="1252072"/>
                </a:lnTo>
                <a:close/>
              </a:path>
            </a:pathLst>
          </a:custGeom>
          <a:solidFill>
            <a:srgbClr val="EB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68389181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Design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98141AEE-9349-2505-59D7-4FD6D13B0588}"/>
              </a:ext>
            </a:extLst>
          </p:cNvPr>
          <p:cNvSpPr/>
          <p:nvPr userDrawn="1"/>
        </p:nvSpPr>
        <p:spPr>
          <a:xfrm>
            <a:off x="1" y="5648879"/>
            <a:ext cx="12192000" cy="1209123"/>
          </a:xfrm>
          <a:custGeom>
            <a:avLst/>
            <a:gdLst>
              <a:gd name="connsiteX0" fmla="*/ 9304543 w 9304543"/>
              <a:gd name="connsiteY0" fmla="*/ 0 h 998161"/>
              <a:gd name="connsiteX1" fmla="*/ 9304543 w 9304543"/>
              <a:gd name="connsiteY1" fmla="*/ 998161 h 998161"/>
              <a:gd name="connsiteX2" fmla="*/ 0 w 9304543"/>
              <a:gd name="connsiteY2" fmla="*/ 998161 h 998161"/>
              <a:gd name="connsiteX3" fmla="*/ 0 w 9304543"/>
              <a:gd name="connsiteY3" fmla="*/ 691035 h 998161"/>
              <a:gd name="connsiteX4" fmla="*/ 9304543 w 9304543"/>
              <a:gd name="connsiteY4" fmla="*/ 0 h 998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543" h="998161">
                <a:moveTo>
                  <a:pt x="9304543" y="0"/>
                </a:moveTo>
                <a:lnTo>
                  <a:pt x="9304543" y="998161"/>
                </a:lnTo>
                <a:lnTo>
                  <a:pt x="0" y="998161"/>
                </a:lnTo>
                <a:lnTo>
                  <a:pt x="0" y="691035"/>
                </a:lnTo>
                <a:lnTo>
                  <a:pt x="9304543" y="0"/>
                </a:lnTo>
                <a:close/>
              </a:path>
            </a:pathLst>
          </a:custGeom>
          <a:solidFill>
            <a:srgbClr val="EB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7D6A12BD-CE7B-5A26-0717-05A2BE08AC7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78458" y="6149020"/>
            <a:ext cx="1199021" cy="376705"/>
          </a:xfrm>
          <a:prstGeom prst="rect">
            <a:avLst/>
          </a:prstGeom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4B1E5347-F9C1-E04F-BA44-37716886D3D0}"/>
              </a:ext>
            </a:extLst>
          </p:cNvPr>
          <p:cNvSpPr/>
          <p:nvPr userDrawn="1"/>
        </p:nvSpPr>
        <p:spPr>
          <a:xfrm flipH="1">
            <a:off x="-9303" y="5216071"/>
            <a:ext cx="1614308" cy="1669429"/>
          </a:xfrm>
          <a:custGeom>
            <a:avLst/>
            <a:gdLst>
              <a:gd name="connsiteX0" fmla="*/ 1210731 w 1210731"/>
              <a:gd name="connsiteY0" fmla="*/ 0 h 1252072"/>
              <a:gd name="connsiteX1" fmla="*/ 76787 w 1210731"/>
              <a:gd name="connsiteY1" fmla="*/ 778048 h 1252072"/>
              <a:gd name="connsiteX2" fmla="*/ 55806 w 1210731"/>
              <a:gd name="connsiteY2" fmla="*/ 791734 h 1252072"/>
              <a:gd name="connsiteX3" fmla="*/ 53194 w 1210731"/>
              <a:gd name="connsiteY3" fmla="*/ 794236 h 1252072"/>
              <a:gd name="connsiteX4" fmla="*/ 47250 w 1210731"/>
              <a:gd name="connsiteY4" fmla="*/ 798315 h 1252072"/>
              <a:gd name="connsiteX5" fmla="*/ 47271 w 1210731"/>
              <a:gd name="connsiteY5" fmla="*/ 799912 h 1252072"/>
              <a:gd name="connsiteX6" fmla="*/ 32540 w 1210731"/>
              <a:gd name="connsiteY6" fmla="*/ 814026 h 1252072"/>
              <a:gd name="connsiteX7" fmla="*/ 0 w 1210731"/>
              <a:gd name="connsiteY7" fmla="*/ 898245 h 1252072"/>
              <a:gd name="connsiteX8" fmla="*/ 32540 w 1210731"/>
              <a:gd name="connsiteY8" fmla="*/ 982463 h 1252072"/>
              <a:gd name="connsiteX9" fmla="*/ 49803 w 1210731"/>
              <a:gd name="connsiteY9" fmla="*/ 999004 h 1252072"/>
              <a:gd name="connsiteX10" fmla="*/ 49813 w 1210731"/>
              <a:gd name="connsiteY10" fmla="*/ 999782 h 1252072"/>
              <a:gd name="connsiteX11" fmla="*/ 52624 w 1210731"/>
              <a:gd name="connsiteY11" fmla="*/ 1001706 h 1252072"/>
              <a:gd name="connsiteX12" fmla="*/ 55806 w 1210731"/>
              <a:gd name="connsiteY12" fmla="*/ 1004756 h 1252072"/>
              <a:gd name="connsiteX13" fmla="*/ 82531 w 1210731"/>
              <a:gd name="connsiteY13" fmla="*/ 1022187 h 1252072"/>
              <a:gd name="connsiteX14" fmla="*/ 394260 w 1210731"/>
              <a:gd name="connsiteY14" fmla="*/ 1235669 h 1252072"/>
              <a:gd name="connsiteX15" fmla="*/ 1208941 w 1210731"/>
              <a:gd name="connsiteY15" fmla="*/ 1252072 h 1252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0731" h="1252072">
                <a:moveTo>
                  <a:pt x="1210731" y="0"/>
                </a:moveTo>
                <a:lnTo>
                  <a:pt x="76787" y="778048"/>
                </a:lnTo>
                <a:lnTo>
                  <a:pt x="55806" y="791734"/>
                </a:lnTo>
                <a:lnTo>
                  <a:pt x="53194" y="794236"/>
                </a:lnTo>
                <a:lnTo>
                  <a:pt x="47250" y="798315"/>
                </a:lnTo>
                <a:lnTo>
                  <a:pt x="47271" y="799912"/>
                </a:lnTo>
                <a:lnTo>
                  <a:pt x="32540" y="814026"/>
                </a:lnTo>
                <a:cubicBezTo>
                  <a:pt x="11996" y="838067"/>
                  <a:pt x="0" y="867048"/>
                  <a:pt x="0" y="898245"/>
                </a:cubicBezTo>
                <a:cubicBezTo>
                  <a:pt x="0" y="929441"/>
                  <a:pt x="11996" y="958422"/>
                  <a:pt x="32540" y="982463"/>
                </a:cubicBezTo>
                <a:lnTo>
                  <a:pt x="49803" y="999004"/>
                </a:lnTo>
                <a:lnTo>
                  <a:pt x="49813" y="999782"/>
                </a:lnTo>
                <a:lnTo>
                  <a:pt x="52624" y="1001706"/>
                </a:lnTo>
                <a:lnTo>
                  <a:pt x="55806" y="1004756"/>
                </a:lnTo>
                <a:lnTo>
                  <a:pt x="82531" y="1022187"/>
                </a:lnTo>
                <a:lnTo>
                  <a:pt x="394260" y="1235669"/>
                </a:lnTo>
                <a:lnTo>
                  <a:pt x="1208941" y="1252072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94605630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Design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EC33455A-8F88-030D-B055-1F06FBB4EE3A}"/>
              </a:ext>
            </a:extLst>
          </p:cNvPr>
          <p:cNvSpPr/>
          <p:nvPr userDrawn="1"/>
        </p:nvSpPr>
        <p:spPr>
          <a:xfrm flipH="1">
            <a:off x="1" y="5648879"/>
            <a:ext cx="12192000" cy="1209123"/>
          </a:xfrm>
          <a:custGeom>
            <a:avLst/>
            <a:gdLst>
              <a:gd name="connsiteX0" fmla="*/ 9304543 w 9304543"/>
              <a:gd name="connsiteY0" fmla="*/ 0 h 998161"/>
              <a:gd name="connsiteX1" fmla="*/ 9304543 w 9304543"/>
              <a:gd name="connsiteY1" fmla="*/ 998161 h 998161"/>
              <a:gd name="connsiteX2" fmla="*/ 0 w 9304543"/>
              <a:gd name="connsiteY2" fmla="*/ 998161 h 998161"/>
              <a:gd name="connsiteX3" fmla="*/ 0 w 9304543"/>
              <a:gd name="connsiteY3" fmla="*/ 691035 h 998161"/>
              <a:gd name="connsiteX4" fmla="*/ 9304543 w 9304543"/>
              <a:gd name="connsiteY4" fmla="*/ 0 h 998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543" h="998161">
                <a:moveTo>
                  <a:pt x="9304543" y="0"/>
                </a:moveTo>
                <a:lnTo>
                  <a:pt x="9304543" y="998161"/>
                </a:lnTo>
                <a:lnTo>
                  <a:pt x="0" y="998161"/>
                </a:lnTo>
                <a:lnTo>
                  <a:pt x="0" y="691035"/>
                </a:lnTo>
                <a:lnTo>
                  <a:pt x="9304543" y="0"/>
                </a:lnTo>
                <a:close/>
              </a:path>
            </a:pathLst>
          </a:custGeom>
          <a:solidFill>
            <a:srgbClr val="EB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0915BB31-EF3E-9966-8DF6-42952C6C981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127" y="6149020"/>
            <a:ext cx="1199021" cy="376705"/>
          </a:xfrm>
          <a:prstGeom prst="rect">
            <a:avLst/>
          </a:prstGeom>
        </p:spPr>
      </p:pic>
      <p:sp>
        <p:nvSpPr>
          <p:cNvPr id="4" name="Freeform 3">
            <a:extLst>
              <a:ext uri="{FF2B5EF4-FFF2-40B4-BE49-F238E27FC236}">
                <a16:creationId xmlns:a16="http://schemas.microsoft.com/office/drawing/2014/main" id="{D447371E-BA23-C948-1AC1-879166A7FA82}"/>
              </a:ext>
            </a:extLst>
          </p:cNvPr>
          <p:cNvSpPr/>
          <p:nvPr userDrawn="1"/>
        </p:nvSpPr>
        <p:spPr>
          <a:xfrm>
            <a:off x="10586999" y="5212955"/>
            <a:ext cx="1614308" cy="1669429"/>
          </a:xfrm>
          <a:custGeom>
            <a:avLst/>
            <a:gdLst>
              <a:gd name="connsiteX0" fmla="*/ 1210731 w 1210731"/>
              <a:gd name="connsiteY0" fmla="*/ 0 h 1252072"/>
              <a:gd name="connsiteX1" fmla="*/ 76787 w 1210731"/>
              <a:gd name="connsiteY1" fmla="*/ 778048 h 1252072"/>
              <a:gd name="connsiteX2" fmla="*/ 55806 w 1210731"/>
              <a:gd name="connsiteY2" fmla="*/ 791734 h 1252072"/>
              <a:gd name="connsiteX3" fmla="*/ 53194 w 1210731"/>
              <a:gd name="connsiteY3" fmla="*/ 794236 h 1252072"/>
              <a:gd name="connsiteX4" fmla="*/ 47250 w 1210731"/>
              <a:gd name="connsiteY4" fmla="*/ 798315 h 1252072"/>
              <a:gd name="connsiteX5" fmla="*/ 47271 w 1210731"/>
              <a:gd name="connsiteY5" fmla="*/ 799912 h 1252072"/>
              <a:gd name="connsiteX6" fmla="*/ 32540 w 1210731"/>
              <a:gd name="connsiteY6" fmla="*/ 814026 h 1252072"/>
              <a:gd name="connsiteX7" fmla="*/ 0 w 1210731"/>
              <a:gd name="connsiteY7" fmla="*/ 898245 h 1252072"/>
              <a:gd name="connsiteX8" fmla="*/ 32540 w 1210731"/>
              <a:gd name="connsiteY8" fmla="*/ 982463 h 1252072"/>
              <a:gd name="connsiteX9" fmla="*/ 49803 w 1210731"/>
              <a:gd name="connsiteY9" fmla="*/ 999004 h 1252072"/>
              <a:gd name="connsiteX10" fmla="*/ 49813 w 1210731"/>
              <a:gd name="connsiteY10" fmla="*/ 999782 h 1252072"/>
              <a:gd name="connsiteX11" fmla="*/ 52624 w 1210731"/>
              <a:gd name="connsiteY11" fmla="*/ 1001706 h 1252072"/>
              <a:gd name="connsiteX12" fmla="*/ 55806 w 1210731"/>
              <a:gd name="connsiteY12" fmla="*/ 1004756 h 1252072"/>
              <a:gd name="connsiteX13" fmla="*/ 82531 w 1210731"/>
              <a:gd name="connsiteY13" fmla="*/ 1022187 h 1252072"/>
              <a:gd name="connsiteX14" fmla="*/ 394260 w 1210731"/>
              <a:gd name="connsiteY14" fmla="*/ 1235669 h 1252072"/>
              <a:gd name="connsiteX15" fmla="*/ 1208941 w 1210731"/>
              <a:gd name="connsiteY15" fmla="*/ 1252072 h 1252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0731" h="1252072">
                <a:moveTo>
                  <a:pt x="1210731" y="0"/>
                </a:moveTo>
                <a:lnTo>
                  <a:pt x="76787" y="778048"/>
                </a:lnTo>
                <a:lnTo>
                  <a:pt x="55806" y="791734"/>
                </a:lnTo>
                <a:lnTo>
                  <a:pt x="53194" y="794236"/>
                </a:lnTo>
                <a:lnTo>
                  <a:pt x="47250" y="798315"/>
                </a:lnTo>
                <a:lnTo>
                  <a:pt x="47271" y="799912"/>
                </a:lnTo>
                <a:lnTo>
                  <a:pt x="32540" y="814026"/>
                </a:lnTo>
                <a:cubicBezTo>
                  <a:pt x="11996" y="838067"/>
                  <a:pt x="0" y="867048"/>
                  <a:pt x="0" y="898245"/>
                </a:cubicBezTo>
                <a:cubicBezTo>
                  <a:pt x="0" y="929441"/>
                  <a:pt x="11996" y="958422"/>
                  <a:pt x="32540" y="982463"/>
                </a:cubicBezTo>
                <a:lnTo>
                  <a:pt x="49803" y="999004"/>
                </a:lnTo>
                <a:lnTo>
                  <a:pt x="49813" y="999782"/>
                </a:lnTo>
                <a:lnTo>
                  <a:pt x="52624" y="1001706"/>
                </a:lnTo>
                <a:lnTo>
                  <a:pt x="55806" y="1004756"/>
                </a:lnTo>
                <a:lnTo>
                  <a:pt x="82531" y="1022187"/>
                </a:lnTo>
                <a:lnTo>
                  <a:pt x="394260" y="1235669"/>
                </a:lnTo>
                <a:lnTo>
                  <a:pt x="1208941" y="1252072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58609783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Design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F8B10F8-863A-8F0E-FAE2-6565FE6B2B0A}"/>
              </a:ext>
            </a:extLst>
          </p:cNvPr>
          <p:cNvSpPr/>
          <p:nvPr userDrawn="1"/>
        </p:nvSpPr>
        <p:spPr>
          <a:xfrm>
            <a:off x="-6393" y="-5751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5773465D-758D-262E-50EC-BF8794AF5544}"/>
              </a:ext>
            </a:extLst>
          </p:cNvPr>
          <p:cNvSpPr/>
          <p:nvPr userDrawn="1"/>
        </p:nvSpPr>
        <p:spPr>
          <a:xfrm>
            <a:off x="1" y="5648879"/>
            <a:ext cx="12192000" cy="1209123"/>
          </a:xfrm>
          <a:custGeom>
            <a:avLst/>
            <a:gdLst>
              <a:gd name="connsiteX0" fmla="*/ 9304543 w 9304543"/>
              <a:gd name="connsiteY0" fmla="*/ 0 h 998161"/>
              <a:gd name="connsiteX1" fmla="*/ 9304543 w 9304543"/>
              <a:gd name="connsiteY1" fmla="*/ 998161 h 998161"/>
              <a:gd name="connsiteX2" fmla="*/ 0 w 9304543"/>
              <a:gd name="connsiteY2" fmla="*/ 998161 h 998161"/>
              <a:gd name="connsiteX3" fmla="*/ 0 w 9304543"/>
              <a:gd name="connsiteY3" fmla="*/ 691035 h 998161"/>
              <a:gd name="connsiteX4" fmla="*/ 9304543 w 9304543"/>
              <a:gd name="connsiteY4" fmla="*/ 0 h 998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543" h="998161">
                <a:moveTo>
                  <a:pt x="9304543" y="0"/>
                </a:moveTo>
                <a:lnTo>
                  <a:pt x="9304543" y="998161"/>
                </a:lnTo>
                <a:lnTo>
                  <a:pt x="0" y="998161"/>
                </a:lnTo>
                <a:lnTo>
                  <a:pt x="0" y="691035"/>
                </a:lnTo>
                <a:lnTo>
                  <a:pt x="9304543" y="0"/>
                </a:lnTo>
                <a:close/>
              </a:path>
            </a:pathLst>
          </a:custGeom>
          <a:solidFill>
            <a:srgbClr val="EB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4B98D756-C033-249A-4D25-2176AF1A901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78458" y="6149020"/>
            <a:ext cx="1199021" cy="376705"/>
          </a:xfrm>
          <a:prstGeom prst="rect">
            <a:avLst/>
          </a:prstGeom>
        </p:spPr>
      </p:pic>
      <p:sp>
        <p:nvSpPr>
          <p:cNvPr id="4" name="Freeform 3">
            <a:extLst>
              <a:ext uri="{FF2B5EF4-FFF2-40B4-BE49-F238E27FC236}">
                <a16:creationId xmlns:a16="http://schemas.microsoft.com/office/drawing/2014/main" id="{9DCA2C08-7F37-56AA-5A87-137BCF012F40}"/>
              </a:ext>
            </a:extLst>
          </p:cNvPr>
          <p:cNvSpPr/>
          <p:nvPr userDrawn="1"/>
        </p:nvSpPr>
        <p:spPr>
          <a:xfrm flipH="1">
            <a:off x="-9303" y="5216071"/>
            <a:ext cx="1614308" cy="1669429"/>
          </a:xfrm>
          <a:custGeom>
            <a:avLst/>
            <a:gdLst>
              <a:gd name="connsiteX0" fmla="*/ 1210731 w 1210731"/>
              <a:gd name="connsiteY0" fmla="*/ 0 h 1252072"/>
              <a:gd name="connsiteX1" fmla="*/ 76787 w 1210731"/>
              <a:gd name="connsiteY1" fmla="*/ 778048 h 1252072"/>
              <a:gd name="connsiteX2" fmla="*/ 55806 w 1210731"/>
              <a:gd name="connsiteY2" fmla="*/ 791734 h 1252072"/>
              <a:gd name="connsiteX3" fmla="*/ 53194 w 1210731"/>
              <a:gd name="connsiteY3" fmla="*/ 794236 h 1252072"/>
              <a:gd name="connsiteX4" fmla="*/ 47250 w 1210731"/>
              <a:gd name="connsiteY4" fmla="*/ 798315 h 1252072"/>
              <a:gd name="connsiteX5" fmla="*/ 47271 w 1210731"/>
              <a:gd name="connsiteY5" fmla="*/ 799912 h 1252072"/>
              <a:gd name="connsiteX6" fmla="*/ 32540 w 1210731"/>
              <a:gd name="connsiteY6" fmla="*/ 814026 h 1252072"/>
              <a:gd name="connsiteX7" fmla="*/ 0 w 1210731"/>
              <a:gd name="connsiteY7" fmla="*/ 898245 h 1252072"/>
              <a:gd name="connsiteX8" fmla="*/ 32540 w 1210731"/>
              <a:gd name="connsiteY8" fmla="*/ 982463 h 1252072"/>
              <a:gd name="connsiteX9" fmla="*/ 49803 w 1210731"/>
              <a:gd name="connsiteY9" fmla="*/ 999004 h 1252072"/>
              <a:gd name="connsiteX10" fmla="*/ 49813 w 1210731"/>
              <a:gd name="connsiteY10" fmla="*/ 999782 h 1252072"/>
              <a:gd name="connsiteX11" fmla="*/ 52624 w 1210731"/>
              <a:gd name="connsiteY11" fmla="*/ 1001706 h 1252072"/>
              <a:gd name="connsiteX12" fmla="*/ 55806 w 1210731"/>
              <a:gd name="connsiteY12" fmla="*/ 1004756 h 1252072"/>
              <a:gd name="connsiteX13" fmla="*/ 82531 w 1210731"/>
              <a:gd name="connsiteY13" fmla="*/ 1022187 h 1252072"/>
              <a:gd name="connsiteX14" fmla="*/ 394260 w 1210731"/>
              <a:gd name="connsiteY14" fmla="*/ 1235669 h 1252072"/>
              <a:gd name="connsiteX15" fmla="*/ 1208941 w 1210731"/>
              <a:gd name="connsiteY15" fmla="*/ 1252072 h 1252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0731" h="1252072">
                <a:moveTo>
                  <a:pt x="1210731" y="0"/>
                </a:moveTo>
                <a:lnTo>
                  <a:pt x="76787" y="778048"/>
                </a:lnTo>
                <a:lnTo>
                  <a:pt x="55806" y="791734"/>
                </a:lnTo>
                <a:lnTo>
                  <a:pt x="53194" y="794236"/>
                </a:lnTo>
                <a:lnTo>
                  <a:pt x="47250" y="798315"/>
                </a:lnTo>
                <a:lnTo>
                  <a:pt x="47271" y="799912"/>
                </a:lnTo>
                <a:lnTo>
                  <a:pt x="32540" y="814026"/>
                </a:lnTo>
                <a:cubicBezTo>
                  <a:pt x="11996" y="838067"/>
                  <a:pt x="0" y="867048"/>
                  <a:pt x="0" y="898245"/>
                </a:cubicBezTo>
                <a:cubicBezTo>
                  <a:pt x="0" y="929441"/>
                  <a:pt x="11996" y="958422"/>
                  <a:pt x="32540" y="982463"/>
                </a:cubicBezTo>
                <a:lnTo>
                  <a:pt x="49803" y="999004"/>
                </a:lnTo>
                <a:lnTo>
                  <a:pt x="49813" y="999782"/>
                </a:lnTo>
                <a:lnTo>
                  <a:pt x="52624" y="1001706"/>
                </a:lnTo>
                <a:lnTo>
                  <a:pt x="55806" y="1004756"/>
                </a:lnTo>
                <a:lnTo>
                  <a:pt x="82531" y="1022187"/>
                </a:lnTo>
                <a:lnTo>
                  <a:pt x="394260" y="1235669"/>
                </a:lnTo>
                <a:lnTo>
                  <a:pt x="1208941" y="125207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99803166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Design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F8B10F8-863A-8F0E-FAE2-6565FE6B2B0A}"/>
              </a:ext>
            </a:extLst>
          </p:cNvPr>
          <p:cNvSpPr/>
          <p:nvPr userDrawn="1"/>
        </p:nvSpPr>
        <p:spPr>
          <a:xfrm>
            <a:off x="-6393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70E0D1A5-FAA8-11FD-2450-721850E9675B}"/>
              </a:ext>
            </a:extLst>
          </p:cNvPr>
          <p:cNvSpPr/>
          <p:nvPr userDrawn="1"/>
        </p:nvSpPr>
        <p:spPr>
          <a:xfrm flipH="1">
            <a:off x="1" y="5648879"/>
            <a:ext cx="12192000" cy="1209123"/>
          </a:xfrm>
          <a:custGeom>
            <a:avLst/>
            <a:gdLst>
              <a:gd name="connsiteX0" fmla="*/ 9304543 w 9304543"/>
              <a:gd name="connsiteY0" fmla="*/ 0 h 998161"/>
              <a:gd name="connsiteX1" fmla="*/ 9304543 w 9304543"/>
              <a:gd name="connsiteY1" fmla="*/ 998161 h 998161"/>
              <a:gd name="connsiteX2" fmla="*/ 0 w 9304543"/>
              <a:gd name="connsiteY2" fmla="*/ 998161 h 998161"/>
              <a:gd name="connsiteX3" fmla="*/ 0 w 9304543"/>
              <a:gd name="connsiteY3" fmla="*/ 691035 h 998161"/>
              <a:gd name="connsiteX4" fmla="*/ 9304543 w 9304543"/>
              <a:gd name="connsiteY4" fmla="*/ 0 h 998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543" h="998161">
                <a:moveTo>
                  <a:pt x="9304543" y="0"/>
                </a:moveTo>
                <a:lnTo>
                  <a:pt x="9304543" y="998161"/>
                </a:lnTo>
                <a:lnTo>
                  <a:pt x="0" y="998161"/>
                </a:lnTo>
                <a:lnTo>
                  <a:pt x="0" y="691035"/>
                </a:lnTo>
                <a:lnTo>
                  <a:pt x="9304543" y="0"/>
                </a:lnTo>
                <a:close/>
              </a:path>
            </a:pathLst>
          </a:custGeom>
          <a:solidFill>
            <a:srgbClr val="EB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88C7206F-F974-4363-821D-5C69FADEBF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127" y="6149020"/>
            <a:ext cx="1199021" cy="376705"/>
          </a:xfrm>
          <a:prstGeom prst="rect">
            <a:avLst/>
          </a:prstGeom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0DE6C4E9-4508-8A85-3D43-2836593045BF}"/>
              </a:ext>
            </a:extLst>
          </p:cNvPr>
          <p:cNvSpPr/>
          <p:nvPr userDrawn="1"/>
        </p:nvSpPr>
        <p:spPr>
          <a:xfrm>
            <a:off x="10586999" y="5212955"/>
            <a:ext cx="1614308" cy="1669429"/>
          </a:xfrm>
          <a:custGeom>
            <a:avLst/>
            <a:gdLst>
              <a:gd name="connsiteX0" fmla="*/ 1210731 w 1210731"/>
              <a:gd name="connsiteY0" fmla="*/ 0 h 1252072"/>
              <a:gd name="connsiteX1" fmla="*/ 76787 w 1210731"/>
              <a:gd name="connsiteY1" fmla="*/ 778048 h 1252072"/>
              <a:gd name="connsiteX2" fmla="*/ 55806 w 1210731"/>
              <a:gd name="connsiteY2" fmla="*/ 791734 h 1252072"/>
              <a:gd name="connsiteX3" fmla="*/ 53194 w 1210731"/>
              <a:gd name="connsiteY3" fmla="*/ 794236 h 1252072"/>
              <a:gd name="connsiteX4" fmla="*/ 47250 w 1210731"/>
              <a:gd name="connsiteY4" fmla="*/ 798315 h 1252072"/>
              <a:gd name="connsiteX5" fmla="*/ 47271 w 1210731"/>
              <a:gd name="connsiteY5" fmla="*/ 799912 h 1252072"/>
              <a:gd name="connsiteX6" fmla="*/ 32540 w 1210731"/>
              <a:gd name="connsiteY6" fmla="*/ 814026 h 1252072"/>
              <a:gd name="connsiteX7" fmla="*/ 0 w 1210731"/>
              <a:gd name="connsiteY7" fmla="*/ 898245 h 1252072"/>
              <a:gd name="connsiteX8" fmla="*/ 32540 w 1210731"/>
              <a:gd name="connsiteY8" fmla="*/ 982463 h 1252072"/>
              <a:gd name="connsiteX9" fmla="*/ 49803 w 1210731"/>
              <a:gd name="connsiteY9" fmla="*/ 999004 h 1252072"/>
              <a:gd name="connsiteX10" fmla="*/ 49813 w 1210731"/>
              <a:gd name="connsiteY10" fmla="*/ 999782 h 1252072"/>
              <a:gd name="connsiteX11" fmla="*/ 52624 w 1210731"/>
              <a:gd name="connsiteY11" fmla="*/ 1001706 h 1252072"/>
              <a:gd name="connsiteX12" fmla="*/ 55806 w 1210731"/>
              <a:gd name="connsiteY12" fmla="*/ 1004756 h 1252072"/>
              <a:gd name="connsiteX13" fmla="*/ 82531 w 1210731"/>
              <a:gd name="connsiteY13" fmla="*/ 1022187 h 1252072"/>
              <a:gd name="connsiteX14" fmla="*/ 394260 w 1210731"/>
              <a:gd name="connsiteY14" fmla="*/ 1235669 h 1252072"/>
              <a:gd name="connsiteX15" fmla="*/ 1208941 w 1210731"/>
              <a:gd name="connsiteY15" fmla="*/ 1252072 h 1252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0731" h="1252072">
                <a:moveTo>
                  <a:pt x="1210731" y="0"/>
                </a:moveTo>
                <a:lnTo>
                  <a:pt x="76787" y="778048"/>
                </a:lnTo>
                <a:lnTo>
                  <a:pt x="55806" y="791734"/>
                </a:lnTo>
                <a:lnTo>
                  <a:pt x="53194" y="794236"/>
                </a:lnTo>
                <a:lnTo>
                  <a:pt x="47250" y="798315"/>
                </a:lnTo>
                <a:lnTo>
                  <a:pt x="47271" y="799912"/>
                </a:lnTo>
                <a:lnTo>
                  <a:pt x="32540" y="814026"/>
                </a:lnTo>
                <a:cubicBezTo>
                  <a:pt x="11996" y="838067"/>
                  <a:pt x="0" y="867048"/>
                  <a:pt x="0" y="898245"/>
                </a:cubicBezTo>
                <a:cubicBezTo>
                  <a:pt x="0" y="929441"/>
                  <a:pt x="11996" y="958422"/>
                  <a:pt x="32540" y="982463"/>
                </a:cubicBezTo>
                <a:lnTo>
                  <a:pt x="49803" y="999004"/>
                </a:lnTo>
                <a:lnTo>
                  <a:pt x="49813" y="999782"/>
                </a:lnTo>
                <a:lnTo>
                  <a:pt x="52624" y="1001706"/>
                </a:lnTo>
                <a:lnTo>
                  <a:pt x="55806" y="1004756"/>
                </a:lnTo>
                <a:lnTo>
                  <a:pt x="82531" y="1022187"/>
                </a:lnTo>
                <a:lnTo>
                  <a:pt x="394260" y="1235669"/>
                </a:lnTo>
                <a:lnTo>
                  <a:pt x="1208941" y="125207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94371498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Design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F8B10F8-863A-8F0E-FAE2-6565FE6B2B0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FE485B07-858C-E52A-B9F1-F9BDB42EF1C1}"/>
              </a:ext>
            </a:extLst>
          </p:cNvPr>
          <p:cNvSpPr/>
          <p:nvPr userDrawn="1"/>
        </p:nvSpPr>
        <p:spPr>
          <a:xfrm>
            <a:off x="1" y="5648879"/>
            <a:ext cx="12192000" cy="1209123"/>
          </a:xfrm>
          <a:custGeom>
            <a:avLst/>
            <a:gdLst>
              <a:gd name="connsiteX0" fmla="*/ 9304543 w 9304543"/>
              <a:gd name="connsiteY0" fmla="*/ 0 h 998161"/>
              <a:gd name="connsiteX1" fmla="*/ 9304543 w 9304543"/>
              <a:gd name="connsiteY1" fmla="*/ 998161 h 998161"/>
              <a:gd name="connsiteX2" fmla="*/ 0 w 9304543"/>
              <a:gd name="connsiteY2" fmla="*/ 998161 h 998161"/>
              <a:gd name="connsiteX3" fmla="*/ 0 w 9304543"/>
              <a:gd name="connsiteY3" fmla="*/ 691035 h 998161"/>
              <a:gd name="connsiteX4" fmla="*/ 9304543 w 9304543"/>
              <a:gd name="connsiteY4" fmla="*/ 0 h 998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543" h="998161">
                <a:moveTo>
                  <a:pt x="9304543" y="0"/>
                </a:moveTo>
                <a:lnTo>
                  <a:pt x="9304543" y="998161"/>
                </a:lnTo>
                <a:lnTo>
                  <a:pt x="0" y="998161"/>
                </a:lnTo>
                <a:lnTo>
                  <a:pt x="0" y="691035"/>
                </a:lnTo>
                <a:lnTo>
                  <a:pt x="9304543" y="0"/>
                </a:lnTo>
                <a:close/>
              </a:path>
            </a:pathLst>
          </a:custGeom>
          <a:solidFill>
            <a:srgbClr val="EB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46D3DF48-6446-C192-616B-03A1F4A6A5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78458" y="6149020"/>
            <a:ext cx="1199021" cy="376705"/>
          </a:xfrm>
          <a:prstGeom prst="rect">
            <a:avLst/>
          </a:prstGeom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2689A7BD-CDBC-48F5-69DA-3DA4312C6B29}"/>
              </a:ext>
            </a:extLst>
          </p:cNvPr>
          <p:cNvSpPr/>
          <p:nvPr userDrawn="1"/>
        </p:nvSpPr>
        <p:spPr>
          <a:xfrm flipH="1">
            <a:off x="-9303" y="5216071"/>
            <a:ext cx="1614308" cy="1669429"/>
          </a:xfrm>
          <a:custGeom>
            <a:avLst/>
            <a:gdLst>
              <a:gd name="connsiteX0" fmla="*/ 1210731 w 1210731"/>
              <a:gd name="connsiteY0" fmla="*/ 0 h 1252072"/>
              <a:gd name="connsiteX1" fmla="*/ 76787 w 1210731"/>
              <a:gd name="connsiteY1" fmla="*/ 778048 h 1252072"/>
              <a:gd name="connsiteX2" fmla="*/ 55806 w 1210731"/>
              <a:gd name="connsiteY2" fmla="*/ 791734 h 1252072"/>
              <a:gd name="connsiteX3" fmla="*/ 53194 w 1210731"/>
              <a:gd name="connsiteY3" fmla="*/ 794236 h 1252072"/>
              <a:gd name="connsiteX4" fmla="*/ 47250 w 1210731"/>
              <a:gd name="connsiteY4" fmla="*/ 798315 h 1252072"/>
              <a:gd name="connsiteX5" fmla="*/ 47271 w 1210731"/>
              <a:gd name="connsiteY5" fmla="*/ 799912 h 1252072"/>
              <a:gd name="connsiteX6" fmla="*/ 32540 w 1210731"/>
              <a:gd name="connsiteY6" fmla="*/ 814026 h 1252072"/>
              <a:gd name="connsiteX7" fmla="*/ 0 w 1210731"/>
              <a:gd name="connsiteY7" fmla="*/ 898245 h 1252072"/>
              <a:gd name="connsiteX8" fmla="*/ 32540 w 1210731"/>
              <a:gd name="connsiteY8" fmla="*/ 982463 h 1252072"/>
              <a:gd name="connsiteX9" fmla="*/ 49803 w 1210731"/>
              <a:gd name="connsiteY9" fmla="*/ 999004 h 1252072"/>
              <a:gd name="connsiteX10" fmla="*/ 49813 w 1210731"/>
              <a:gd name="connsiteY10" fmla="*/ 999782 h 1252072"/>
              <a:gd name="connsiteX11" fmla="*/ 52624 w 1210731"/>
              <a:gd name="connsiteY11" fmla="*/ 1001706 h 1252072"/>
              <a:gd name="connsiteX12" fmla="*/ 55806 w 1210731"/>
              <a:gd name="connsiteY12" fmla="*/ 1004756 h 1252072"/>
              <a:gd name="connsiteX13" fmla="*/ 82531 w 1210731"/>
              <a:gd name="connsiteY13" fmla="*/ 1022187 h 1252072"/>
              <a:gd name="connsiteX14" fmla="*/ 394260 w 1210731"/>
              <a:gd name="connsiteY14" fmla="*/ 1235669 h 1252072"/>
              <a:gd name="connsiteX15" fmla="*/ 1208941 w 1210731"/>
              <a:gd name="connsiteY15" fmla="*/ 1252072 h 1252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0731" h="1252072">
                <a:moveTo>
                  <a:pt x="1210731" y="0"/>
                </a:moveTo>
                <a:lnTo>
                  <a:pt x="76787" y="778048"/>
                </a:lnTo>
                <a:lnTo>
                  <a:pt x="55806" y="791734"/>
                </a:lnTo>
                <a:lnTo>
                  <a:pt x="53194" y="794236"/>
                </a:lnTo>
                <a:lnTo>
                  <a:pt x="47250" y="798315"/>
                </a:lnTo>
                <a:lnTo>
                  <a:pt x="47271" y="799912"/>
                </a:lnTo>
                <a:lnTo>
                  <a:pt x="32540" y="814026"/>
                </a:lnTo>
                <a:cubicBezTo>
                  <a:pt x="11996" y="838067"/>
                  <a:pt x="0" y="867048"/>
                  <a:pt x="0" y="898245"/>
                </a:cubicBezTo>
                <a:cubicBezTo>
                  <a:pt x="0" y="929441"/>
                  <a:pt x="11996" y="958422"/>
                  <a:pt x="32540" y="982463"/>
                </a:cubicBezTo>
                <a:lnTo>
                  <a:pt x="49803" y="999004"/>
                </a:lnTo>
                <a:lnTo>
                  <a:pt x="49813" y="999782"/>
                </a:lnTo>
                <a:lnTo>
                  <a:pt x="52624" y="1001706"/>
                </a:lnTo>
                <a:lnTo>
                  <a:pt x="55806" y="1004756"/>
                </a:lnTo>
                <a:lnTo>
                  <a:pt x="82531" y="1022187"/>
                </a:lnTo>
                <a:lnTo>
                  <a:pt x="394260" y="1235669"/>
                </a:lnTo>
                <a:lnTo>
                  <a:pt x="1208941" y="1252072"/>
                </a:lnTo>
                <a:close/>
              </a:path>
            </a:pathLst>
          </a:custGeom>
          <a:solidFill>
            <a:srgbClr val="4B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85439264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Design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F8B10F8-863A-8F0E-FAE2-6565FE6B2B0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85135882-288C-F9EC-B47B-5F98B60641F0}"/>
              </a:ext>
            </a:extLst>
          </p:cNvPr>
          <p:cNvSpPr/>
          <p:nvPr userDrawn="1"/>
        </p:nvSpPr>
        <p:spPr>
          <a:xfrm flipH="1">
            <a:off x="1" y="5648879"/>
            <a:ext cx="12192000" cy="1209123"/>
          </a:xfrm>
          <a:custGeom>
            <a:avLst/>
            <a:gdLst>
              <a:gd name="connsiteX0" fmla="*/ 9304543 w 9304543"/>
              <a:gd name="connsiteY0" fmla="*/ 0 h 998161"/>
              <a:gd name="connsiteX1" fmla="*/ 9304543 w 9304543"/>
              <a:gd name="connsiteY1" fmla="*/ 998161 h 998161"/>
              <a:gd name="connsiteX2" fmla="*/ 0 w 9304543"/>
              <a:gd name="connsiteY2" fmla="*/ 998161 h 998161"/>
              <a:gd name="connsiteX3" fmla="*/ 0 w 9304543"/>
              <a:gd name="connsiteY3" fmla="*/ 691035 h 998161"/>
              <a:gd name="connsiteX4" fmla="*/ 9304543 w 9304543"/>
              <a:gd name="connsiteY4" fmla="*/ 0 h 998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04543" h="998161">
                <a:moveTo>
                  <a:pt x="9304543" y="0"/>
                </a:moveTo>
                <a:lnTo>
                  <a:pt x="9304543" y="998161"/>
                </a:lnTo>
                <a:lnTo>
                  <a:pt x="0" y="998161"/>
                </a:lnTo>
                <a:lnTo>
                  <a:pt x="0" y="691035"/>
                </a:lnTo>
                <a:lnTo>
                  <a:pt x="9304543" y="0"/>
                </a:lnTo>
                <a:close/>
              </a:path>
            </a:pathLst>
          </a:custGeom>
          <a:solidFill>
            <a:srgbClr val="EB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1D7C0439-DEB0-4564-D9F2-45D034EF146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127" y="6149020"/>
            <a:ext cx="1199021" cy="376705"/>
          </a:xfrm>
          <a:prstGeom prst="rect">
            <a:avLst/>
          </a:prstGeom>
        </p:spPr>
      </p:pic>
      <p:sp>
        <p:nvSpPr>
          <p:cNvPr id="6" name="Freeform 5">
            <a:extLst>
              <a:ext uri="{FF2B5EF4-FFF2-40B4-BE49-F238E27FC236}">
                <a16:creationId xmlns:a16="http://schemas.microsoft.com/office/drawing/2014/main" id="{F6F40E79-F88F-2E16-89E1-09475D8FFFD2}"/>
              </a:ext>
            </a:extLst>
          </p:cNvPr>
          <p:cNvSpPr/>
          <p:nvPr userDrawn="1"/>
        </p:nvSpPr>
        <p:spPr>
          <a:xfrm>
            <a:off x="10586999" y="5212955"/>
            <a:ext cx="1614308" cy="1669429"/>
          </a:xfrm>
          <a:custGeom>
            <a:avLst/>
            <a:gdLst>
              <a:gd name="connsiteX0" fmla="*/ 1210731 w 1210731"/>
              <a:gd name="connsiteY0" fmla="*/ 0 h 1252072"/>
              <a:gd name="connsiteX1" fmla="*/ 76787 w 1210731"/>
              <a:gd name="connsiteY1" fmla="*/ 778048 h 1252072"/>
              <a:gd name="connsiteX2" fmla="*/ 55806 w 1210731"/>
              <a:gd name="connsiteY2" fmla="*/ 791734 h 1252072"/>
              <a:gd name="connsiteX3" fmla="*/ 53194 w 1210731"/>
              <a:gd name="connsiteY3" fmla="*/ 794236 h 1252072"/>
              <a:gd name="connsiteX4" fmla="*/ 47250 w 1210731"/>
              <a:gd name="connsiteY4" fmla="*/ 798315 h 1252072"/>
              <a:gd name="connsiteX5" fmla="*/ 47271 w 1210731"/>
              <a:gd name="connsiteY5" fmla="*/ 799912 h 1252072"/>
              <a:gd name="connsiteX6" fmla="*/ 32540 w 1210731"/>
              <a:gd name="connsiteY6" fmla="*/ 814026 h 1252072"/>
              <a:gd name="connsiteX7" fmla="*/ 0 w 1210731"/>
              <a:gd name="connsiteY7" fmla="*/ 898245 h 1252072"/>
              <a:gd name="connsiteX8" fmla="*/ 32540 w 1210731"/>
              <a:gd name="connsiteY8" fmla="*/ 982463 h 1252072"/>
              <a:gd name="connsiteX9" fmla="*/ 49803 w 1210731"/>
              <a:gd name="connsiteY9" fmla="*/ 999004 h 1252072"/>
              <a:gd name="connsiteX10" fmla="*/ 49813 w 1210731"/>
              <a:gd name="connsiteY10" fmla="*/ 999782 h 1252072"/>
              <a:gd name="connsiteX11" fmla="*/ 52624 w 1210731"/>
              <a:gd name="connsiteY11" fmla="*/ 1001706 h 1252072"/>
              <a:gd name="connsiteX12" fmla="*/ 55806 w 1210731"/>
              <a:gd name="connsiteY12" fmla="*/ 1004756 h 1252072"/>
              <a:gd name="connsiteX13" fmla="*/ 82531 w 1210731"/>
              <a:gd name="connsiteY13" fmla="*/ 1022187 h 1252072"/>
              <a:gd name="connsiteX14" fmla="*/ 394260 w 1210731"/>
              <a:gd name="connsiteY14" fmla="*/ 1235669 h 1252072"/>
              <a:gd name="connsiteX15" fmla="*/ 1208941 w 1210731"/>
              <a:gd name="connsiteY15" fmla="*/ 1252072 h 1252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0731" h="1252072">
                <a:moveTo>
                  <a:pt x="1210731" y="0"/>
                </a:moveTo>
                <a:lnTo>
                  <a:pt x="76787" y="778048"/>
                </a:lnTo>
                <a:lnTo>
                  <a:pt x="55806" y="791734"/>
                </a:lnTo>
                <a:lnTo>
                  <a:pt x="53194" y="794236"/>
                </a:lnTo>
                <a:lnTo>
                  <a:pt x="47250" y="798315"/>
                </a:lnTo>
                <a:lnTo>
                  <a:pt x="47271" y="799912"/>
                </a:lnTo>
                <a:lnTo>
                  <a:pt x="32540" y="814026"/>
                </a:lnTo>
                <a:cubicBezTo>
                  <a:pt x="11996" y="838067"/>
                  <a:pt x="0" y="867048"/>
                  <a:pt x="0" y="898245"/>
                </a:cubicBezTo>
                <a:cubicBezTo>
                  <a:pt x="0" y="929441"/>
                  <a:pt x="11996" y="958422"/>
                  <a:pt x="32540" y="982463"/>
                </a:cubicBezTo>
                <a:lnTo>
                  <a:pt x="49803" y="999004"/>
                </a:lnTo>
                <a:lnTo>
                  <a:pt x="49813" y="999782"/>
                </a:lnTo>
                <a:lnTo>
                  <a:pt x="52624" y="1001706"/>
                </a:lnTo>
                <a:lnTo>
                  <a:pt x="55806" y="1004756"/>
                </a:lnTo>
                <a:lnTo>
                  <a:pt x="82531" y="1022187"/>
                </a:lnTo>
                <a:lnTo>
                  <a:pt x="394260" y="1235669"/>
                </a:lnTo>
                <a:lnTo>
                  <a:pt x="1208941" y="125207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717232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ags" Target="../tags/tag11.xml"/><Relationship Id="rId21" Type="http://schemas.openxmlformats.org/officeDocument/2006/relationships/slideLayout" Target="../slideLayouts/slideLayout21.xml"/><Relationship Id="rId34" Type="http://schemas.openxmlformats.org/officeDocument/2006/relationships/tags" Target="../tags/tag6.xml"/><Relationship Id="rId42" Type="http://schemas.openxmlformats.org/officeDocument/2006/relationships/tags" Target="../tags/tag14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ags" Target="../tags/tag1.xml"/><Relationship Id="rId41" Type="http://schemas.openxmlformats.org/officeDocument/2006/relationships/tags" Target="../tags/tag13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ags" Target="../tags/tag4.xml"/><Relationship Id="rId37" Type="http://schemas.openxmlformats.org/officeDocument/2006/relationships/tags" Target="../tags/tag9.xml"/><Relationship Id="rId40" Type="http://schemas.openxmlformats.org/officeDocument/2006/relationships/tags" Target="../tags/tag1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36" Type="http://schemas.openxmlformats.org/officeDocument/2006/relationships/tags" Target="../tags/tag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ags" Target="../tags/tag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ags" Target="../tags/tag2.xml"/><Relationship Id="rId35" Type="http://schemas.openxmlformats.org/officeDocument/2006/relationships/tags" Target="../tags/tag7.xml"/><Relationship Id="rId43" Type="http://schemas.openxmlformats.org/officeDocument/2006/relationships/tags" Target="../tags/tag1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ags" Target="../tags/tag5.xml"/><Relationship Id="rId38" Type="http://schemas.openxmlformats.org/officeDocument/2006/relationships/tags" Target="../tags/tag10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40.xml"/><Relationship Id="rId1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30.xml"/><Relationship Id="rId21" Type="http://schemas.openxmlformats.org/officeDocument/2006/relationships/slideLayout" Target="../slideLayouts/slideLayout48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17" Type="http://schemas.openxmlformats.org/officeDocument/2006/relationships/slideLayout" Target="../slideLayouts/slideLayout44.xml"/><Relationship Id="rId25" Type="http://schemas.openxmlformats.org/officeDocument/2006/relationships/theme" Target="../theme/theme2.xml"/><Relationship Id="rId2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43.xml"/><Relationship Id="rId20" Type="http://schemas.openxmlformats.org/officeDocument/2006/relationships/slideLayout" Target="../slideLayouts/slideLayout47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2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42.xml"/><Relationship Id="rId23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37.xml"/><Relationship Id="rId19" Type="http://schemas.openxmlformats.org/officeDocument/2006/relationships/slideLayout" Target="../slideLayouts/slideLayout46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4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4.xml"/><Relationship Id="rId18" Type="http://schemas.openxmlformats.org/officeDocument/2006/relationships/slideLayout" Target="../slideLayouts/slideLayout69.xml"/><Relationship Id="rId3" Type="http://schemas.openxmlformats.org/officeDocument/2006/relationships/slideLayout" Target="../slideLayouts/slideLayout54.xml"/><Relationship Id="rId21" Type="http://schemas.openxmlformats.org/officeDocument/2006/relationships/slideLayout" Target="../slideLayouts/slideLayout72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17" Type="http://schemas.openxmlformats.org/officeDocument/2006/relationships/slideLayout" Target="../slideLayouts/slideLayout68.xml"/><Relationship Id="rId2" Type="http://schemas.openxmlformats.org/officeDocument/2006/relationships/slideLayout" Target="../slideLayouts/slideLayout53.xml"/><Relationship Id="rId16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71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66.xml"/><Relationship Id="rId23" Type="http://schemas.openxmlformats.org/officeDocument/2006/relationships/theme" Target="../theme/theme3.xml"/><Relationship Id="rId10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70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65.xml"/><Relationship Id="rId22" Type="http://schemas.openxmlformats.org/officeDocument/2006/relationships/slideLayout" Target="../slideLayouts/slideLayout7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6000" y="1727202"/>
            <a:ext cx="11041200" cy="42656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/>
              <a:t>Level 1 (Enter+TAB for next text level, SHIFT+TAB to go back in levels)</a:t>
            </a:r>
          </a:p>
          <a:p>
            <a:pPr lvl="1"/>
            <a:r>
              <a:rPr lang="en-GB" noProof="0"/>
              <a:t>Level 2</a:t>
            </a:r>
          </a:p>
          <a:p>
            <a:pPr lvl="2"/>
            <a:r>
              <a:rPr lang="en-GB" noProof="0"/>
              <a:t>Level 3</a:t>
            </a:r>
          </a:p>
          <a:p>
            <a:pPr lvl="3"/>
            <a:r>
              <a:rPr lang="en-GB" noProof="0"/>
              <a:t>Level 4, Header</a:t>
            </a:r>
          </a:p>
          <a:p>
            <a:pPr lvl="4"/>
            <a:r>
              <a:rPr lang="en-GB" noProof="0"/>
              <a:t>Level 5, Body</a:t>
            </a:r>
          </a:p>
          <a:p>
            <a:pPr lvl="5"/>
            <a:r>
              <a:rPr lang="en-GB" noProof="0"/>
              <a:t>Level 6</a:t>
            </a:r>
          </a:p>
          <a:p>
            <a:pPr lvl="6"/>
            <a:r>
              <a:rPr lang="en-GB" noProof="0"/>
              <a:t>Level 7</a:t>
            </a:r>
          </a:p>
          <a:p>
            <a:pPr lvl="7"/>
            <a:r>
              <a:rPr lang="en-GB" noProof="0"/>
              <a:t>Level 8, Small Body</a:t>
            </a:r>
          </a:p>
          <a:p>
            <a:pPr lvl="8"/>
            <a:r>
              <a:rPr lang="en-GB" noProof="0"/>
              <a:t>Level 9, Highlight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43F1B6-0743-4D14-8B95-B030120DE5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76001" y="6469200"/>
            <a:ext cx="188748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>
                <a:solidFill>
                  <a:schemeClr val="accent5"/>
                </a:solidFill>
              </a:defRPr>
            </a:lvl1pPr>
          </a:lstStyle>
          <a:p>
            <a:fld id="{8EF10DD7-2389-4DF9-BFC9-46E5AD07346D}" type="datetime1">
              <a:rPr lang="en-US" smtClean="0"/>
              <a:t>10/8/2026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460BDC-2796-43E8-A075-B3BFBC3B28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96101" y="6469200"/>
            <a:ext cx="3776537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>
                <a:solidFill>
                  <a:schemeClr val="accent5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42516E-ED5A-4F68-B285-E8D0CC42F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61688" y="6469200"/>
            <a:ext cx="655512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>
                <a:solidFill>
                  <a:schemeClr val="accent5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0" name="Group guide" hidden="1">
            <a:extLst>
              <a:ext uri="{FF2B5EF4-FFF2-40B4-BE49-F238E27FC236}">
                <a16:creationId xmlns:a16="http://schemas.microsoft.com/office/drawing/2014/main" id="{FED3DC1F-6EDD-4AFC-8429-68AD2C72A611}"/>
              </a:ext>
            </a:extLst>
          </p:cNvPr>
          <p:cNvGrpSpPr/>
          <p:nvPr userDrawn="1"/>
        </p:nvGrpSpPr>
        <p:grpSpPr>
          <a:xfrm>
            <a:off x="574411" y="576001"/>
            <a:ext cx="11042791" cy="5994001"/>
            <a:chOff x="574410" y="575999"/>
            <a:chExt cx="11042791" cy="5994001"/>
          </a:xfrm>
        </p:grpSpPr>
        <p:sp>
          <p:nvSpPr>
            <p:cNvPr id="11" name="S6">
              <a:extLst>
                <a:ext uri="{FF2B5EF4-FFF2-40B4-BE49-F238E27FC236}">
                  <a16:creationId xmlns:a16="http://schemas.microsoft.com/office/drawing/2014/main" id="{B35FD085-677B-4481-8D47-5ABCECB0F2D8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576001" y="6282000"/>
              <a:ext cx="11041200" cy="28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00">
                  <a:ln w="3175">
                    <a:noFill/>
                  </a:ln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12" name="S6">
              <a:extLst>
                <a:ext uri="{FF2B5EF4-FFF2-40B4-BE49-F238E27FC236}">
                  <a16:creationId xmlns:a16="http://schemas.microsoft.com/office/drawing/2014/main" id="{E8A52E1C-48DC-401C-9306-3E0F7413AB3E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574410" y="3716469"/>
              <a:ext cx="11041201" cy="28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00">
                  <a:ln w="3175">
                    <a:noFill/>
                  </a:ln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13" name="S6">
              <a:extLst>
                <a:ext uri="{FF2B5EF4-FFF2-40B4-BE49-F238E27FC236}">
                  <a16:creationId xmlns:a16="http://schemas.microsoft.com/office/drawing/2014/main" id="{18617E3D-F17C-47A6-A9FF-3C1D7DFFC0E1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576000" y="576000"/>
              <a:ext cx="11039611" cy="1152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00">
                  <a:ln w="3175">
                    <a:noFill/>
                  </a:ln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14" name="S11">
              <a:extLst>
                <a:ext uri="{FF2B5EF4-FFF2-40B4-BE49-F238E27FC236}">
                  <a16:creationId xmlns:a16="http://schemas.microsoft.com/office/drawing/2014/main" id="{9FC31626-354D-4843-93D2-B68323141ED5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 flipH="1">
              <a:off x="1231200" y="575999"/>
              <a:ext cx="288000" cy="5418001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00">
                  <a:ln w="3175">
                    <a:noFill/>
                  </a:ln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15" name="S11">
              <a:extLst>
                <a:ext uri="{FF2B5EF4-FFF2-40B4-BE49-F238E27FC236}">
                  <a16:creationId xmlns:a16="http://schemas.microsoft.com/office/drawing/2014/main" id="{83E9C906-3B6B-4C48-9DBD-3AD9C113E4BE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 flipH="1">
              <a:off x="2175480" y="575999"/>
              <a:ext cx="288000" cy="5418001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00">
                  <a:ln w="3175">
                    <a:noFill/>
                  </a:ln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16" name="S11">
              <a:extLst>
                <a:ext uri="{FF2B5EF4-FFF2-40B4-BE49-F238E27FC236}">
                  <a16:creationId xmlns:a16="http://schemas.microsoft.com/office/drawing/2014/main" id="{653373A0-257C-42A2-B208-BBC0F9EF891C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 flipH="1">
              <a:off x="3119760" y="575999"/>
              <a:ext cx="288000" cy="5418001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00">
                  <a:ln w="3175">
                    <a:noFill/>
                  </a:ln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17" name="S11">
              <a:extLst>
                <a:ext uri="{FF2B5EF4-FFF2-40B4-BE49-F238E27FC236}">
                  <a16:creationId xmlns:a16="http://schemas.microsoft.com/office/drawing/2014/main" id="{E0B38116-3A33-4BD1-969E-D8D16DDF008D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 flipH="1">
              <a:off x="4064040" y="575999"/>
              <a:ext cx="288000" cy="5418001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00">
                  <a:ln w="3175">
                    <a:noFill/>
                  </a:ln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18" name="S11">
              <a:extLst>
                <a:ext uri="{FF2B5EF4-FFF2-40B4-BE49-F238E27FC236}">
                  <a16:creationId xmlns:a16="http://schemas.microsoft.com/office/drawing/2014/main" id="{13220C9B-97B9-4F71-A52C-749E79523431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 flipH="1">
              <a:off x="5008320" y="575999"/>
              <a:ext cx="288000" cy="5418001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00">
                  <a:ln w="3175">
                    <a:noFill/>
                  </a:ln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19" name="S11">
              <a:extLst>
                <a:ext uri="{FF2B5EF4-FFF2-40B4-BE49-F238E27FC236}">
                  <a16:creationId xmlns:a16="http://schemas.microsoft.com/office/drawing/2014/main" id="{286E0E09-9F91-4AD5-A585-B4B6AC5798C1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 flipH="1">
              <a:off x="5952600" y="575999"/>
              <a:ext cx="288000" cy="5418001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00">
                  <a:ln w="3175">
                    <a:noFill/>
                  </a:ln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20" name="S11">
              <a:extLst>
                <a:ext uri="{FF2B5EF4-FFF2-40B4-BE49-F238E27FC236}">
                  <a16:creationId xmlns:a16="http://schemas.microsoft.com/office/drawing/2014/main" id="{52E49D3D-1C59-4539-822F-39FDF315B8E4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 flipH="1">
              <a:off x="6896880" y="575999"/>
              <a:ext cx="288000" cy="5418001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00">
                  <a:ln w="3175">
                    <a:noFill/>
                  </a:ln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21" name="S11">
              <a:extLst>
                <a:ext uri="{FF2B5EF4-FFF2-40B4-BE49-F238E27FC236}">
                  <a16:creationId xmlns:a16="http://schemas.microsoft.com/office/drawing/2014/main" id="{D015E50B-CFFC-4416-BE0E-CD22B28FCC87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 flipH="1">
              <a:off x="7841160" y="575999"/>
              <a:ext cx="288000" cy="5418001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00">
                  <a:ln w="3175">
                    <a:noFill/>
                  </a:ln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22" name="S11">
              <a:extLst>
                <a:ext uri="{FF2B5EF4-FFF2-40B4-BE49-F238E27FC236}">
                  <a16:creationId xmlns:a16="http://schemas.microsoft.com/office/drawing/2014/main" id="{D34E1CE3-3748-4C47-9B06-9F67D4C72B2B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 flipH="1">
              <a:off x="8785440" y="575999"/>
              <a:ext cx="288000" cy="5418001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00">
                  <a:ln w="3175">
                    <a:noFill/>
                  </a:ln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23" name="S11">
              <a:extLst>
                <a:ext uri="{FF2B5EF4-FFF2-40B4-BE49-F238E27FC236}">
                  <a16:creationId xmlns:a16="http://schemas.microsoft.com/office/drawing/2014/main" id="{57330365-6113-4A1C-8161-63E6C28208E1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 flipH="1">
              <a:off x="9729720" y="575999"/>
              <a:ext cx="288000" cy="5418001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00">
                  <a:ln w="3175">
                    <a:noFill/>
                  </a:ln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24" name="S11">
              <a:extLst>
                <a:ext uri="{FF2B5EF4-FFF2-40B4-BE49-F238E27FC236}">
                  <a16:creationId xmlns:a16="http://schemas.microsoft.com/office/drawing/2014/main" id="{A6C07624-E096-4120-87AA-ADB0125A77ED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 flipH="1">
              <a:off x="10674000" y="575999"/>
              <a:ext cx="288000" cy="5418001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00">
                  <a:ln w="3175">
                    <a:noFill/>
                  </a:ln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25" name="S6">
              <a:extLst>
                <a:ext uri="{FF2B5EF4-FFF2-40B4-BE49-F238E27FC236}">
                  <a16:creationId xmlns:a16="http://schemas.microsoft.com/office/drawing/2014/main" id="{9A11174D-DEE6-48B8-B2C1-A9B5A66BFA61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576001" y="5994000"/>
              <a:ext cx="11041200" cy="28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00">
                  <a:ln w="3175">
                    <a:noFill/>
                  </a:ln>
                  <a:solidFill>
                    <a:schemeClr val="bg1"/>
                  </a:solidFill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0999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6" r:id="rId2"/>
    <p:sldLayoutId id="2147483732" r:id="rId3"/>
    <p:sldLayoutId id="2147483852" r:id="rId4"/>
    <p:sldLayoutId id="2147483836" r:id="rId5"/>
    <p:sldLayoutId id="2147483789" r:id="rId6"/>
    <p:sldLayoutId id="2147483790" r:id="rId7"/>
    <p:sldLayoutId id="2147483792" r:id="rId8"/>
    <p:sldLayoutId id="2147483793" r:id="rId9"/>
    <p:sldLayoutId id="2147483794" r:id="rId10"/>
    <p:sldLayoutId id="2147483796" r:id="rId11"/>
    <p:sldLayoutId id="2147483839" r:id="rId12"/>
    <p:sldLayoutId id="2147483798" r:id="rId13"/>
    <p:sldLayoutId id="2147483800" r:id="rId14"/>
    <p:sldLayoutId id="2147483801" r:id="rId15"/>
    <p:sldLayoutId id="2147483807" r:id="rId16"/>
    <p:sldLayoutId id="2147483743" r:id="rId17"/>
    <p:sldLayoutId id="2147483841" r:id="rId18"/>
    <p:sldLayoutId id="2147483843" r:id="rId19"/>
    <p:sldLayoutId id="2147483844" r:id="rId20"/>
    <p:sldLayoutId id="2147483845" r:id="rId21"/>
    <p:sldLayoutId id="2147483846" r:id="rId22"/>
    <p:sldLayoutId id="2147483847" r:id="rId23"/>
    <p:sldLayoutId id="2147483848" r:id="rId24"/>
    <p:sldLayoutId id="2147483744" r:id="rId25"/>
    <p:sldLayoutId id="2147483982" r:id="rId26"/>
    <p:sldLayoutId id="2147483987" r:id="rId27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9996" indent="-179996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rgbClr val="545859"/>
          </a:solidFill>
          <a:latin typeface="+mn-lt"/>
          <a:ea typeface="+mn-ea"/>
          <a:cs typeface="+mn-cs"/>
        </a:defRPr>
      </a:lvl1pPr>
      <a:lvl2pPr marL="359991" indent="-179996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rgbClr val="545859"/>
          </a:solidFill>
          <a:latin typeface="+mn-lt"/>
          <a:ea typeface="+mn-ea"/>
          <a:cs typeface="+mn-cs"/>
        </a:defRPr>
      </a:lvl2pPr>
      <a:lvl3pPr marL="539987" indent="-179996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rgbClr val="545859"/>
          </a:solidFill>
          <a:latin typeface="+mn-lt"/>
          <a:ea typeface="+mn-ea"/>
          <a:cs typeface="+mn-cs"/>
        </a:defRPr>
      </a:lvl3pPr>
      <a:lvl4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1400" b="1" kern="1200">
          <a:solidFill>
            <a:srgbClr val="545859"/>
          </a:solidFill>
          <a:latin typeface="+mn-lt"/>
          <a:ea typeface="+mn-ea"/>
          <a:cs typeface="+mn-cs"/>
        </a:defRPr>
      </a:lvl4pPr>
      <a:lvl5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tabLst/>
        <a:defRPr sz="1400" kern="1200">
          <a:solidFill>
            <a:srgbClr val="545859"/>
          </a:solidFill>
          <a:latin typeface="+mn-lt"/>
          <a:ea typeface="+mn-ea"/>
          <a:cs typeface="+mn-cs"/>
        </a:defRPr>
      </a:lvl5pPr>
      <a:lvl6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2000" b="1" kern="1200">
          <a:solidFill>
            <a:srgbClr val="545859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2000" b="0" kern="1200" baseline="0">
          <a:solidFill>
            <a:srgbClr val="545859"/>
          </a:solidFill>
          <a:latin typeface="+mn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​"/>
        <a:defRPr sz="1000" kern="1200">
          <a:solidFill>
            <a:srgbClr val="545859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9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​"/>
        <a:defRPr sz="4800" kern="1200" baseline="0">
          <a:solidFill>
            <a:srgbClr val="545859"/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341" userDrawn="1">
          <p15:clr>
            <a:srgbClr val="A4A3A4"/>
          </p15:clr>
        </p15:guide>
        <p15:guide id="4" orient="horz" pos="2522" userDrawn="1">
          <p15:clr>
            <a:srgbClr val="A4A3A4"/>
          </p15:clr>
        </p15:guide>
        <p15:guide id="5" pos="363" userDrawn="1">
          <p15:clr>
            <a:srgbClr val="F26B43"/>
          </p15:clr>
        </p15:guide>
        <p15:guide id="6" orient="horz" pos="362" userDrawn="1">
          <p15:clr>
            <a:srgbClr val="F26B43"/>
          </p15:clr>
        </p15:guide>
        <p15:guide id="7" orient="horz" pos="1088" userDrawn="1">
          <p15:clr>
            <a:srgbClr val="F26B43"/>
          </p15:clr>
        </p15:guide>
        <p15:guide id="8" pos="775" userDrawn="1">
          <p15:clr>
            <a:srgbClr val="A4A3A4"/>
          </p15:clr>
        </p15:guide>
        <p15:guide id="9" pos="956" userDrawn="1">
          <p15:clr>
            <a:srgbClr val="A4A3A4"/>
          </p15:clr>
        </p15:guide>
        <p15:guide id="10" orient="horz" pos="3775" userDrawn="1">
          <p15:clr>
            <a:srgbClr val="F26B43"/>
          </p15:clr>
        </p15:guide>
        <p15:guide id="11" pos="1371" userDrawn="1">
          <p15:clr>
            <a:srgbClr val="A4A3A4"/>
          </p15:clr>
        </p15:guide>
        <p15:guide id="12" pos="1551" userDrawn="1">
          <p15:clr>
            <a:srgbClr val="A4A3A4"/>
          </p15:clr>
        </p15:guide>
        <p15:guide id="13" pos="1965" userDrawn="1">
          <p15:clr>
            <a:srgbClr val="A4A3A4"/>
          </p15:clr>
        </p15:guide>
        <p15:guide id="14" pos="2147" userDrawn="1">
          <p15:clr>
            <a:srgbClr val="A4A3A4"/>
          </p15:clr>
        </p15:guide>
        <p15:guide id="15" pos="2560" userDrawn="1">
          <p15:clr>
            <a:srgbClr val="A4A3A4"/>
          </p15:clr>
        </p15:guide>
        <p15:guide id="16" pos="2741" userDrawn="1">
          <p15:clr>
            <a:srgbClr val="A4A3A4"/>
          </p15:clr>
        </p15:guide>
        <p15:guide id="17" pos="3155" userDrawn="1">
          <p15:clr>
            <a:srgbClr val="A4A3A4"/>
          </p15:clr>
        </p15:guide>
        <p15:guide id="18" pos="3336" userDrawn="1">
          <p15:clr>
            <a:srgbClr val="A4A3A4"/>
          </p15:clr>
        </p15:guide>
        <p15:guide id="19" pos="3749" userDrawn="1">
          <p15:clr>
            <a:srgbClr val="A4A3A4"/>
          </p15:clr>
        </p15:guide>
        <p15:guide id="20" pos="3931" userDrawn="1">
          <p15:clr>
            <a:srgbClr val="A4A3A4"/>
          </p15:clr>
        </p15:guide>
        <p15:guide id="21" pos="4344" userDrawn="1">
          <p15:clr>
            <a:srgbClr val="A4A3A4"/>
          </p15:clr>
        </p15:guide>
        <p15:guide id="22" pos="4525" userDrawn="1">
          <p15:clr>
            <a:srgbClr val="A4A3A4"/>
          </p15:clr>
        </p15:guide>
        <p15:guide id="23" pos="4939" userDrawn="1">
          <p15:clr>
            <a:srgbClr val="A4A3A4"/>
          </p15:clr>
        </p15:guide>
        <p15:guide id="24" pos="5120" userDrawn="1">
          <p15:clr>
            <a:srgbClr val="A4A3A4"/>
          </p15:clr>
        </p15:guide>
        <p15:guide id="25" pos="5535" userDrawn="1">
          <p15:clr>
            <a:srgbClr val="A4A3A4"/>
          </p15:clr>
        </p15:guide>
        <p15:guide id="26" pos="5715" userDrawn="1">
          <p15:clr>
            <a:srgbClr val="A4A3A4"/>
          </p15:clr>
        </p15:guide>
        <p15:guide id="27" pos="6128" userDrawn="1">
          <p15:clr>
            <a:srgbClr val="A4A3A4"/>
          </p15:clr>
        </p15:guide>
        <p15:guide id="28" pos="6311" userDrawn="1">
          <p15:clr>
            <a:srgbClr val="A4A3A4"/>
          </p15:clr>
        </p15:guide>
        <p15:guide id="29" pos="6723" userDrawn="1">
          <p15:clr>
            <a:srgbClr val="A4A3A4"/>
          </p15:clr>
        </p15:guide>
        <p15:guide id="30" pos="6905" userDrawn="1">
          <p15:clr>
            <a:srgbClr val="A4A3A4"/>
          </p15:clr>
        </p15:guide>
        <p15:guide id="31" pos="7317" userDrawn="1">
          <p15:clr>
            <a:srgbClr val="F26B43"/>
          </p15:clr>
        </p15:guide>
        <p15:guide id="32" orient="horz" pos="3957" userDrawn="1">
          <p15:clr>
            <a:srgbClr val="F26B43"/>
          </p15:clr>
        </p15:guide>
        <p15:guide id="33" orient="horz" pos="4138" userDrawn="1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3019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9" r:id="rId1"/>
    <p:sldLayoutId id="2147483990" r:id="rId2"/>
    <p:sldLayoutId id="2147483991" r:id="rId3"/>
    <p:sldLayoutId id="2147483992" r:id="rId4"/>
    <p:sldLayoutId id="2147483993" r:id="rId5"/>
    <p:sldLayoutId id="2147483994" r:id="rId6"/>
    <p:sldLayoutId id="2147483995" r:id="rId7"/>
    <p:sldLayoutId id="2147483996" r:id="rId8"/>
    <p:sldLayoutId id="2147483997" r:id="rId9"/>
    <p:sldLayoutId id="2147483998" r:id="rId10"/>
    <p:sldLayoutId id="2147483999" r:id="rId11"/>
    <p:sldLayoutId id="2147484000" r:id="rId12"/>
    <p:sldLayoutId id="2147484001" r:id="rId13"/>
    <p:sldLayoutId id="2147484002" r:id="rId14"/>
    <p:sldLayoutId id="2147484003" r:id="rId15"/>
    <p:sldLayoutId id="2147484004" r:id="rId16"/>
    <p:sldLayoutId id="2147484005" r:id="rId17"/>
    <p:sldLayoutId id="2147484006" r:id="rId18"/>
    <p:sldLayoutId id="2147484007" r:id="rId19"/>
    <p:sldLayoutId id="2147484008" r:id="rId20"/>
    <p:sldLayoutId id="2147484009" r:id="rId21"/>
    <p:sldLayoutId id="2147484010" r:id="rId22"/>
    <p:sldLayoutId id="2147484011" r:id="rId23"/>
    <p:sldLayoutId id="2147484012" r:id="rId24"/>
  </p:sldLayoutIdLst>
  <p:hf hdr="0" ftr="0" dt="0"/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5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09535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14" r:id="rId1"/>
    <p:sldLayoutId id="2147484015" r:id="rId2"/>
    <p:sldLayoutId id="2147484016" r:id="rId3"/>
    <p:sldLayoutId id="2147484017" r:id="rId4"/>
    <p:sldLayoutId id="2147484018" r:id="rId5"/>
    <p:sldLayoutId id="2147484019" r:id="rId6"/>
    <p:sldLayoutId id="2147484020" r:id="rId7"/>
    <p:sldLayoutId id="2147484021" r:id="rId8"/>
    <p:sldLayoutId id="2147484022" r:id="rId9"/>
    <p:sldLayoutId id="2147484023" r:id="rId10"/>
    <p:sldLayoutId id="2147484024" r:id="rId11"/>
    <p:sldLayoutId id="2147484025" r:id="rId12"/>
    <p:sldLayoutId id="2147484026" r:id="rId13"/>
    <p:sldLayoutId id="2147484027" r:id="rId14"/>
    <p:sldLayoutId id="2147484028" r:id="rId15"/>
    <p:sldLayoutId id="2147484029" r:id="rId16"/>
    <p:sldLayoutId id="2147484030" r:id="rId17"/>
    <p:sldLayoutId id="2147484031" r:id="rId18"/>
    <p:sldLayoutId id="2147484032" r:id="rId19"/>
    <p:sldLayoutId id="2147484033" r:id="rId20"/>
    <p:sldLayoutId id="2147484034" r:id="rId21"/>
    <p:sldLayoutId id="2147484035" r:id="rId22"/>
  </p:sldLayoutIdLst>
  <p:hf hdr="0" ftr="0" dt="0"/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slideLayout" Target="../slideLayouts/slideLayout26.xml"/><Relationship Id="rId7" Type="http://schemas.openxmlformats.org/officeDocument/2006/relationships/image" Target="../media/image10.emf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9.png"/><Relationship Id="rId10" Type="http://schemas.openxmlformats.org/officeDocument/2006/relationships/image" Target="../media/image7.png"/><Relationship Id="rId4" Type="http://schemas.openxmlformats.org/officeDocument/2006/relationships/notesSlide" Target="../notesSlides/notesSlide2.xml"/><Relationship Id="rId9" Type="http://schemas.openxmlformats.org/officeDocument/2006/relationships/image" Target="../media/image1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EE16F189-5B5F-5F5F-4F49-E177E64BCF26}"/>
              </a:ext>
            </a:extLst>
          </p:cNvPr>
          <p:cNvSpPr/>
          <p:nvPr/>
        </p:nvSpPr>
        <p:spPr>
          <a:xfrm flipV="1">
            <a:off x="0" y="-4"/>
            <a:ext cx="12192000" cy="6858003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91440" tIns="45720" rIns="91440" bIns="45720" anchor="t"/>
          <a:lstStyle/>
          <a:p>
            <a:endParaRPr lang="en-US">
              <a:effectLst/>
              <a:cs typeface="Helvetica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9C60B5-1358-D026-FF38-8DBBACD4701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1</a:t>
            </a:fld>
            <a:endParaRPr lang="en-GB"/>
          </a:p>
        </p:txBody>
      </p:sp>
      <p:sp>
        <p:nvSpPr>
          <p:cNvPr id="21" name="Slide Number Placeholder 1">
            <a:extLst>
              <a:ext uri="{FF2B5EF4-FFF2-40B4-BE49-F238E27FC236}">
                <a16:creationId xmlns:a16="http://schemas.microsoft.com/office/drawing/2014/main" id="{B850EA6B-B4C0-D7BC-0DF4-A1E5D9A2266E}"/>
              </a:ext>
            </a:extLst>
          </p:cNvPr>
          <p:cNvSpPr txBox="1">
            <a:spLocks/>
          </p:cNvSpPr>
          <p:nvPr/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133" kern="1200">
                <a:noFill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GB" smtClean="0"/>
              <a:pPr/>
              <a:t>1</a:t>
            </a:fld>
            <a:endParaRPr lang="en-GB"/>
          </a:p>
        </p:txBody>
      </p:sp>
      <p:sp>
        <p:nvSpPr>
          <p:cNvPr id="7" name="Title 5">
            <a:extLst>
              <a:ext uri="{FF2B5EF4-FFF2-40B4-BE49-F238E27FC236}">
                <a16:creationId xmlns:a16="http://schemas.microsoft.com/office/drawing/2014/main" id="{49854ABC-831F-9D36-693A-DE334BCA13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2510" y="3613219"/>
            <a:ext cx="5212129" cy="1267104"/>
          </a:xfrm>
        </p:spPr>
        <p:txBody>
          <a:bodyPr/>
          <a:lstStyle/>
          <a:p>
            <a:r>
              <a:rPr lang="en-US" sz="3600" dirty="0">
                <a:solidFill>
                  <a:schemeClr val="bg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Sambe Consulting</a:t>
            </a:r>
            <a:br>
              <a:rPr lang="en-US" sz="3600" dirty="0">
                <a:solidFill>
                  <a:schemeClr val="bg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n-US" sz="2800" dirty="0">
                <a:solidFill>
                  <a:schemeClr val="bg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Rushil Jivan</a:t>
            </a:r>
            <a:br>
              <a:rPr lang="en-US" sz="3600" dirty="0">
                <a:solidFill>
                  <a:schemeClr val="bg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n-US" sz="1800" dirty="0">
                <a:solidFill>
                  <a:schemeClr val="bg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October 2026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EBEEC083-0ECB-D987-4B88-6B12DFC13DFE}"/>
              </a:ext>
            </a:extLst>
          </p:cNvPr>
          <p:cNvSpPr txBox="1"/>
          <p:nvPr/>
        </p:nvSpPr>
        <p:spPr>
          <a:xfrm>
            <a:off x="1222932" y="474345"/>
            <a:ext cx="10708506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r" defTabSz="914377">
              <a:defRPr/>
            </a:pPr>
            <a:r>
              <a:rPr lang="en-US" sz="4800" b="1" dirty="0">
                <a:solidFill>
                  <a:schemeClr val="bg1"/>
                </a:solidFill>
              </a:rPr>
              <a:t>Architecting </a:t>
            </a:r>
            <a:r>
              <a:rPr lang="en-US" sz="4800" b="1" dirty="0">
                <a:solidFill>
                  <a:srgbClr val="92D050"/>
                </a:solidFill>
              </a:rPr>
              <a:t>Platforms.</a:t>
            </a:r>
            <a:r>
              <a:rPr lang="en-US" sz="4800" b="1" dirty="0">
                <a:solidFill>
                  <a:schemeClr val="bg1"/>
                </a:solidFill>
              </a:rPr>
              <a:t> </a:t>
            </a:r>
          </a:p>
          <a:p>
            <a:pPr lvl="0" algn="r" defTabSz="914377">
              <a:defRPr/>
            </a:pPr>
            <a:r>
              <a:rPr lang="en-US" sz="4800" b="1" dirty="0">
                <a:solidFill>
                  <a:schemeClr val="bg1"/>
                </a:solidFill>
              </a:rPr>
              <a:t>Delivering </a:t>
            </a:r>
            <a:r>
              <a:rPr lang="en-US" sz="4800" b="1" dirty="0">
                <a:solidFill>
                  <a:srgbClr val="00B0F0"/>
                </a:solidFill>
              </a:rPr>
              <a:t>Trusted Insight.</a:t>
            </a:r>
            <a:r>
              <a:rPr lang="en-US" sz="4800" b="1" dirty="0">
                <a:solidFill>
                  <a:schemeClr val="bg1"/>
                </a:solidFill>
              </a:rPr>
              <a:t> </a:t>
            </a:r>
          </a:p>
          <a:p>
            <a:pPr lvl="0" algn="r" defTabSz="914377">
              <a:defRPr/>
            </a:pPr>
            <a:r>
              <a:rPr lang="en-US" sz="4800" b="1" dirty="0">
                <a:solidFill>
                  <a:schemeClr val="bg1"/>
                </a:solidFill>
              </a:rPr>
              <a:t>Enabling </a:t>
            </a:r>
            <a:r>
              <a:rPr lang="en-US" sz="4800" b="1" dirty="0">
                <a:solidFill>
                  <a:srgbClr val="9EA2A2"/>
                </a:solidFill>
              </a:rPr>
              <a:t>Intelligence.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05A4A0-A2E2-7853-78BC-64561438C7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67" r="9466" b="28744"/>
          <a:stretch>
            <a:fillRect/>
          </a:stretch>
        </p:blipFill>
        <p:spPr>
          <a:xfrm>
            <a:off x="9131088" y="2963038"/>
            <a:ext cx="2800350" cy="2443352"/>
          </a:xfrm>
          <a:prstGeom prst="rect">
            <a:avLst/>
          </a:prstGeom>
        </p:spPr>
      </p:pic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060AE895-91DF-EF87-905D-6DCEB517A503}"/>
              </a:ext>
            </a:extLst>
          </p:cNvPr>
          <p:cNvSpPr txBox="1">
            <a:spLocks/>
          </p:cNvSpPr>
          <p:nvPr/>
        </p:nvSpPr>
        <p:spPr bwMode="white">
          <a:xfrm>
            <a:off x="698810" y="6370125"/>
            <a:ext cx="6312900" cy="24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179996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5999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2000" b="1" kern="120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2000" b="0" kern="1200" baseline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sz="1000" kern="120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4800" kern="1200" baseline="0">
                <a:solidFill>
                  <a:srgbClr val="545859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ZA">
                <a:latin typeface="Helvetica" panose="020B0604020202020204" pitchFamily="34" charset="0"/>
                <a:cs typeface="Helvetica" panose="020B0604020202020204" pitchFamily="34" charset="0"/>
              </a:rPr>
              <a:t>Decision Intelligence, Reporting &amp; Data Platforms </a:t>
            </a:r>
          </a:p>
        </p:txBody>
      </p:sp>
      <p:pic>
        <p:nvPicPr>
          <p:cNvPr id="10" name="Picture 9" descr="A logo with a triangle and text&#10;&#10;Description automatically generated">
            <a:extLst>
              <a:ext uri="{FF2B5EF4-FFF2-40B4-BE49-F238E27FC236}">
                <a16:creationId xmlns:a16="http://schemas.microsoft.com/office/drawing/2014/main" id="{C1A23565-833A-CE03-553E-E773295BBC7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615377" y="5940345"/>
            <a:ext cx="2316061" cy="674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0287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val 14">
            <a:extLst>
              <a:ext uri="{FF2B5EF4-FFF2-40B4-BE49-F238E27FC236}">
                <a16:creationId xmlns:a16="http://schemas.microsoft.com/office/drawing/2014/main" id="{5B7E5039-4D9A-4667-8A66-A5CE4E80D4E1}"/>
              </a:ext>
            </a:extLst>
          </p:cNvPr>
          <p:cNvSpPr>
            <a:spLocks/>
          </p:cNvSpPr>
          <p:nvPr/>
        </p:nvSpPr>
        <p:spPr>
          <a:xfrm>
            <a:off x="935219" y="1604371"/>
            <a:ext cx="4073228" cy="4073228"/>
          </a:xfrm>
          <a:prstGeom prst="ellipse">
            <a:avLst/>
          </a:prstGeom>
          <a:solidFill>
            <a:srgbClr val="8BBE00"/>
          </a:solidFill>
          <a:ln>
            <a:solidFill>
              <a:srgbClr val="8BBE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1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447593-29EF-A5C9-A9DD-E352DD62970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0638" y="1611473"/>
            <a:ext cx="4061059" cy="4061059"/>
          </a:xfrm>
          <a:prstGeom prst="ellipse">
            <a:avLst/>
          </a:prstGeom>
          <a:ln/>
        </p:spPr>
      </p:pic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A457CE44-AA66-4FDF-8556-675CCE0562E2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83" imgH="384" progId="TCLayout.ActiveDocument.1">
                  <p:embed/>
                </p:oleObj>
              </mc:Choice>
              <mc:Fallback>
                <p:oleObj name="think-cell Slide" r:id="rId6" imgW="383" imgH="38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A457CE44-AA66-4FDF-8556-675CCE0562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52E4844-1077-44E1-9C3E-D5D571EEA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277" y="642347"/>
            <a:ext cx="11041200" cy="460800"/>
          </a:xfrm>
        </p:spPr>
        <p:txBody>
          <a:bodyPr vert="horz"/>
          <a:lstStyle/>
          <a:p>
            <a:r>
              <a:rPr lang="en-US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Contents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C17F6B-7D98-499B-8316-85F12E415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pPr/>
              <a:t>2</a:t>
            </a:fld>
            <a:endParaRPr lang="en-GB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A414BB6-5EB7-4293-8844-2950E0004C5A}"/>
              </a:ext>
            </a:extLst>
          </p:cNvPr>
          <p:cNvCxnSpPr>
            <a:cxnSpLocks/>
          </p:cNvCxnSpPr>
          <p:nvPr/>
        </p:nvCxnSpPr>
        <p:spPr>
          <a:xfrm>
            <a:off x="5953002" y="1882603"/>
            <a:ext cx="5665663" cy="0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2B7454FD-A6C8-4C1F-99F7-C54DBB18B2B6}"/>
              </a:ext>
            </a:extLst>
          </p:cNvPr>
          <p:cNvSpPr>
            <a:spLocks/>
          </p:cNvSpPr>
          <p:nvPr/>
        </p:nvSpPr>
        <p:spPr>
          <a:xfrm>
            <a:off x="5960109" y="1493423"/>
            <a:ext cx="240791" cy="240791"/>
          </a:xfrm>
          <a:prstGeom prst="ellipse">
            <a:avLst/>
          </a:prstGeom>
          <a:solidFill>
            <a:srgbClr val="8BBE00"/>
          </a:solidFill>
          <a:ln>
            <a:solidFill>
              <a:srgbClr val="8BBE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US" sz="1200" b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774AAAB-85BC-4FC4-915C-26D2B19B1E84}"/>
              </a:ext>
            </a:extLst>
          </p:cNvPr>
          <p:cNvSpPr>
            <a:spLocks/>
          </p:cNvSpPr>
          <p:nvPr/>
        </p:nvSpPr>
        <p:spPr>
          <a:xfrm>
            <a:off x="5960109" y="2030993"/>
            <a:ext cx="240791" cy="240791"/>
          </a:xfrm>
          <a:prstGeom prst="ellipse">
            <a:avLst/>
          </a:prstGeom>
          <a:solidFill>
            <a:srgbClr val="8BBE00"/>
          </a:solidFill>
          <a:ln>
            <a:solidFill>
              <a:srgbClr val="8BBE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US" sz="1200" b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2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237E31E-0929-4BCA-9543-F080C38A0FB9}"/>
              </a:ext>
            </a:extLst>
          </p:cNvPr>
          <p:cNvSpPr>
            <a:spLocks/>
          </p:cNvSpPr>
          <p:nvPr/>
        </p:nvSpPr>
        <p:spPr>
          <a:xfrm>
            <a:off x="5960109" y="2568562"/>
            <a:ext cx="240791" cy="240791"/>
          </a:xfrm>
          <a:prstGeom prst="ellipse">
            <a:avLst/>
          </a:prstGeom>
          <a:solidFill>
            <a:srgbClr val="8BBE00"/>
          </a:solidFill>
          <a:ln>
            <a:solidFill>
              <a:srgbClr val="8BBE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US" sz="1200" b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3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DB1028B-47AF-4FF3-87A2-FD6CEF84413C}"/>
              </a:ext>
            </a:extLst>
          </p:cNvPr>
          <p:cNvSpPr>
            <a:spLocks/>
          </p:cNvSpPr>
          <p:nvPr/>
        </p:nvSpPr>
        <p:spPr>
          <a:xfrm>
            <a:off x="5960109" y="3106130"/>
            <a:ext cx="240791" cy="240791"/>
          </a:xfrm>
          <a:prstGeom prst="ellipse">
            <a:avLst/>
          </a:prstGeom>
          <a:solidFill>
            <a:srgbClr val="8BBE00"/>
          </a:solidFill>
          <a:ln>
            <a:solidFill>
              <a:srgbClr val="8BBE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US" sz="1200" b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4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3CE7A92-C0D4-42C0-92AD-B729D05ACF10}"/>
              </a:ext>
            </a:extLst>
          </p:cNvPr>
          <p:cNvSpPr>
            <a:spLocks/>
          </p:cNvSpPr>
          <p:nvPr/>
        </p:nvSpPr>
        <p:spPr>
          <a:xfrm>
            <a:off x="5960109" y="3643699"/>
            <a:ext cx="240791" cy="240791"/>
          </a:xfrm>
          <a:prstGeom prst="ellipse">
            <a:avLst/>
          </a:prstGeom>
          <a:solidFill>
            <a:srgbClr val="8BBE00"/>
          </a:solidFill>
          <a:ln>
            <a:solidFill>
              <a:srgbClr val="8BBE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US" sz="1200" b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5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B01AECB-3A77-4567-A9BF-399685429588}"/>
              </a:ext>
            </a:extLst>
          </p:cNvPr>
          <p:cNvCxnSpPr>
            <a:cxnSpLocks/>
          </p:cNvCxnSpPr>
          <p:nvPr/>
        </p:nvCxnSpPr>
        <p:spPr>
          <a:xfrm>
            <a:off x="5953002" y="2420172"/>
            <a:ext cx="5665663" cy="0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4B489C4-B4A0-41F7-8648-ADD1D5D87307}"/>
              </a:ext>
            </a:extLst>
          </p:cNvPr>
          <p:cNvCxnSpPr>
            <a:cxnSpLocks/>
          </p:cNvCxnSpPr>
          <p:nvPr/>
        </p:nvCxnSpPr>
        <p:spPr>
          <a:xfrm>
            <a:off x="5953002" y="2957741"/>
            <a:ext cx="5665663" cy="0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C4C13B4-8D22-44C1-A85E-DBAE20174B48}"/>
              </a:ext>
            </a:extLst>
          </p:cNvPr>
          <p:cNvCxnSpPr>
            <a:cxnSpLocks/>
          </p:cNvCxnSpPr>
          <p:nvPr/>
        </p:nvCxnSpPr>
        <p:spPr>
          <a:xfrm>
            <a:off x="5953002" y="3495311"/>
            <a:ext cx="5665663" cy="0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163E662A-73C3-4A49-AAAF-EAD75F76291C}"/>
              </a:ext>
            </a:extLst>
          </p:cNvPr>
          <p:cNvCxnSpPr>
            <a:cxnSpLocks/>
          </p:cNvCxnSpPr>
          <p:nvPr/>
        </p:nvCxnSpPr>
        <p:spPr>
          <a:xfrm>
            <a:off x="5953002" y="4032879"/>
            <a:ext cx="5665663" cy="0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C29EBB-01D1-3791-1343-6D0DDD77E871}"/>
              </a:ext>
            </a:extLst>
          </p:cNvPr>
          <p:cNvSpPr txBox="1">
            <a:spLocks/>
          </p:cNvSpPr>
          <p:nvPr/>
        </p:nvSpPr>
        <p:spPr>
          <a:xfrm>
            <a:off x="1354587" y="6379200"/>
            <a:ext cx="1887480" cy="180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3" name="TextBox 2">
            <a:hlinkClick r:id="rId8" action="ppaction://hlinksldjump"/>
            <a:extLst>
              <a:ext uri="{FF2B5EF4-FFF2-40B4-BE49-F238E27FC236}">
                <a16:creationId xmlns:a16="http://schemas.microsoft.com/office/drawing/2014/main" id="{64C05F3E-6A4A-2044-6659-B76F05693591}"/>
              </a:ext>
            </a:extLst>
          </p:cNvPr>
          <p:cNvSpPr txBox="1">
            <a:spLocks/>
          </p:cNvSpPr>
          <p:nvPr/>
        </p:nvSpPr>
        <p:spPr>
          <a:xfrm>
            <a:off x="6408932" y="1490709"/>
            <a:ext cx="3202931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/>
            <a:r>
              <a:rPr lang="en-ZA" sz="1600" dirty="0"/>
              <a:t>Project Outline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7EC3F6-75E2-F50F-838F-EBABE7EC95F0}"/>
              </a:ext>
            </a:extLst>
          </p:cNvPr>
          <p:cNvSpPr txBox="1">
            <a:spLocks/>
          </p:cNvSpPr>
          <p:nvPr/>
        </p:nvSpPr>
        <p:spPr>
          <a:xfrm>
            <a:off x="6408932" y="2028278"/>
            <a:ext cx="4519699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/>
            <a:r>
              <a:rPr lang="en-ZA" sz="1600" dirty="0"/>
              <a:t>Loyalty Rewards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103CC3-56AE-B99F-3DE2-98E3E71E37B7}"/>
              </a:ext>
            </a:extLst>
          </p:cNvPr>
          <p:cNvSpPr txBox="1">
            <a:spLocks/>
          </p:cNvSpPr>
          <p:nvPr/>
        </p:nvSpPr>
        <p:spPr>
          <a:xfrm>
            <a:off x="6408932" y="2565846"/>
            <a:ext cx="4739902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/>
            <a:r>
              <a:rPr lang="en-ZA" sz="1600" dirty="0"/>
              <a:t>Pre-Owned Bikes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4C1490-D698-E134-C5ED-C1A184CA9F52}"/>
              </a:ext>
            </a:extLst>
          </p:cNvPr>
          <p:cNvSpPr txBox="1">
            <a:spLocks/>
          </p:cNvSpPr>
          <p:nvPr/>
        </p:nvSpPr>
        <p:spPr>
          <a:xfrm>
            <a:off x="6408932" y="3103415"/>
            <a:ext cx="3202931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/>
            <a:r>
              <a:rPr lang="en-ZA" sz="1600" dirty="0" err="1"/>
              <a:t>PayFast</a:t>
            </a:r>
            <a:r>
              <a:rPr lang="en-ZA" sz="1600" dirty="0"/>
              <a:t> Integration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0C7DD3-9A16-E5E1-06C3-D19E5F09896B}"/>
              </a:ext>
            </a:extLst>
          </p:cNvPr>
          <p:cNvSpPr txBox="1">
            <a:spLocks/>
          </p:cNvSpPr>
          <p:nvPr/>
        </p:nvSpPr>
        <p:spPr>
          <a:xfrm>
            <a:off x="6408932" y="3640985"/>
            <a:ext cx="3202931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/>
            <a:r>
              <a:rPr lang="en-ZA" sz="1600" dirty="0"/>
              <a:t>Resend Integration</a:t>
            </a:r>
          </a:p>
        </p:txBody>
      </p:sp>
      <p:sp>
        <p:nvSpPr>
          <p:cNvPr id="9" name="TextBox 8">
            <a:hlinkClick r:id="rId8" action="ppaction://hlinksldjump"/>
            <a:extLst>
              <a:ext uri="{FF2B5EF4-FFF2-40B4-BE49-F238E27FC236}">
                <a16:creationId xmlns:a16="http://schemas.microsoft.com/office/drawing/2014/main" id="{3A390169-7D97-395F-C1C7-A13D2698AAA7}"/>
              </a:ext>
            </a:extLst>
          </p:cNvPr>
          <p:cNvSpPr txBox="1">
            <a:spLocks/>
          </p:cNvSpPr>
          <p:nvPr/>
        </p:nvSpPr>
        <p:spPr>
          <a:xfrm>
            <a:off x="10436647" y="1490709"/>
            <a:ext cx="994715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80373">
              <a:defRPr/>
            </a:pP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CFB3C4-3420-D43C-C83E-EDC6DDBE4B60}"/>
              </a:ext>
            </a:extLst>
          </p:cNvPr>
          <p:cNvSpPr txBox="1">
            <a:spLocks/>
          </p:cNvSpPr>
          <p:nvPr/>
        </p:nvSpPr>
        <p:spPr>
          <a:xfrm>
            <a:off x="10436647" y="2028278"/>
            <a:ext cx="994715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80373">
              <a:defRPr/>
            </a:pP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C6488D-2AC9-A0F3-AA70-C6B15DCDC0AB}"/>
              </a:ext>
            </a:extLst>
          </p:cNvPr>
          <p:cNvSpPr txBox="1">
            <a:spLocks/>
          </p:cNvSpPr>
          <p:nvPr/>
        </p:nvSpPr>
        <p:spPr>
          <a:xfrm>
            <a:off x="10436647" y="2565846"/>
            <a:ext cx="1180553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80373">
              <a:defRPr/>
            </a:pP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5DA92C7-5E74-D04C-2BA5-1C8E67904804}"/>
              </a:ext>
            </a:extLst>
          </p:cNvPr>
          <p:cNvSpPr txBox="1">
            <a:spLocks/>
          </p:cNvSpPr>
          <p:nvPr/>
        </p:nvSpPr>
        <p:spPr>
          <a:xfrm>
            <a:off x="10436647" y="3103415"/>
            <a:ext cx="712187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80373">
              <a:defRPr/>
            </a:pP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4E9220-475E-616B-5C90-C5C9A05BA71A}"/>
              </a:ext>
            </a:extLst>
          </p:cNvPr>
          <p:cNvSpPr txBox="1">
            <a:spLocks/>
          </p:cNvSpPr>
          <p:nvPr/>
        </p:nvSpPr>
        <p:spPr>
          <a:xfrm>
            <a:off x="10436648" y="3640985"/>
            <a:ext cx="820134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80373">
              <a:defRPr/>
            </a:pP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9</a:t>
            </a:r>
          </a:p>
        </p:txBody>
      </p:sp>
      <p:sp>
        <p:nvSpPr>
          <p:cNvPr id="26" name="Freeform 2">
            <a:extLst>
              <a:ext uri="{FF2B5EF4-FFF2-40B4-BE49-F238E27FC236}">
                <a16:creationId xmlns:a16="http://schemas.microsoft.com/office/drawing/2014/main" id="{E45ADDA8-28E5-FFD4-623C-66A17E5B9CDD}"/>
              </a:ext>
            </a:extLst>
          </p:cNvPr>
          <p:cNvSpPr/>
          <p:nvPr/>
        </p:nvSpPr>
        <p:spPr>
          <a:xfrm flipV="1">
            <a:off x="760638" y="1604370"/>
            <a:ext cx="4061059" cy="4068162"/>
          </a:xfrm>
          <a:prstGeom prst="ellipse">
            <a:avLst/>
          </a:prstGeom>
          <a:blipFill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effectLst/>
            </a:endParaRPr>
          </a:p>
        </p:txBody>
      </p:sp>
      <p:sp>
        <p:nvSpPr>
          <p:cNvPr id="38" name="TextBox 8">
            <a:extLst>
              <a:ext uri="{FF2B5EF4-FFF2-40B4-BE49-F238E27FC236}">
                <a16:creationId xmlns:a16="http://schemas.microsoft.com/office/drawing/2014/main" id="{2B06F061-9DAE-462A-9206-CF7206011123}"/>
              </a:ext>
            </a:extLst>
          </p:cNvPr>
          <p:cNvSpPr txBox="1"/>
          <p:nvPr/>
        </p:nvSpPr>
        <p:spPr>
          <a:xfrm>
            <a:off x="1553631" y="4422060"/>
            <a:ext cx="2475073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720"/>
              </a:lnSpc>
              <a:spcBef>
                <a:spcPct val="0"/>
              </a:spcBef>
            </a:pPr>
            <a:endParaRPr lang="en-US" sz="120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35" name="Picture 34" descr="A black background with white text and numbers&#10;&#10;AI-generated content may be incorrect.">
            <a:extLst>
              <a:ext uri="{FF2B5EF4-FFF2-40B4-BE49-F238E27FC236}">
                <a16:creationId xmlns:a16="http://schemas.microsoft.com/office/drawing/2014/main" id="{799E7C24-8D93-10FA-CAE4-3FE87EAB868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38" t="7893" r="11893" b="41340"/>
          <a:stretch>
            <a:fillRect/>
          </a:stretch>
        </p:blipFill>
        <p:spPr>
          <a:xfrm>
            <a:off x="1012087" y="2151594"/>
            <a:ext cx="3546522" cy="2256833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2167B52F-96D8-0A39-9347-DBD8A5836F07}"/>
              </a:ext>
            </a:extLst>
          </p:cNvPr>
          <p:cNvSpPr txBox="1"/>
          <p:nvPr/>
        </p:nvSpPr>
        <p:spPr>
          <a:xfrm>
            <a:off x="1367425" y="4420644"/>
            <a:ext cx="2839233" cy="65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chemeClr val="bg1"/>
                </a:solidFill>
                <a:latin typeface="Helvetica Now Bold"/>
                <a:ea typeface="Helvetica"/>
                <a:cs typeface="Helvetica"/>
              </a:rPr>
              <a:t>DECISION INTELLIGENCE</a:t>
            </a:r>
            <a:r>
              <a:rPr lang="en-US" sz="1400" i="0">
                <a:solidFill>
                  <a:schemeClr val="bg1"/>
                </a:solidFill>
                <a:latin typeface="Helvetica Now Bold"/>
                <a:ea typeface="Helvetica"/>
                <a:cs typeface="Helvetica"/>
              </a:rPr>
              <a:t>,</a:t>
            </a:r>
            <a:r>
              <a:rPr lang="en-US" sz="1400">
                <a:solidFill>
                  <a:schemeClr val="bg1"/>
                </a:solidFill>
                <a:latin typeface="Helvetica Now Bold"/>
                <a:ea typeface="Helvetica"/>
                <a:cs typeface="Helvetica"/>
              </a:rPr>
              <a:t> REPORTING </a:t>
            </a:r>
            <a:r>
              <a:rPr lang="en-US" sz="1400" i="0">
                <a:solidFill>
                  <a:schemeClr val="bg1"/>
                </a:solidFill>
                <a:latin typeface="Helvetica Now Bold"/>
                <a:ea typeface="Helvetica"/>
                <a:cs typeface="Helvetica"/>
              </a:rPr>
              <a:t>&amp; </a:t>
            </a:r>
            <a:r>
              <a:rPr lang="en-US" sz="1400">
                <a:solidFill>
                  <a:schemeClr val="bg1"/>
                </a:solidFill>
                <a:latin typeface="Helvetica Now Bold"/>
                <a:ea typeface="Helvetica"/>
                <a:cs typeface="Helvetica"/>
              </a:rPr>
              <a:t>DATA PLATFORMS</a:t>
            </a:r>
            <a:r>
              <a:rPr lang="en-US" sz="1400" i="0">
                <a:solidFill>
                  <a:schemeClr val="bg1"/>
                </a:solidFill>
                <a:latin typeface="Helvetica Now Bold"/>
                <a:ea typeface="Helvetica"/>
                <a:cs typeface="Helvetica"/>
              </a:rPr>
              <a:t> </a:t>
            </a:r>
            <a:endParaRPr lang="en-US" sz="1400">
              <a:solidFill>
                <a:schemeClr val="bg1"/>
              </a:solidFill>
              <a:latin typeface="Helvetica Now Bold"/>
            </a:endParaRPr>
          </a:p>
          <a:p>
            <a:pPr marL="179705" indent="-179705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sz="1400">
              <a:solidFill>
                <a:schemeClr val="bg1"/>
              </a:solidFill>
              <a:latin typeface="Helvetica Now Bold"/>
            </a:endParaRPr>
          </a:p>
        </p:txBody>
      </p:sp>
    </p:spTree>
    <p:extLst>
      <p:ext uri="{BB962C8B-B14F-4D97-AF65-F5344CB8AC3E}">
        <p14:creationId xmlns:p14="http://schemas.microsoft.com/office/powerpoint/2010/main" val="28748439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2">
            <a:extLst>
              <a:ext uri="{FF2B5EF4-FFF2-40B4-BE49-F238E27FC236}">
                <a16:creationId xmlns:a16="http://schemas.microsoft.com/office/drawing/2014/main" id="{BD038A65-8587-309F-9DF6-A6720D6E5DB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06990">
                <a:moveTo>
                  <a:pt x="0" y="0"/>
                </a:moveTo>
                <a:lnTo>
                  <a:pt x="18288000" y="0"/>
                </a:lnTo>
                <a:lnTo>
                  <a:pt x="18288000" y="10206990"/>
                </a:lnTo>
                <a:lnTo>
                  <a:pt x="0" y="1020699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9C60B5-1358-D026-FF38-8DBBACD4701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21" name="Slide Number Placeholder 1">
            <a:extLst>
              <a:ext uri="{FF2B5EF4-FFF2-40B4-BE49-F238E27FC236}">
                <a16:creationId xmlns:a16="http://schemas.microsoft.com/office/drawing/2014/main" id="{B850EA6B-B4C0-D7BC-0DF4-A1E5D9A2266E}"/>
              </a:ext>
            </a:extLst>
          </p:cNvPr>
          <p:cNvSpPr txBox="1">
            <a:spLocks/>
          </p:cNvSpPr>
          <p:nvPr/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133" kern="1200">
                <a:noFill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E8389A-39EF-AB83-8756-2F573C5D164A}"/>
              </a:ext>
            </a:extLst>
          </p:cNvPr>
          <p:cNvSpPr txBox="1"/>
          <p:nvPr/>
        </p:nvSpPr>
        <p:spPr>
          <a:xfrm>
            <a:off x="698810" y="3832322"/>
            <a:ext cx="799942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n-ZA" sz="3600" dirty="0">
                <a:solidFill>
                  <a:schemeClr val="bg1"/>
                </a:solidFill>
              </a:rPr>
              <a:t>Introduction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037380-A97D-EAC7-37AE-13F769E6DF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67" r="9466" b="28744"/>
          <a:stretch>
            <a:fillRect/>
          </a:stretch>
        </p:blipFill>
        <p:spPr>
          <a:xfrm>
            <a:off x="8204115" y="148590"/>
            <a:ext cx="3864483" cy="3371850"/>
          </a:xfrm>
          <a:prstGeom prst="rect">
            <a:avLst/>
          </a:prstGeom>
        </p:spPr>
      </p:pic>
      <p:pic>
        <p:nvPicPr>
          <p:cNvPr id="8" name="Picture 7" descr="A logo with a triangle and text&#10;&#10;Description automatically generated">
            <a:extLst>
              <a:ext uri="{FF2B5EF4-FFF2-40B4-BE49-F238E27FC236}">
                <a16:creationId xmlns:a16="http://schemas.microsoft.com/office/drawing/2014/main" id="{DDB7A420-824D-6F66-8B29-DED4EDB66E2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615377" y="5940345"/>
            <a:ext cx="2316061" cy="674580"/>
          </a:xfrm>
          <a:prstGeom prst="rect">
            <a:avLst/>
          </a:prstGeom>
        </p:spPr>
      </p:pic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06A572BC-CAE0-2667-C2FC-172572D760C5}"/>
              </a:ext>
            </a:extLst>
          </p:cNvPr>
          <p:cNvSpPr txBox="1">
            <a:spLocks/>
          </p:cNvSpPr>
          <p:nvPr/>
        </p:nvSpPr>
        <p:spPr bwMode="white">
          <a:xfrm>
            <a:off x="698810" y="6370125"/>
            <a:ext cx="6312900" cy="24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179996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5999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2000" b="1" kern="120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2000" b="0" kern="1200" baseline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sz="1000" kern="120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4800" kern="1200" baseline="0">
                <a:solidFill>
                  <a:srgbClr val="545859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ZA">
                <a:latin typeface="Helvetica" panose="020B0604020202020204" pitchFamily="34" charset="0"/>
                <a:cs typeface="Helvetica" panose="020B0604020202020204" pitchFamily="34" charset="0"/>
              </a:rPr>
              <a:t>Decision Intelligence, Reporting &amp; Data Platforms </a:t>
            </a:r>
          </a:p>
        </p:txBody>
      </p:sp>
    </p:spTree>
    <p:extLst>
      <p:ext uri="{BB962C8B-B14F-4D97-AF65-F5344CB8AC3E}">
        <p14:creationId xmlns:p14="http://schemas.microsoft.com/office/powerpoint/2010/main" val="25603925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911ED-45A4-21F7-C785-C5476A46B79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73959" y="127670"/>
            <a:ext cx="11041200" cy="460800"/>
          </a:xfrm>
          <a:prstGeom prst="rect">
            <a:avLst/>
          </a:prstGeo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Project Outline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37DEF1-471A-401A-0CAC-05989059698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AA811B-2EBD-4900-905E-5BE206449611}" type="slidenum">
              <a:rPr lang="en-GB" smtClean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pPr/>
              <a:t>4</a:t>
            </a:fld>
            <a:endParaRPr lang="en-GB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3CA521-87FF-C4F9-D072-3741D7DF0335}"/>
              </a:ext>
            </a:extLst>
          </p:cNvPr>
          <p:cNvSpPr txBox="1"/>
          <p:nvPr/>
        </p:nvSpPr>
        <p:spPr>
          <a:xfrm>
            <a:off x="210805" y="863533"/>
            <a:ext cx="1177039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600" b="1" dirty="0"/>
              <a:t>Inspiration:</a:t>
            </a:r>
            <a:r>
              <a:rPr lang="en-ZA" sz="1600" dirty="0"/>
              <a:t> Rooted in a lifelong passion for cycling and identified a market gap for a local bicycle platform in Durban.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ZA" sz="160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sz="1600" b="1" dirty="0"/>
              <a:t>Industry Focus:</a:t>
            </a:r>
            <a:r>
              <a:rPr lang="en-ZA" sz="1600" dirty="0"/>
              <a:t> Specialized e-commerce platform for cycling gear, new bikes, and pre-owned consignment.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ZA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600" b="1" dirty="0"/>
              <a:t>Name &amp; Origin:</a:t>
            </a:r>
            <a:r>
              <a:rPr lang="en-ZA" sz="1600" dirty="0"/>
              <a:t> Named Ville Cycles after the local Westville community.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600" b="1" dirty="0"/>
              <a:t>Platform Scope:</a:t>
            </a:r>
            <a:r>
              <a:rPr lang="en-ZA" sz="1600" dirty="0"/>
              <a:t> Fully responsive e-commerce web application for new and pre-owned cycling gear.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ZA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sz="1600" b="1" dirty="0"/>
              <a:t>Core Systems:</a:t>
            </a:r>
            <a:r>
              <a:rPr lang="en-ZA" sz="1600" dirty="0"/>
              <a:t> Secure user authentication, mobile-first design, Inventory Management and </a:t>
            </a:r>
            <a:r>
              <a:rPr lang="en-ZA" sz="1600" dirty="0" err="1"/>
              <a:t>PayFast</a:t>
            </a:r>
            <a:r>
              <a:rPr lang="en-ZA" sz="1600" dirty="0"/>
              <a:t> checkout integration.</a:t>
            </a:r>
          </a:p>
        </p:txBody>
      </p:sp>
    </p:spTree>
    <p:extLst>
      <p:ext uri="{BB962C8B-B14F-4D97-AF65-F5344CB8AC3E}">
        <p14:creationId xmlns:p14="http://schemas.microsoft.com/office/powerpoint/2010/main" val="19295119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68786-A34F-D5B5-7690-B602DDA85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2">
            <a:extLst>
              <a:ext uri="{FF2B5EF4-FFF2-40B4-BE49-F238E27FC236}">
                <a16:creationId xmlns:a16="http://schemas.microsoft.com/office/drawing/2014/main" id="{BFA4C8B1-B8F4-5701-DD66-8C3D1682620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06990">
                <a:moveTo>
                  <a:pt x="0" y="0"/>
                </a:moveTo>
                <a:lnTo>
                  <a:pt x="18288000" y="0"/>
                </a:lnTo>
                <a:lnTo>
                  <a:pt x="18288000" y="10206990"/>
                </a:lnTo>
                <a:lnTo>
                  <a:pt x="0" y="1020699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715596-F500-C98C-7E30-68E499517A6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21" name="Slide Number Placeholder 1">
            <a:extLst>
              <a:ext uri="{FF2B5EF4-FFF2-40B4-BE49-F238E27FC236}">
                <a16:creationId xmlns:a16="http://schemas.microsoft.com/office/drawing/2014/main" id="{D13AADC6-01F4-2B89-E838-1FCF58033823}"/>
              </a:ext>
            </a:extLst>
          </p:cNvPr>
          <p:cNvSpPr txBox="1">
            <a:spLocks/>
          </p:cNvSpPr>
          <p:nvPr/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133" kern="1200">
                <a:noFill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EB6565-BD83-A79F-FDCE-78E33B3B9CE4}"/>
              </a:ext>
            </a:extLst>
          </p:cNvPr>
          <p:cNvSpPr txBox="1"/>
          <p:nvPr/>
        </p:nvSpPr>
        <p:spPr>
          <a:xfrm>
            <a:off x="698810" y="3832322"/>
            <a:ext cx="799942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n-ZA" sz="3600" dirty="0">
                <a:solidFill>
                  <a:schemeClr val="bg1"/>
                </a:solidFill>
              </a:rPr>
              <a:t>Features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DEC812-CC0D-B4CF-B036-508F9E19E7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67" r="9466" b="28744"/>
          <a:stretch>
            <a:fillRect/>
          </a:stretch>
        </p:blipFill>
        <p:spPr>
          <a:xfrm>
            <a:off x="8204115" y="148590"/>
            <a:ext cx="3864483" cy="3371850"/>
          </a:xfrm>
          <a:prstGeom prst="rect">
            <a:avLst/>
          </a:prstGeom>
        </p:spPr>
      </p:pic>
      <p:pic>
        <p:nvPicPr>
          <p:cNvPr id="8" name="Picture 7" descr="A logo with a triangle and text&#10;&#10;Description automatically generated">
            <a:extLst>
              <a:ext uri="{FF2B5EF4-FFF2-40B4-BE49-F238E27FC236}">
                <a16:creationId xmlns:a16="http://schemas.microsoft.com/office/drawing/2014/main" id="{92E006E7-5C3D-0ED6-9AD0-02ADD0AF5AA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615377" y="5940345"/>
            <a:ext cx="2316061" cy="674580"/>
          </a:xfrm>
          <a:prstGeom prst="rect">
            <a:avLst/>
          </a:prstGeom>
        </p:spPr>
      </p:pic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323C7B25-8E7E-A4CF-E8EC-BB94C6861CFD}"/>
              </a:ext>
            </a:extLst>
          </p:cNvPr>
          <p:cNvSpPr txBox="1">
            <a:spLocks/>
          </p:cNvSpPr>
          <p:nvPr/>
        </p:nvSpPr>
        <p:spPr bwMode="white">
          <a:xfrm>
            <a:off x="698810" y="6370125"/>
            <a:ext cx="6312900" cy="24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179996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5999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2000" b="1" kern="120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2000" b="0" kern="1200" baseline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sz="1000" kern="120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4800" kern="1200" baseline="0">
                <a:solidFill>
                  <a:srgbClr val="545859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ZA">
                <a:latin typeface="Helvetica" panose="020B0604020202020204" pitchFamily="34" charset="0"/>
                <a:cs typeface="Helvetica" panose="020B0604020202020204" pitchFamily="34" charset="0"/>
              </a:rPr>
              <a:t>Decision Intelligence, Reporting &amp; Data Platforms </a:t>
            </a:r>
          </a:p>
        </p:txBody>
      </p:sp>
    </p:spTree>
    <p:extLst>
      <p:ext uri="{BB962C8B-B14F-4D97-AF65-F5344CB8AC3E}">
        <p14:creationId xmlns:p14="http://schemas.microsoft.com/office/powerpoint/2010/main" val="22750143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0B523-92A5-8918-530A-30D4E45BD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4428B-5A10-BBD7-B9B0-53CFD67FA0C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73959" y="127670"/>
            <a:ext cx="11041200" cy="460800"/>
          </a:xfrm>
          <a:prstGeom prst="rect">
            <a:avLst/>
          </a:prstGeo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Loyalty Rewards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AE517F-2675-575D-06E7-675FCB29B49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AA811B-2EBD-4900-905E-5BE206449611}" type="slidenum">
              <a:rPr lang="en-GB" smtClean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pPr/>
              <a:t>6</a:t>
            </a:fld>
            <a:endParaRPr lang="en-GB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1D86BA-2D48-36DE-F696-BF515F12513F}"/>
              </a:ext>
            </a:extLst>
          </p:cNvPr>
          <p:cNvSpPr txBox="1"/>
          <p:nvPr/>
        </p:nvSpPr>
        <p:spPr>
          <a:xfrm>
            <a:off x="210805" y="755380"/>
            <a:ext cx="117703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400" dirty="0"/>
              <a:t>Designed to boost customer retention by rewarding frequent buyers, the feature was implemented in the database and checkout logic to automatically apply a 15% subtotal discount when redeemed.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C302B6-87B8-E6E1-7C9E-077109CF34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696" y="1566614"/>
            <a:ext cx="10884607" cy="16294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EA3C55-4F5E-ACEA-733D-EEBC7D17C2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384" y="3609000"/>
            <a:ext cx="2503229" cy="2573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8876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5F7A6-9195-2D2F-3D5A-4BA8FCD64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7DE4E-0B60-9971-E47E-508922A9B4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73959" y="127670"/>
            <a:ext cx="11041200" cy="460800"/>
          </a:xfrm>
          <a:prstGeom prst="rect">
            <a:avLst/>
          </a:prstGeo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Pre-Owned Bikes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ACA52D-CBE9-2FCA-0AF8-C60109C81D7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AA811B-2EBD-4900-905E-5BE206449611}" type="slidenum">
              <a:rPr lang="en-GB" smtClean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pPr/>
              <a:t>7</a:t>
            </a:fld>
            <a:endParaRPr lang="en-GB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6DB37B-712D-D0A4-0723-9484CD85523E}"/>
              </a:ext>
            </a:extLst>
          </p:cNvPr>
          <p:cNvSpPr txBox="1"/>
          <p:nvPr/>
        </p:nvSpPr>
        <p:spPr>
          <a:xfrm>
            <a:off x="210805" y="755374"/>
            <a:ext cx="117703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400" dirty="0"/>
              <a:t>This feature was added and created to provide a trusted local marketplace for riders to sell their gear. The feature was implemented with a custom submission form, seller tracking, and admin approval workflows.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E44742D-DC8E-C478-E6A0-75B6140A1F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0790" y="1342724"/>
            <a:ext cx="3641096" cy="222168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8BB36C4-E8A4-C403-6BE9-A8A611D234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5021" y="3915622"/>
            <a:ext cx="7286174" cy="19813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F43C6C1-9D2E-EDEF-FF92-3DD0463C17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42724"/>
            <a:ext cx="4061482" cy="4554248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EB616D0-A2DC-BC82-4906-7BE40EA15F01}"/>
              </a:ext>
            </a:extLst>
          </p:cNvPr>
          <p:cNvCxnSpPr>
            <a:cxnSpLocks/>
          </p:cNvCxnSpPr>
          <p:nvPr/>
        </p:nvCxnSpPr>
        <p:spPr>
          <a:xfrm>
            <a:off x="4750662" y="2104103"/>
            <a:ext cx="9438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0F3DAA8E-5670-DA1E-BCF1-B7B1A69F0021}"/>
              </a:ext>
            </a:extLst>
          </p:cNvPr>
          <p:cNvCxnSpPr>
            <a:cxnSpLocks/>
          </p:cNvCxnSpPr>
          <p:nvPr/>
        </p:nvCxnSpPr>
        <p:spPr>
          <a:xfrm rot="16200000" flipH="1">
            <a:off x="9872109" y="2310063"/>
            <a:ext cx="1097905" cy="685987"/>
          </a:xfrm>
          <a:prstGeom prst="bentConnector3">
            <a:avLst>
              <a:gd name="adj1" fmla="val -15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27917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8F4BA-B22E-896B-4E5E-36F422E44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0E31E-FD46-FABE-47CF-4D059FB47FB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73959" y="127670"/>
            <a:ext cx="11041200" cy="460800"/>
          </a:xfrm>
          <a:prstGeom prst="rect">
            <a:avLst/>
          </a:prstGeom>
        </p:spPr>
        <p:txBody>
          <a:bodyPr/>
          <a:lstStyle/>
          <a:p>
            <a:r>
              <a:rPr lang="en-US" dirty="0" err="1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PayFast</a:t>
            </a:r>
            <a:r>
              <a:rPr lang="en-US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Integration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3847F1-BE27-90BD-8B25-075E391737F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AA811B-2EBD-4900-905E-5BE206449611}" type="slidenum">
              <a:rPr lang="en-GB" smtClean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pPr/>
              <a:t>8</a:t>
            </a:fld>
            <a:endParaRPr lang="en-GB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CA26C8-C660-6585-2873-C1D94DFD89AE}"/>
              </a:ext>
            </a:extLst>
          </p:cNvPr>
          <p:cNvSpPr txBox="1"/>
          <p:nvPr/>
        </p:nvSpPr>
        <p:spPr>
          <a:xfrm>
            <a:off x="210805" y="770417"/>
            <a:ext cx="117703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400" dirty="0"/>
              <a:t>This feature was Implemented to handle secure transactions safely in South Africa, this feature uses the </a:t>
            </a:r>
            <a:r>
              <a:rPr lang="en-ZA" sz="1400" dirty="0" err="1"/>
              <a:t>PayFast</a:t>
            </a:r>
            <a:r>
              <a:rPr lang="en-ZA" sz="1400" dirty="0"/>
              <a:t> gateway API configured in a sandbox testing environment to process payments and trigger automated order invoices.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D5C973-15F9-237B-4AE4-91E37A92BE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43129"/>
            <a:ext cx="6096528" cy="20575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4762907-FFF8-9752-029D-A6FF9A4A97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7223" y="1343129"/>
            <a:ext cx="4603972" cy="218560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7A68022-D099-327A-4452-B2FB02EECA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229" y="3844264"/>
            <a:ext cx="6629542" cy="301373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B15D1C2-7EC4-F64E-0E17-C374C3120F3A}"/>
              </a:ext>
            </a:extLst>
          </p:cNvPr>
          <p:cNvCxnSpPr>
            <a:cxnSpLocks/>
          </p:cNvCxnSpPr>
          <p:nvPr/>
        </p:nvCxnSpPr>
        <p:spPr>
          <a:xfrm>
            <a:off x="5743721" y="2713703"/>
            <a:ext cx="9438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41321580-81D4-9725-5ABC-9CE00AC57E5C}"/>
              </a:ext>
            </a:extLst>
          </p:cNvPr>
          <p:cNvCxnSpPr>
            <a:cxnSpLocks/>
          </p:cNvCxnSpPr>
          <p:nvPr/>
        </p:nvCxnSpPr>
        <p:spPr>
          <a:xfrm rot="5400000">
            <a:off x="9964473" y="4578776"/>
            <a:ext cx="985571" cy="559141"/>
          </a:xfrm>
          <a:prstGeom prst="bentConnector3">
            <a:avLst>
              <a:gd name="adj1" fmla="val 9988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6356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A176F-EE92-2EED-A04E-92ADF4147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B0B7E-2769-55D9-CC58-242D3A22179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73959" y="127670"/>
            <a:ext cx="11041200" cy="460800"/>
          </a:xfrm>
          <a:prstGeom prst="rect">
            <a:avLst/>
          </a:prstGeo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Resend Integration (Invoice via Email)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3D4011-1DA4-8733-90D6-10802A3C128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AA811B-2EBD-4900-905E-5BE206449611}" type="slidenum">
              <a:rPr lang="en-GB" smtClean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pPr/>
              <a:t>9</a:t>
            </a:fld>
            <a:endParaRPr lang="en-GB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41EAEA-57CA-C509-9FEF-F33AC1073365}"/>
              </a:ext>
            </a:extLst>
          </p:cNvPr>
          <p:cNvSpPr txBox="1"/>
          <p:nvPr/>
        </p:nvSpPr>
        <p:spPr>
          <a:xfrm>
            <a:off x="210805" y="765210"/>
            <a:ext cx="117703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400" dirty="0"/>
              <a:t>Implemented to handle backend transactional messaging, this feature uses the Resend API to automatically generate and email itemized HTML order invoices to customers upon successful checkout.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4EB23C-30E1-C386-B2E4-7BF30644AB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7934" y="1795822"/>
            <a:ext cx="5856132" cy="4178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9534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C8CCF-BC74-42B0-0133-F2E980170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2">
            <a:extLst>
              <a:ext uri="{FF2B5EF4-FFF2-40B4-BE49-F238E27FC236}">
                <a16:creationId xmlns:a16="http://schemas.microsoft.com/office/drawing/2014/main" id="{69B3A90C-1BBC-CAE5-ED53-AA6C9386D21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06990">
                <a:moveTo>
                  <a:pt x="0" y="0"/>
                </a:moveTo>
                <a:lnTo>
                  <a:pt x="18288000" y="0"/>
                </a:lnTo>
                <a:lnTo>
                  <a:pt x="18288000" y="10206990"/>
                </a:lnTo>
                <a:lnTo>
                  <a:pt x="0" y="1020699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B6E025-6646-54A9-D920-B556148DDA9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21" name="Slide Number Placeholder 1">
            <a:extLst>
              <a:ext uri="{FF2B5EF4-FFF2-40B4-BE49-F238E27FC236}">
                <a16:creationId xmlns:a16="http://schemas.microsoft.com/office/drawing/2014/main" id="{606D85D5-9528-108A-F2CE-7AC36C134797}"/>
              </a:ext>
            </a:extLst>
          </p:cNvPr>
          <p:cNvSpPr txBox="1">
            <a:spLocks/>
          </p:cNvSpPr>
          <p:nvPr/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133" kern="1200">
                <a:noFill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9A1062DA-3133-8898-C246-1BAA679A3A07}"/>
              </a:ext>
            </a:extLst>
          </p:cNvPr>
          <p:cNvSpPr txBox="1">
            <a:spLocks/>
          </p:cNvSpPr>
          <p:nvPr/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133" kern="1200">
                <a:noFill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A57F81-9D72-DE49-A986-E764924B8F78}"/>
              </a:ext>
            </a:extLst>
          </p:cNvPr>
          <p:cNvSpPr txBox="1"/>
          <p:nvPr/>
        </p:nvSpPr>
        <p:spPr>
          <a:xfrm>
            <a:off x="383081" y="2985249"/>
            <a:ext cx="5075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Rushil Jivan</a:t>
            </a:r>
          </a:p>
        </p:txBody>
      </p:sp>
      <p:sp>
        <p:nvSpPr>
          <p:cNvPr id="14" name="Title 5">
            <a:extLst>
              <a:ext uri="{FF2B5EF4-FFF2-40B4-BE49-F238E27FC236}">
                <a16:creationId xmlns:a16="http://schemas.microsoft.com/office/drawing/2014/main" id="{5C9952B2-C6FA-12E6-4431-95EC13204A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9184" y="2167767"/>
            <a:ext cx="2594569" cy="535304"/>
          </a:xfrm>
        </p:spPr>
        <p:txBody>
          <a:bodyPr/>
          <a:lstStyle/>
          <a:p>
            <a:r>
              <a:rPr lang="en-US" sz="3600" dirty="0">
                <a:latin typeface="Helvetica" panose="020B0604020202020204" pitchFamily="34" charset="0"/>
                <a:cs typeface="Helvetica" panose="020B0604020202020204" pitchFamily="34" charset="0"/>
              </a:rPr>
              <a:t>Thank You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67EE3D1-36AA-1888-C350-691803F3C7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67" r="9466" b="28744"/>
          <a:stretch>
            <a:fillRect/>
          </a:stretch>
        </p:blipFill>
        <p:spPr>
          <a:xfrm>
            <a:off x="8204115" y="148590"/>
            <a:ext cx="3864483" cy="3371850"/>
          </a:xfrm>
          <a:prstGeom prst="rect">
            <a:avLst/>
          </a:prstGeom>
        </p:spPr>
      </p:pic>
      <p:pic>
        <p:nvPicPr>
          <p:cNvPr id="18" name="Picture 17" descr="A logo with a triangle and text&#10;&#10;Description automatically generated">
            <a:extLst>
              <a:ext uri="{FF2B5EF4-FFF2-40B4-BE49-F238E27FC236}">
                <a16:creationId xmlns:a16="http://schemas.microsoft.com/office/drawing/2014/main" id="{D7506128-5C39-67E5-39DE-5B5A3BFDC57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615377" y="5940345"/>
            <a:ext cx="2316061" cy="674580"/>
          </a:xfrm>
          <a:prstGeom prst="rect">
            <a:avLst/>
          </a:prstGeom>
        </p:spPr>
      </p:pic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D3F8E8DF-EB70-D9EC-0F42-673B009EB5C8}"/>
              </a:ext>
            </a:extLst>
          </p:cNvPr>
          <p:cNvSpPr txBox="1">
            <a:spLocks/>
          </p:cNvSpPr>
          <p:nvPr/>
        </p:nvSpPr>
        <p:spPr bwMode="white">
          <a:xfrm>
            <a:off x="463091" y="6370125"/>
            <a:ext cx="6312900" cy="24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179996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5999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2000" b="1" kern="120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2000" b="0" kern="1200" baseline="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sz="1000" kern="1200">
                <a:solidFill>
                  <a:srgbClr val="545859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4800" kern="1200" baseline="0">
                <a:solidFill>
                  <a:srgbClr val="545859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ZA" dirty="0">
                <a:latin typeface="Helvetica" panose="020B0604020202020204" pitchFamily="34" charset="0"/>
                <a:cs typeface="Helvetica" panose="020B0604020202020204" pitchFamily="34" charset="0"/>
              </a:rPr>
              <a:t>Decision Intelligence, Reporting &amp; Data Platforms </a:t>
            </a:r>
          </a:p>
        </p:txBody>
      </p:sp>
    </p:spTree>
    <p:extLst>
      <p:ext uri="{BB962C8B-B14F-4D97-AF65-F5344CB8AC3E}">
        <p14:creationId xmlns:p14="http://schemas.microsoft.com/office/powerpoint/2010/main" val="38836463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[SUBGRID]" val="[SubGrid]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NTAINEDIMAGEPATH" val="C:\Users\elrida.oberholzer\AppData\Local\Temp\Templafy\PowerPointVsto\Assets\0467e58c-20fe-4852-bd1b-d8f1b669242e.jpeg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Dentons 16:9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ustom 1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 lIns="72000" tIns="36000" rIns="72000" bIns="36000" rtlCol="0" anchor="ctr"/>
      <a:lstStyle>
        <a:defPPr algn="ctr">
          <a:defRPr sz="1400" noProof="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180000" indent="-180000" algn="l">
          <a:spcAft>
            <a:spcPts val="600"/>
          </a:spcAft>
          <a:buFont typeface="Arial" panose="020B0604020202020204" pitchFamily="34" charset="0"/>
          <a:buChar char="•"/>
          <a:defRPr sz="1600" dirty="0" err="1" smtClean="0">
            <a:solidFill>
              <a:schemeClr val="tx2"/>
            </a:solidFill>
          </a:defRPr>
        </a:defPPr>
      </a:lstStyle>
    </a:txDef>
  </a:objectDefaults>
  <a:extraClrSchemeLst/>
  <a:custClrLst>
    <a:custClr name="Purple">
      <a:srgbClr val="702082"/>
    </a:custClr>
    <a:custClr name="Light Purple">
      <a:srgbClr val="A05EB5"/>
    </a:custClr>
    <a:custClr name="Dark Purple">
      <a:srgbClr val="5F2167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Red">
      <a:srgbClr val="DA291C"/>
    </a:custClr>
    <a:custClr name="Gold">
      <a:srgbClr val="F1B434"/>
    </a:custClr>
    <a:custClr name="Green">
      <a:srgbClr val="43B02A"/>
    </a:custClr>
    <a:custClr name="Teal">
      <a:srgbClr val="00A499"/>
    </a:custClr>
    <a:custClr name="Blue">
      <a:srgbClr val="00A9E0"/>
    </a:custClr>
    <a:custClr name="Dark Red">
      <a:srgbClr val="9D2235"/>
    </a:custClr>
    <a:custClr name="Orange">
      <a:srgbClr val="ED8B00"/>
    </a:custClr>
    <a:custClr name="Dark Green">
      <a:srgbClr val="286140"/>
    </a:custClr>
    <a:custClr name="Dark Teal">
      <a:srgbClr val="00685D"/>
    </a:custClr>
    <a:custClr name="Dark Blue">
      <a:srgbClr val="004C97"/>
    </a:custClr>
    <a:custClr name="Brown">
      <a:srgbClr val="85431E"/>
    </a:custClr>
    <a:custClr name="Dark Pink">
      <a:srgbClr val="890C58"/>
    </a:custClr>
    <a:custClr name="Pink">
      <a:srgbClr val="D00070"/>
    </a:custClr>
    <a:custClr name="Dark Grey">
      <a:srgbClr val="545859"/>
    </a:custClr>
    <a:custClr name="Grey">
      <a:srgbClr val="707372"/>
    </a:custClr>
    <a:custClr name="Light Grey">
      <a:srgbClr val="9EA2A2"/>
    </a:custClr>
    <a:custClr name="Ekstra Light Grey">
      <a:srgbClr val="C7C9C7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</a:custClrLst>
  <a:extLst>
    <a:ext uri="{05A4C25C-085E-4340-85A3-A5531E510DB2}">
      <thm15:themeFamily xmlns:thm15="http://schemas.microsoft.com/office/thememl/2012/main" name="Blank.potx" id="{FBA01DAC-5646-45A0-AF66-DDA0E6DC1A6C}" vid="{661637DB-4BB7-43DB-A020-ECBAB57B90D9}"/>
    </a:ext>
  </a:extLst>
</a:theme>
</file>

<file path=ppt/theme/theme2.xml><?xml version="1.0" encoding="utf-8"?>
<a:theme xmlns:a="http://schemas.openxmlformats.org/drawingml/2006/main" name="Slid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Custom Design A">
  <a:themeElements>
    <a:clrScheme name="Custom 3">
      <a:dk1>
        <a:srgbClr val="14202E"/>
      </a:dk1>
      <a:lt1>
        <a:srgbClr val="4B181B"/>
      </a:lt1>
      <a:dk2>
        <a:srgbClr val="A96567"/>
      </a:dk2>
      <a:lt2>
        <a:srgbClr val="D9C1B9"/>
      </a:lt2>
      <a:accent1>
        <a:srgbClr val="EBE8DC"/>
      </a:accent1>
      <a:accent2>
        <a:srgbClr val="EFBE78"/>
      </a:accent2>
      <a:accent3>
        <a:srgbClr val="A3B3A9"/>
      </a:accent3>
      <a:accent4>
        <a:srgbClr val="1FAEBA"/>
      </a:accent4>
      <a:accent5>
        <a:srgbClr val="FFFFFF"/>
      </a:accent5>
      <a:accent6>
        <a:srgbClr val="FFFFF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-tema">
  <a:themeElements>
    <a:clrScheme name="Dentons 2021">
      <a:dk1>
        <a:srgbClr val="000000"/>
      </a:dk1>
      <a:lt1>
        <a:srgbClr val="FFFFFF"/>
      </a:lt1>
      <a:dk2>
        <a:srgbClr val="545859"/>
      </a:dk2>
      <a:lt2>
        <a:srgbClr val="C7C9C7"/>
      </a:lt2>
      <a:accent1>
        <a:srgbClr val="702082"/>
      </a:accent1>
      <a:accent2>
        <a:srgbClr val="A05EB5"/>
      </a:accent2>
      <a:accent3>
        <a:srgbClr val="545859"/>
      </a:accent3>
      <a:accent4>
        <a:srgbClr val="707372"/>
      </a:accent4>
      <a:accent5>
        <a:srgbClr val="A8A2A2"/>
      </a:accent5>
      <a:accent6>
        <a:srgbClr val="C7C9C7"/>
      </a:accent6>
      <a:hlink>
        <a:srgbClr val="5F2167"/>
      </a:hlink>
      <a:folHlink>
        <a:srgbClr val="A05EB5"/>
      </a:folHlink>
    </a:clrScheme>
    <a:fontScheme name="Dentons">
      <a:majorFont>
        <a:latin typeface="Arial"/>
        <a:ea typeface="SimSun"/>
        <a:cs typeface="Arial"/>
      </a:majorFont>
      <a:minorFont>
        <a:latin typeface="Arial"/>
        <a:ea typeface="SimSun"/>
        <a:cs typeface="Arial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urple">
      <a:srgbClr val="702082"/>
    </a:custClr>
    <a:custClr name="Light Purple">
      <a:srgbClr val="A05EB5"/>
    </a:custClr>
    <a:custClr name="Dark Purple">
      <a:srgbClr val="5F2167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Red">
      <a:srgbClr val="DA291C"/>
    </a:custClr>
    <a:custClr name="Gold">
      <a:srgbClr val="F1B434"/>
    </a:custClr>
    <a:custClr name="Green">
      <a:srgbClr val="43B02A"/>
    </a:custClr>
    <a:custClr name="Teal">
      <a:srgbClr val="00A499"/>
    </a:custClr>
    <a:custClr name="Blue">
      <a:srgbClr val="00A9E0"/>
    </a:custClr>
    <a:custClr name="Dark Red">
      <a:srgbClr val="9D2235"/>
    </a:custClr>
    <a:custClr name="Orange">
      <a:srgbClr val="ED8B00"/>
    </a:custClr>
    <a:custClr name="Dark Green">
      <a:srgbClr val="286140"/>
    </a:custClr>
    <a:custClr name="Dark Teal">
      <a:srgbClr val="00685D"/>
    </a:custClr>
    <a:custClr name="Dark Blue">
      <a:srgbClr val="004C97"/>
    </a:custClr>
    <a:custClr name="Brown">
      <a:srgbClr val="85431E"/>
    </a:custClr>
    <a:custClr name="Dark Pink">
      <a:srgbClr val="890C58"/>
    </a:custClr>
    <a:custClr name="Pink">
      <a:srgbClr val="D00070"/>
    </a:custClr>
    <a:custClr name="Dark Grey">
      <a:srgbClr val="545859"/>
    </a:custClr>
    <a:custClr name="Grey">
      <a:srgbClr val="707372"/>
    </a:custClr>
    <a:custClr name="Light Grey">
      <a:srgbClr val="9EA2A2"/>
    </a:custClr>
    <a:custClr name="Ekstra Light Grey">
      <a:srgbClr val="C7C9C7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Dentons 2021">
      <a:dk1>
        <a:srgbClr val="000000"/>
      </a:dk1>
      <a:lt1>
        <a:srgbClr val="FFFFFF"/>
      </a:lt1>
      <a:dk2>
        <a:srgbClr val="545859"/>
      </a:dk2>
      <a:lt2>
        <a:srgbClr val="C7C9C7"/>
      </a:lt2>
      <a:accent1>
        <a:srgbClr val="702082"/>
      </a:accent1>
      <a:accent2>
        <a:srgbClr val="A05EB5"/>
      </a:accent2>
      <a:accent3>
        <a:srgbClr val="545859"/>
      </a:accent3>
      <a:accent4>
        <a:srgbClr val="707372"/>
      </a:accent4>
      <a:accent5>
        <a:srgbClr val="A8A2A2"/>
      </a:accent5>
      <a:accent6>
        <a:srgbClr val="C7C9C7"/>
      </a:accent6>
      <a:hlink>
        <a:srgbClr val="5F2167"/>
      </a:hlink>
      <a:folHlink>
        <a:srgbClr val="A05EB5"/>
      </a:folHlink>
    </a:clrScheme>
    <a:fontScheme name="Dentons">
      <a:majorFont>
        <a:latin typeface="Arial"/>
        <a:ea typeface="SimSun"/>
        <a:cs typeface="Arial"/>
      </a:majorFont>
      <a:minorFont>
        <a:latin typeface="Arial"/>
        <a:ea typeface="SimSun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urple">
      <a:srgbClr val="702082"/>
    </a:custClr>
    <a:custClr name="Light Purple">
      <a:srgbClr val="A05EB5"/>
    </a:custClr>
    <a:custClr name="Dark Purple">
      <a:srgbClr val="5F2167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Red">
      <a:srgbClr val="DA291C"/>
    </a:custClr>
    <a:custClr name="Gold">
      <a:srgbClr val="F1B434"/>
    </a:custClr>
    <a:custClr name="Green">
      <a:srgbClr val="43B02A"/>
    </a:custClr>
    <a:custClr name="Teal">
      <a:srgbClr val="00A499"/>
    </a:custClr>
    <a:custClr name="Blue">
      <a:srgbClr val="00A9E0"/>
    </a:custClr>
    <a:custClr name="Dark Red">
      <a:srgbClr val="9D2235"/>
    </a:custClr>
    <a:custClr name="Orange">
      <a:srgbClr val="ED8B00"/>
    </a:custClr>
    <a:custClr name="Dark Green">
      <a:srgbClr val="286140"/>
    </a:custClr>
    <a:custClr name="Dark Teal">
      <a:srgbClr val="00685D"/>
    </a:custClr>
    <a:custClr name="Dark Blue">
      <a:srgbClr val="004C97"/>
    </a:custClr>
    <a:custClr name="Brown">
      <a:srgbClr val="85431E"/>
    </a:custClr>
    <a:custClr name="Dark Pink">
      <a:srgbClr val="890C58"/>
    </a:custClr>
    <a:custClr name="Pink">
      <a:srgbClr val="D00070"/>
    </a:custClr>
    <a:custClr name="Dark Grey">
      <a:srgbClr val="545859"/>
    </a:custClr>
    <a:custClr name="Grey">
      <a:srgbClr val="707372"/>
    </a:custClr>
    <a:custClr name="Light Grey">
      <a:srgbClr val="9EA2A2"/>
    </a:custClr>
    <a:custClr name="Ekstra Light Grey">
      <a:srgbClr val="C7C9C7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_rels/item2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7.xml"/></Relationships>
</file>

<file path=customXml/_rels/item2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8.xml"/></Relationships>
</file>

<file path=customXml/_rels/item2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9.xml"/></Relationships>
</file>

<file path=customXml/_rels/item3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0.xml"/></Relationships>
</file>

<file path=customXml/_rels/item3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3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2.xml"/></Relationships>
</file>

<file path=customXml/_rels/item3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3.xml"/></Relationships>
</file>

<file path=customXml/_rels/item3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4.xml"/></Relationships>
</file>

<file path=customXml/_rels/item3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5.xml"/></Relationships>
</file>

<file path=customXml/_rels/item3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6.xml"/></Relationships>
</file>

<file path=customXml/_rels/item3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7.xml"/></Relationships>
</file>

<file path=customXml/_rels/item3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8.xml"/></Relationships>
</file>

<file path=customXml/_rels/item3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9.xml"/></Relationships>
</file>

<file path=customXml/_rels/item4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0.xml"/></Relationships>
</file>

<file path=customXml/_rels/item4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1.xml"/></Relationships>
</file>

<file path=customXml/_rels/item4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2.xml"/></Relationships>
</file>

<file path=customXml/_rels/item4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3.xml"/></Relationships>
</file>

<file path=customXml/_rels/item4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4.xml"/></Relationships>
</file>

<file path=customXml/_rels/item4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5.xml"/></Relationships>
</file>

<file path=customXml/_rels/item4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6.xml"/></Relationships>
</file>

<file path=customXml/_rels/item4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7.xml"/></Relationships>
</file>

<file path=customXml/_rels/item4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8.xml"/></Relationships>
</file>

<file path=customXml/_rels/item4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9.xml"/></Relationships>
</file>

<file path=customXml/_rels/item5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0.xml"/></Relationships>
</file>

<file path=customXml/_rels/item5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1.xml"/></Relationships>
</file>

<file path=customXml/_rels/item5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2.xml"/></Relationships>
</file>

<file path=customXml/_rels/item5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3.xml"/></Relationships>
</file>

<file path=customXml/_rels/item5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4.xml"/></Relationships>
</file>

<file path=customXml/_rels/item5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5.xml"/></Relationships>
</file>

<file path=customXml/_rels/item5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6.xml"/></Relationships>
</file>

<file path=customXml/_rels/item5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7.xml"/></Relationships>
</file>

<file path=customXml/_rels/item5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8.xml"/></Relationships>
</file>

<file path=customXml/_rels/item5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9.xml"/></Relationships>
</file>

<file path=customXml/_rels/item6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0.xml"/></Relationships>
</file>

<file path=customXml/_rels/item6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1.xml"/></Relationships>
</file>

<file path=customXml/_rels/item6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2.xml"/></Relationships>
</file>

<file path=customXml/_rels/item6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3.xml"/></Relationships>
</file>

<file path=customXml/_rels/item6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4.xml"/></Relationships>
</file>

<file path=customXml/_rels/item6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5.xml"/></Relationships>
</file>

<file path=customXml/_rels/item6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6.xml"/></Relationships>
</file>

<file path=customXml/_rels/item6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7.xml"/></Relationships>
</file>

<file path=customXml/_rels/item6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8.xml"/></Relationships>
</file>

<file path=customXml/_rels/item6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9.xml"/></Relationships>
</file>

<file path=customXml/_rels/item7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0.xml"/></Relationships>
</file>

<file path=customXml/_rels/item7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1.xml"/></Relationships>
</file>

<file path=customXml/_rels/item7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2.xml"/></Relationships>
</file>

<file path=customXml/_rels/item7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3.xml"/></Relationships>
</file>

<file path=customXml/_rels/item7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4.xml"/></Relationships>
</file>

<file path=customXml/_rels/item7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5.xml"/></Relationships>
</file>

<file path=customXml/_rels/item7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6.xml"/></Relationships>
</file>

<file path=customXml/_rels/item7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7.xml"/></Relationships>
</file>

<file path=customXml/_rels/item7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8.xml"/></Relationships>
</file>

<file path=customXml/_rels/item7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9.xml"/></Relationships>
</file>

<file path=customXml/_rels/item8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0.xml"/></Relationships>
</file>

<file path=customXml/_rels/item8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1.xml"/></Relationships>
</file>

<file path=customXml/_rels/item8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2.xml"/></Relationships>
</file>

<file path=customXml/_rels/item8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3.xml"/></Relationships>
</file>

<file path=customXml/_rels/item8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4.xml"/></Relationships>
</file>

<file path=customXml/_rels/item8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5.xml"/></Relationships>
</file>

<file path=customXml/_rels/item8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6.xml"/></Relationships>
</file>

<file path=customXml/_rels/item8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7.xml"/></Relationships>
</file>

<file path=customXml/_rels/item8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8.xml"/></Relationships>
</file>

<file path=customXml/_rels/item8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9.xml"/></Relationships>
</file>

<file path=customXml/_rels/item9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0.xml"/></Relationships>
</file>

<file path=customXml/_rels/item9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1.xml"/></Relationships>
</file>

<file path=customXml/_rels/item9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2.xml"/></Relationships>
</file>

<file path=customXml/_rels/item9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3.xml"/></Relationships>
</file>

<file path=customXml/_rels/item9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4.xml"/></Relationships>
</file>

<file path=customXml/_rels/item9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5.xml"/></Relationships>
</file>

<file path=customXml/_rels/item9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6.xml"/></Relationships>
</file>

<file path=customXml/_rels/item9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7.xml"/></Relationships>
</file>

<file path=customXml/_rels/item9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8.xml"/></Relationships>
</file>

<file path=customXml/_rels/item9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9.xml"/></Relationships>
</file>

<file path=customXml/_rels/item10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0.xml"/></Relationships>
</file>

<file path=customXml/_rels/item10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1.xml"/></Relationships>
</file>

<file path=customXml/_rels/item10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2.xml"/></Relationships>
</file>

<file path=customXml/_rels/item10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3.xml"/></Relationships>
</file>

<file path=customXml/_rels/item10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4.xml"/></Relationships>
</file>

<file path=customXml/_rels/item10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5.xml"/></Relationships>
</file>

<file path=customXml/_rels/item10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6.xml"/></Relationships>
</file>

<file path=customXml/_rels/item10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7.xml"/></Relationships>
</file>

<file path=customXml/_rels/item10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8.xml"/></Relationships>
</file>

<file path=customXml/_rels/item10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9.xml"/></Relationships>
</file>

<file path=customXml/item1.xml><?xml version="1.0" encoding="utf-8"?>
<TemplafySlideFormConfiguration><![CDATA[{"formFields":[],"formDataEntries":[]}]]></TemplafySlideFormConfiguration>
</file>

<file path=customXml/item2.xml><?xml version="1.0" encoding="utf-8"?>
<TemplafySlideTemplateConfiguration><![CDATA[{"documentContentValidatorConfiguration":{"enableDocumentContentValidator":false,"documentContentValidatorVersion":0},"elementsMetadata":[],"slideId":"637564041078196419","enableDocumentContentUpdater":false,"version":"1.0"}]]></TemplafySlideTemplateConfiguration>
</file>

<file path=customXml/item3.xml><?xml version="1.0" encoding="utf-8"?>
<TemplafySlideFormConfiguration><![CDATA[{"formFields":[],"formDataEntries":[]}]]></TemplafySlideFormConfiguration>
</file>

<file path=customXml/item4.xml><?xml version="1.0" encoding="utf-8"?>
<TemplafySlideFormConfiguration><![CDATA[{"formFields":[],"formDataEntries":[]}]]></TemplafySlideFormConfiguration>
</file>

<file path=customXml/item5.xml><?xml version="1.0" encoding="utf-8"?>
<TemplafySlideFormConfiguration><![CDATA[{"formFields":[],"formDataEntries":[]}]]></TemplafySlideFormConfiguration>
</file>

<file path=customXml/item6.xml><?xml version="1.0" encoding="utf-8"?>
<TemplafySlideFormConfiguration><![CDATA[{"formFields":[],"formDataEntries":[]}]]></TemplafySlideFormConfiguration>
</file>

<file path=customXml/item7.xml><?xml version="1.0" encoding="utf-8"?>
<TemplafySlideFormConfiguration><![CDATA[{"formFields":[],"formDataEntries":[]}]]></TemplafySlideFormConfiguration>
</file>

<file path=customXml/item8.xml><?xml version="1.0" encoding="utf-8"?>
<TemplafySlideFormConfiguration><![CDATA[{"formFields":[],"formDataEntries":[]}]]></TemplafySlideFormConfiguration>
</file>

<file path=customXml/item9.xml><?xml version="1.0" encoding="utf-8"?>
<TemplafySlideFormConfiguration><![CDATA[{"formFields":[],"formDataEntries":[]}]]></TemplafySlideFormConfiguration>
</file>

<file path=customXml/item10.xml><?xml version="1.0" encoding="utf-8"?>
<TemplafySlideFormConfiguration><![CDATA[{"formFields":[],"formDataEntries":[]}]]></TemplafySlideFormConfiguration>
</file>

<file path=customXml/item11.xml><?xml version="1.0" encoding="utf-8"?>
<TemplafySlideTemplateConfiguration><![CDATA[{"documentContentValidatorConfiguration":{"enableDocumentContentValidator":false,"documentContentValidatorVersion":0},"elementsMetadata":[],"slideId":"637564041073040200","enableDocumentContentUpdater":false,"version":"1.0"}]]></TemplafySlideTemplateConfiguration>
</file>

<file path=customXml/item12.xml><?xml version="1.0" encoding="utf-8"?>
<TemplafySlideTemplateConfiguration><![CDATA[{"documentContentValidatorConfiguration":{"enableDocumentContentValidator":false,"documentContentValidatorVersion":0},"elementsMetadata":[],"slideId":"637564041077571409","enableDocumentContentUpdater":false,"version":"1.0"}]]></TemplafySlideTemplateConfiguration>
</file>

<file path=customXml/item13.xml><?xml version="1.0" encoding="utf-8"?>
<TemplafySlideTemplateConfiguration><![CDATA[{"documentContentValidatorConfiguration":{"enableDocumentContentValidator":false,"documentContentValidatorVersion":0},"elementsMetadata":[],"slideId":"637564041079446588","enableDocumentContentUpdater":false,"version":"1.0"}]]></TemplafySlideTemplateConfiguration>
</file>

<file path=customXml/item14.xml><?xml version="1.0" encoding="utf-8"?>
<TemplafySlideTemplateConfiguration><![CDATA[{"documentContentValidatorConfiguration":{"enableDocumentContentValidator":false,"documentContentValidatorVersion":0},"elementsMetadata":[],"slideId":"637564041075071421","enableDocumentContentUpdater":false,"version":"1.0"}]]></TemplafySlideTemplateConfiguration>
</file>

<file path=customXml/item15.xml><?xml version="1.0" encoding="utf-8"?>
<TemplafySlideFormConfiguration><![CDATA[{"formFields":[],"formDataEntries":[]}]]></TemplafySlideFormConfiguration>
</file>

<file path=customXml/item16.xml><?xml version="1.0" encoding="utf-8"?>
<TemplafySlideTemplateConfiguration><![CDATA[{"documentContentValidatorConfiguration":{"enableDocumentContentValidator":false,"documentContentValidatorVersion":0},"elementsMetadata":[],"slideId":"637564041078352690","enableDocumentContentUpdater":false,"version":"1.0"}]]></TemplafySlideTemplateConfiguration>
</file>

<file path=customXml/item17.xml><?xml version="1.0" encoding="utf-8"?>
<TemplafySlideTemplateConfiguration><![CDATA[{"documentContentValidatorConfiguration":{"enableDocumentContentValidator":false,"documentContentValidatorVersion":0},"elementsMetadata":[],"slideId":"637564041083040154","enableDocumentContentUpdater":false,"version":"1.0"}]]></TemplafySlideTemplateConfiguration>
</file>

<file path=customXml/item18.xml><?xml version="1.0" encoding="utf-8"?>
<TemplafySlideTemplateConfiguration><![CDATA[{"documentContentValidatorConfiguration":{"enableDocumentContentValidator":false,"documentContentValidatorVersion":0},"elementsMetadata":[],"slideId":"637564041080071571","enableDocumentContentUpdater":false,"version":"1.0"}]]></TemplafySlideTemplateConfiguration>
</file>

<file path=customXml/item19.xml><?xml version="1.0" encoding="utf-8"?>
<TemplafySlideTemplateConfiguration><![CDATA[{"documentContentValidatorConfiguration":{"enableDocumentContentValidator":false,"documentContentValidatorVersion":0},"elementsMetadata":[],"slideId":"637564041079758913","enableDocumentContentUpdater":false,"version":"1.0"}]]></TemplafySlideTemplateConfiguration>
</file>

<file path=customXml/item20.xml><?xml version="1.0" encoding="utf-8"?>
<TemplafySlideFormConfiguration><![CDATA[{"formFields":[],"formDataEntries":[]}]]></TemplafySlideFormConfiguration>
</file>

<file path=customXml/item21.xml><?xml version="1.0" encoding="utf-8"?>
<TemplafySlideTemplateConfiguration><![CDATA[{"documentContentValidatorConfiguration":{"enableDocumentContentValidator":false,"documentContentValidatorVersion":0},"elementsMetadata":[],"slideId":"637564041080071571","enableDocumentContentUpdater":false,"version":"1.0"}]]></TemplafySlideTemplateConfiguration>
</file>

<file path=customXml/item22.xml><?xml version="1.0" encoding="utf-8"?>
<TemplafySlideFormConfiguration><![CDATA[{"formFields":[],"formDataEntries":[]}]]></TemplafySlideFormConfiguration>
</file>

<file path=customXml/item23.xml><?xml version="1.0" encoding="utf-8"?>
<TemplafySlideFormConfiguration><![CDATA[{"formFields":[],"formDataEntries":[]}]]></TemplafySlideFormConfiguration>
</file>

<file path=customXml/item24.xml><?xml version="1.0" encoding="utf-8"?>
<TemplafySlideTemplateConfiguration><![CDATA[{"documentContentValidatorConfiguration":{"enableDocumentContentValidator":false,"documentContentValidatorVersion":0},"elementsMetadata":[],"slideId":"637564041078352690","enableDocumentContentUpdater":false,"version":"1.0"}]]></TemplafySlideTemplateConfiguration>
</file>

<file path=customXml/item25.xml><?xml version="1.0" encoding="utf-8"?>
<TemplafySlideTemplateConfiguration><![CDATA[{"documentContentValidatorConfiguration":{"enableDocumentContentValidator":false,"documentContentValidatorVersion":0},"elementsMetadata":[],"slideId":"637564041081946432","enableDocumentContentUpdater":false,"version":"1.0"}]]></TemplafySlideTemplateConfiguration>
</file>

<file path=customXml/item26.xml><?xml version="1.0" encoding="utf-8"?>
<TemplafySlideFormConfiguration><![CDATA[{"formFields":[],"formDataEntries":[]}]]></TemplafySlideFormConfiguration>
</file>

<file path=customXml/item27.xml><?xml version="1.0" encoding="utf-8"?>
<TemplafySlideFormConfiguration><![CDATA[{"formFields":[],"formDataEntries":[]}]]></TemplafySlideFormConfiguration>
</file>

<file path=customXml/item28.xml><?xml version="1.0" encoding="utf-8"?>
<TemplafySlideFormConfiguration><![CDATA[{"formFields":[],"formDataEntries":[]}]]></TemplafySlideFormConfiguration>
</file>

<file path=customXml/item29.xml><?xml version="1.0" encoding="utf-8"?>
<TemplafySlideFormConfiguration><![CDATA[{"formFields":[],"formDataEntries":[]}]]></TemplafySlideFormConfiguration>
</file>

<file path=customXml/item30.xml><?xml version="1.0" encoding="utf-8"?>
<TemplafySlideTemplateConfiguration><![CDATA[{"documentContentValidatorConfiguration":{"enableDocumentContentValidator":false,"documentContentValidatorVersion":0},"elementsMetadata":[],"slideId":"637564041081633910","enableDocumentContentUpdater":false,"version":"1.0"}]]></TemplafySlideTemplateConfiguration>
</file>

<file path=customXml/item31.xml><?xml version="1.0" encoding="utf-8"?>
<TemplafySlideTemplateConfiguration><![CDATA[{"documentContentValidatorConfiguration":{"enableDocumentContentValidator":false,"documentContentValidatorVersion":0},"elementsMetadata":[],"slideId":"637564041077571409","enableDocumentContentUpdater":false,"version":"1.0"}]]></TemplafySlideTemplateConfiguration>
</file>

<file path=customXml/item32.xml><?xml version="1.0" encoding="utf-8"?>
<TemplafySlideFormConfiguration><![CDATA[{"formFields":[],"formDataEntries":[]}]]></TemplafySlideFormConfiguration>
</file>

<file path=customXml/item33.xml><?xml version="1.0" encoding="utf-8"?>
<TemplafySlideTemplateConfiguration><![CDATA[{"documentContentValidatorConfiguration":{"enableDocumentContentValidator":false,"documentContentValidatorVersion":0},"elementsMetadata":[],"slideId":"637564041073821413","enableDocumentContentUpdater":false,"version":"1.0"}]]></TemplafySlideTemplateConfiguration>
</file>

<file path=customXml/item34.xml><?xml version="1.0" encoding="utf-8"?>
<TemplafySlideTemplateConfiguration><![CDATA[{"documentContentValidatorConfiguration":{"enableDocumentContentValidator":false,"documentContentValidatorVersion":0},"elementsMetadata":[],"slideId":"637564041081321478","enableDocumentContentUpdater":false,"version":"1.0"}]]></TemplafySlideTemplateConfiguration>
</file>

<file path=customXml/item35.xml><?xml version="1.0" encoding="utf-8"?>
<TemplafySlideTemplateConfiguration><![CDATA[{"documentContentValidatorConfiguration":{"enableDocumentContentValidator":false,"documentContentValidatorVersion":0},"elementsMetadata":[],"slideId":"637564041075540157","enableDocumentContentUpdater":false,"version":"1.0"}]]></TemplafySlideTemplateConfiguration>
</file>

<file path=customXml/item36.xml><?xml version="1.0" encoding="utf-8"?>
<TemplafySlideTemplateConfiguration><![CDATA[{"documentContentValidatorConfiguration":{"enableDocumentContentValidator":false,"documentContentValidatorVersion":0},"elementsMetadata":[],"slideId":"637564041078821434","enableDocumentContentUpdater":false,"version":"1.0"}]]></TemplafySlideTemplateConfiguration>
</file>

<file path=customXml/item37.xml><?xml version="1.0" encoding="utf-8"?>
<TemplafySlideTemplateConfiguration><![CDATA[{"documentContentValidatorConfiguration":{"enableDocumentContentValidator":false,"documentContentValidatorVersion":0},"elementsMetadata":[],"slideId":"637564041078040163","enableDocumentContentUpdater":false,"version":"1.0"}]]></TemplafySlideTemplateConfiguration>
</file>

<file path=customXml/item38.xml><?xml version="1.0" encoding="utf-8"?>
<TemplafySlideTemplateConfiguration><![CDATA[{"documentContentValidatorConfiguration":{"enableDocumentContentValidator":false,"documentContentValidatorVersion":0},"elementsMetadata":[],"slideId":"637564041080852799","enableDocumentContentUpdater":false,"version":"1.0"}]]></TemplafySlideTemplateConfiguration>
</file>

<file path=customXml/item39.xml><?xml version="1.0" encoding="utf-8"?>
<TemplafySlideFormConfiguration><![CDATA[{"formFields":[],"formDataEntries":[]}]]></TemplafySlideFormConfiguration>
</file>

<file path=customXml/item40.xml><?xml version="1.0" encoding="utf-8"?>
<TemplafySlideTemplateConfiguration><![CDATA[{"documentContentValidatorConfiguration":{"enableDocumentContentValidator":false,"documentContentValidatorVersion":0},"elementsMetadata":[],"slideId":"637564041075383928","enableDocumentContentUpdater":false,"version":"1.0"}]]></TemplafySlideTemplateConfiguration>
</file>

<file path=customXml/item41.xml><?xml version="1.0" encoding="utf-8"?>
<TemplafySlideFormConfiguration><![CDATA[{"formFields":[],"formDataEntries":[]}]]></TemplafySlideFormConfiguration>
</file>

<file path=customXml/item42.xml><?xml version="1.0" encoding="utf-8"?>
<TemplafySlideTemplateConfiguration><![CDATA[{"documentContentValidatorConfiguration":{"enableDocumentContentValidator":false,"documentContentValidatorVersion":0},"elementsMetadata":[],"slideId":"637564041081946432","enableDocumentContentUpdater":false,"version":"1.0"}]]></TemplafySlideTemplateConfiguration>
</file>

<file path=customXml/item43.xml><?xml version="1.0" encoding="utf-8"?>
<TemplafySlideTemplateConfiguration><![CDATA[{"documentContentValidatorConfiguration":{"enableDocumentContentValidator":false,"documentContentValidatorVersion":0},"elementsMetadata":[],"slideId":"637564041075227665","enableDocumentContentUpdater":false,"version":"1.0"}]]></TemplafySlideTemplateConfiguration>
</file>

<file path=customXml/item44.xml><?xml version="1.0" encoding="utf-8"?>
<TemplafySlideFormConfiguration><![CDATA[{"formFields":[],"formDataEntries":[]}]]></TemplafySlideFormConfiguration>
</file>

<file path=customXml/item45.xml><?xml version="1.0" encoding="utf-8"?>
<TemplafySlideFormConfiguration><![CDATA[{"formFields":[],"formDataEntries":[]}]]></TemplafySlideFormConfiguration>
</file>

<file path=customXml/item46.xml><?xml version="1.0" encoding="utf-8"?>
<TemplafySlideFormConfiguration><![CDATA[{"formFields":[],"formDataEntries":[]}]]></TemplafySlideFormConfiguration>
</file>

<file path=customXml/item47.xml><?xml version="1.0" encoding="utf-8"?>
<TemplafySlideFormConfiguration><![CDATA[{"formFields":[],"formDataEntries":[]}]]></TemplafySlideFormConfiguration>
</file>

<file path=customXml/item48.xml><?xml version="1.0" encoding="utf-8"?>
<TemplafySlideFormConfiguration><![CDATA[{"formFields":[],"formDataEntries":[]}]]></TemplafySlideFormConfiguration>
</file>

<file path=customXml/item49.xml><?xml version="1.0" encoding="utf-8"?>
<TemplafySlideFormConfiguration><![CDATA[{"formFields":[],"formDataEntries":[]}]]></TemplafySlideFormConfiguration>
</file>

<file path=customXml/item50.xml><?xml version="1.0" encoding="utf-8"?>
<TemplafySlideTemplateConfiguration><![CDATA[{"documentContentValidatorConfiguration":{"enableDocumentContentValidator":false,"documentContentValidatorVersion":0},"elementsMetadata":[],"slideId":"637564041081633910","enableDocumentContentUpdater":false,"version":"1.0"}]]></TemplafySlideTemplateConfiguration>
</file>

<file path=customXml/item51.xml><?xml version="1.0" encoding="utf-8"?>
<TemplafySlideFormConfiguration><![CDATA[{"formFields":[],"formDataEntries":[]}]]></TemplafySlideFormConfiguration>
</file>

<file path=customXml/item52.xml><?xml version="1.0" encoding="utf-8"?>
<TemplafySlideFormConfiguration><![CDATA[{"formFields":[],"formDataEntries":[]}]]></TemplafySlideFormConfiguration>
</file>

<file path=customXml/item53.xml><?xml version="1.0" encoding="utf-8"?>
<TemplafySlideFormConfiguration><![CDATA[{"formFields":[],"formDataEntries":[]}]]></TemplafySlideFormConfiguration>
</file>

<file path=customXml/item54.xml><?xml version="1.0" encoding="utf-8"?>
<TemplafySlideFormConfiguration><![CDATA[{"formFields":[],"formDataEntries":[]}]]></TemplafySlideFormConfiguration>
</file>

<file path=customXml/item55.xml><?xml version="1.0" encoding="utf-8"?>
<TemplafySlideTemplateConfiguration><![CDATA[{"documentContentValidatorConfiguration":{"enableDocumentContentValidator":false,"documentContentValidatorVersion":0},"elementsMetadata":[],"slideId":"637564041080852799","enableDocumentContentUpdater":false,"version":"1.0"}]]></TemplafySlideTemplateConfiguration>
</file>

<file path=customXml/item56.xml><?xml version="1.0" encoding="utf-8"?>
<TemplafySlideFormConfiguration><![CDATA[{"formFields":[],"formDataEntries":[]}]]></TemplafySlideFormConfiguration>
</file>

<file path=customXml/item57.xml><?xml version="1.0" encoding="utf-8"?>
<TemplafySlideTemplateConfiguration><![CDATA[{"documentContentValidatorConfiguration":{"enableDocumentContentValidator":false,"documentContentValidatorVersion":0},"elementsMetadata":[],"slideId":"637564041078508921","enableDocumentContentUpdater":false,"version":"1.0"}]]></TemplafySlideTemplateConfiguration>
</file>

<file path=customXml/item58.xml><?xml version="1.0" encoding="utf-8"?>
<TemplafySlideFormConfiguration><![CDATA[{"formFields":[],"formDataEntries":[]}]]></TemplafySlideFormConfiguration>
</file>

<file path=customXml/item59.xml><?xml version="1.0" encoding="utf-8"?>
<TemplafySlideFormConfiguration><![CDATA[{"formFields":[],"formDataEntries":[]}]]></TemplafySlideFormConfiguration>
</file>

<file path=customXml/item60.xml><?xml version="1.0" encoding="utf-8"?>
<TemplafySlideFormConfiguration><![CDATA[{"formFields":[],"formDataEntries":[]}]]></TemplafySlideFormConfiguration>
</file>

<file path=customXml/item61.xml><?xml version="1.0" encoding="utf-8"?>
<TemplafySlideTemplateConfiguration><![CDATA[{"documentContentValidatorConfiguration":{"enableDocumentContentValidator":false,"documentContentValidatorVersion":0},"elementsMetadata":[],"slideId":"637564041078508921","enableDocumentContentUpdater":false,"version":"1.0"}]]></TemplafySlideTemplateConfiguration>
</file>

<file path=customXml/item62.xml><?xml version="1.0" encoding="utf-8"?>
<TemplafySlideFormConfiguration><![CDATA[{"formFields":[],"formDataEntries":[]}]]></TemplafySlideFormConfiguration>
</file>

<file path=customXml/item63.xml><?xml version="1.0" encoding="utf-8"?>
<TemplafySlideTemplateConfiguration><![CDATA[{"documentContentValidatorConfiguration":{"enableDocumentContentValidator":false,"documentContentValidatorVersion":0},"elementsMetadata":[],"slideId":"637564041073196406","enableDocumentContentUpdater":false,"version":"1.0"}]]></TemplafySlideTemplateConfiguration>
</file>

<file path=customXml/item64.xml><?xml version="1.0" encoding="utf-8"?>
<TemplafySlideFormConfiguration><![CDATA[{"formFields":[],"formDataEntries":[]}]]></TemplafySlideFormConfiguration>
</file>

<file path=customXml/item65.xml><?xml version="1.0" encoding="utf-8"?>
<TemplafySlideFormConfiguration><![CDATA[{"formFields":[],"formDataEntries":[]}]]></TemplafySlideFormConfiguration>
</file>

<file path=customXml/item66.xml><?xml version="1.0" encoding="utf-8"?>
<TemplafySlideTemplateConfiguration><![CDATA[{"documentContentValidatorConfiguration":{"enableDocumentContentValidator":false,"documentContentValidatorVersion":0},"elementsMetadata":[],"slideId":"637564041078040163","enableDocumentContentUpdater":false,"version":"1.0"}]]></TemplafySlideTemplateConfiguration>
</file>

<file path=customXml/item67.xml><?xml version="1.0" encoding="utf-8"?>
<TemplafySlideTemplateConfiguration><![CDATA[{"documentContentValidatorConfiguration":{"enableDocumentContentValidator":false,"documentContentValidatorVersion":0},"elementsMetadata":[],"slideId":"637564041079446588","enableDocumentContentUpdater":false,"version":"1.0"}]]></TemplafySlideTemplateConfiguration>
</file>

<file path=customXml/item68.xml><?xml version="1.0" encoding="utf-8"?>
<TemplafySlideTemplateConfiguration><![CDATA[{"documentContentValidatorConfiguration":{"enableDocumentContentValidator":false,"documentContentValidatorVersion":0},"elementsMetadata":[],"slideId":"637564041075227665","enableDocumentContentUpdater":false,"version":"1.0"}]]></TemplafySlideTemplateConfiguration>
</file>

<file path=customXml/item69.xml><?xml version="1.0" encoding="utf-8"?>
<TemplafySlideFormConfiguration><![CDATA[{"formFields":[],"formDataEntries":[]}]]></TemplafySlideFormConfiguration>
</file>

<file path=customXml/item70.xml><?xml version="1.0" encoding="utf-8"?>
<TemplafySlideTemplateConfiguration><![CDATA[{"documentContentValidatorConfiguration":{"enableDocumentContentValidator":false,"documentContentValidatorVersion":0},"elementsMetadata":[],"slideId":"637564041073821413","enableDocumentContentUpdater":false,"version":"1.0"}]]></TemplafySlideTemplateConfiguration>
</file>

<file path=customXml/item71.xml><?xml version="1.0" encoding="utf-8"?>
<TemplafySlideTemplateConfiguration><![CDATA[{"documentContentValidatorConfiguration":{"enableDocumentContentValidator":false,"documentContentValidatorVersion":0},"elementsMetadata":[],"slideId":"637564041080227662","enableDocumentContentUpdater":false,"version":"1.0"}]]></TemplafySlideTemplateConfiguration>
</file>

<file path=customXml/item72.xml><?xml version="1.0" encoding="utf-8"?>
<TemplafySlideTemplateConfiguration><![CDATA[{"documentContentValidatorConfiguration":{"enableDocumentContentValidator":false,"documentContentValidatorVersion":0},"elementsMetadata":[],"slideId":"637564041075852656","enableDocumentContentUpdater":false,"version":"1.0"}]]></TemplafySlideTemplateConfiguration>
</file>

<file path=customXml/item73.xml><?xml version="1.0" encoding="utf-8"?>
<TemplafySlideFormConfiguration><![CDATA[{"formFields":[],"formDataEntries":[]}]]></TemplafySlideFormConfiguration>
</file>

<file path=customXml/item74.xml><?xml version="1.0" encoding="utf-8"?>
<TemplafySlideFormConfiguration><![CDATA[{"formFields":[],"formDataEntries":[]}]]></TemplafySlideFormConfiguration>
</file>

<file path=customXml/item75.xml><?xml version="1.0" encoding="utf-8"?>
<TemplafySlideTemplateConfiguration><![CDATA[{"documentContentValidatorConfiguration":{"enableDocumentContentValidator":false,"documentContentValidatorVersion":0},"elementsMetadata":[],"slideId":"637564041078196419","enableDocumentContentUpdater":false,"version":"1.0"}]]></TemplafySlideTemplateConfiguration>
</file>

<file path=customXml/item76.xml><?xml version="1.0" encoding="utf-8"?>
<TemplafySlideFormConfiguration><![CDATA[{"formFields":[],"formDataEntries":[]}]]></TemplafySlideFormConfiguration>
</file>

<file path=customXml/item77.xml><?xml version="1.0" encoding="utf-8"?>
<TemplafySlideTemplateConfiguration><![CDATA[{"documentContentValidatorConfiguration":{"enableDocumentContentValidator":false,"documentContentValidatorVersion":0},"elementsMetadata":[],"slideId":"637564041073040200","enableDocumentContentUpdater":false,"version":"1.0"}]]></TemplafySlideTemplateConfiguration>
</file>

<file path=customXml/item78.xml><?xml version="1.0" encoding="utf-8"?>
<TemplafySlideTemplateConfiguration><![CDATA[{"documentContentValidatorConfiguration":{"enableDocumentContentValidator":false,"documentContentValidatorVersion":0},"elementsMetadata":[],"slideId":"637564041075696411","enableDocumentContentUpdater":false,"version":"1.0"}]]></TemplafySlideTemplateConfiguration>
</file>

<file path=customXml/item79.xml><?xml version="1.0" encoding="utf-8"?>
<TemplafySlideTemplateConfiguration><![CDATA[{"documentContentValidatorConfiguration":{"enableDocumentContentValidator":false,"documentContentValidatorVersion":0},"elementsMetadata":[],"slideId":"637564041071321429","enableDocumentContentUpdater":false,"version":"1.0"}]]></TemplafySlideTemplateConfiguration>
</file>

<file path=customXml/item80.xml><?xml version="1.0" encoding="utf-8"?>
<TemplafySlideTemplateConfiguration><![CDATA[{"documentContentValidatorConfiguration":{"enableDocumentContentValidator":false,"documentContentValidatorVersion":0},"elementsMetadata":[],"slideId":"637564041080383914","enableDocumentContentUpdater":false,"version":"1.0"}]]></TemplafySlideTemplateConfiguration>
</file>

<file path=customXml/item81.xml><?xml version="1.0" encoding="utf-8"?>
<TemplafySlideTemplateConfiguration><![CDATA[{"documentContentValidatorConfiguration":{"enableDocumentContentValidator":false,"documentContentValidatorVersion":0},"elementsMetadata":[],"slideId":"637564041075852656","enableDocumentContentUpdater":false,"version":"1.0"}]]></TemplafySlideTemplateConfiguration>
</file>

<file path=customXml/item82.xml><?xml version="1.0" encoding="utf-8"?>
<TemplafySlideFormConfiguration><![CDATA[{"formFields":[],"formDataEntries":[]}]]></TemplafySlideFormConfiguration>
</file>

<file path=customXml/item83.xml><?xml version="1.0" encoding="utf-8"?>
<TemplafySlideFormConfiguration><![CDATA[{"formFields":[],"formDataEntries":[]}]]></TemplafySlideFormConfiguration>
</file>

<file path=customXml/item84.xml><?xml version="1.0" encoding="utf-8"?>
<TemplafySlideFormConfiguration><![CDATA[{"formFields":[],"formDataEntries":[]}]]></TemplafySlideFormConfiguration>
</file>

<file path=customXml/item85.xml><?xml version="1.0" encoding="utf-8"?>
<TemplafySlideTemplateConfiguration><![CDATA[{"documentContentValidatorConfiguration":{"enableDocumentContentValidator":false,"documentContentValidatorVersion":0},"elementsMetadata":[],"slideId":"637564041076321501","enableDocumentContentUpdater":false,"version":"1.0"}]]></TemplafySlideTemplateConfiguration>
</file>

<file path=customXml/item86.xml><?xml version="1.0" encoding="utf-8"?>
<TemplafySlideFormConfiguration><![CDATA[{"formFields":[],"formDataEntries":[]}]]></TemplafySlideFormConfiguration>
</file>

<file path=customXml/item87.xml><?xml version="1.0" encoding="utf-8"?>
<TemplafySlideTemplateConfiguration><![CDATA[{"documentContentValidatorConfiguration":{"enableDocumentContentValidator":false,"documentContentValidatorVersion":0},"elementsMetadata":[],"slideId":"637564041081321478","enableDocumentContentUpdater":false,"version":"1.0"}]]></TemplafySlideTemplateConfiguration>
</file>

<file path=customXml/item88.xml><?xml version="1.0" encoding="utf-8"?>
<TemplafyTemplateConfiguration><![CDATA[{"elementsMetadata":[],"transformationConfigurations":[{"colorTheme":"{{Form.PP_ThemeColor.ThemeColor}}","disableUpdates":false,"type":"colorTheme"},{"language":"{{DocumentLanguage}}","disableUpdates":false,"type":"proofingLanguage"}],"templateName":"Dentons Template 16:9","templateDescription":"","enableDocumentContentUpdater":true,"version":"1.11"}]]></TemplafyTemplateConfiguration>
</file>

<file path=customXml/item89.xml><?xml version="1.0" encoding="utf-8"?>
<TemplafyFormConfiguration><![CDATA[{"formFields":[{"dataSource":"PP_ThemeColor","displayColumn":"color","hideIfNoUserInteractionRequired":false,"distinct":true,"required":false,"autoSelectFirstOption":false,"helpTexts":{"prefix":"","postfix":""},"spacing":{},"type":"dropDown","name":"PP_ThemeColor","label":"Choose Theme Color","fullyQualifiedName":"PP_ThemeColor"}],"formDataEntries":[]}]]></TemplafyFormConfiguration>
</file>

<file path=customXml/item90.xml><?xml version="1.0" encoding="utf-8"?>
<TemplafySlideFormConfiguration><![CDATA[{"formFields":[],"formDataEntries":[]}]]></TemplafySlideFormConfiguration>
</file>

<file path=customXml/item91.xml><?xml version="1.0" encoding="utf-8"?>
<TemplafySlideFormConfiguration><![CDATA[{"formFields":[],"formDataEntries":[]}]]></TemplafySlideFormConfiguration>
</file>

<file path=customXml/item92.xml><?xml version="1.0" encoding="utf-8"?>
<TemplafySlideFormConfiguration><![CDATA[{"formFields":[],"formDataEntries":[]}]]></TemplafySlideFormConfiguration>
</file>

<file path=customXml/item93.xml><?xml version="1.0" encoding="utf-8"?>
<TemplafySlideTemplateConfiguration><![CDATA[{"documentContentValidatorConfiguration":{"enableDocumentContentValidator":false,"documentContentValidatorVersion":0},"elementsMetadata":[],"slideId":"637564041075071421","enableDocumentContentUpdater":false,"version":"1.0"}]]></TemplafySlideTemplateConfiguration>
</file>

<file path=customXml/item94.xml><?xml version="1.0" encoding="utf-8"?>
<TemplafySlideTemplateConfiguration><![CDATA[{"documentContentValidatorConfiguration":{"enableDocumentContentValidator":false,"documentContentValidatorVersion":0},"elementsMetadata":[],"slideId":"637564041076321501","enableDocumentContentUpdater":false,"version":"1.0"}]]></TemplafySlideTemplateConfiguration>
</file>

<file path=customXml/item95.xml><?xml version="1.0" encoding="utf-8"?>
<TemplafySlideTemplateConfiguration><![CDATA[{"documentContentValidatorConfiguration":{"enableDocumentContentValidator":false,"documentContentValidatorVersion":0},"elementsMetadata":[],"slideId":"637564041075696411","enableDocumentContentUpdater":false,"version":"1.0"}]]></TemplafySlideTemplateConfiguration>
</file>

<file path=customXml/item96.xml><?xml version="1.0" encoding="utf-8"?>
<BringToFront>
  <Cmd case="BaseExtensions:find-shape-bring-to-front" layout-1-name="Image Title Slide" shape-1-name-1="image" copyDelete="true"/>
</BringToFront>
</file>

<file path=customXml/item97.xml><?xml version="1.0" encoding="utf-8"?>
<TemplafySlideTemplateConfiguration><![CDATA[{"documentContentValidatorConfiguration":{"enableDocumentContentValidator":false,"documentContentValidatorVersion":0},"elementsMetadata":[],"slideId":"637564041078821434","enableDocumentContentUpdater":false,"version":"1.0"}]]></TemplafySlideTemplateConfiguration>
</file>

<file path=customXml/item98.xml><?xml version="1.0" encoding="utf-8"?>
<TemplafySlideTemplateConfiguration><![CDATA[{"documentContentValidatorConfiguration":{"enableDocumentContentValidator":false,"documentContentValidatorVersion":0},"elementsMetadata":[],"slideId":"637564041080383914","enableDocumentContentUpdater":false,"version":"1.0"}]]></TemplafySlideTemplateConfiguration>
</file>

<file path=customXml/item99.xml><?xml version="1.0" encoding="utf-8"?>
<TemplafySlideTemplateConfiguration><![CDATA[{"documentContentValidatorConfiguration":{"enableDocumentContentValidator":false,"documentContentValidatorVersion":0},"elementsMetadata":[],"slideId":"637564041080227662","enableDocumentContentUpdater":false,"version":"1.0"}]]></TemplafySlideTemplateConfiguration>
</file>

<file path=customXml/item100.xml><?xml version="1.0" encoding="utf-8"?>
<TemplafySlideTemplateConfiguration><![CDATA[{"documentContentValidatorConfiguration":{"enableDocumentContentValidator":false,"documentContentValidatorVersion":0},"elementsMetadata":[],"slideId":"637564041075540157","enableDocumentContentUpdater":false,"version":"1.0"}]]></TemplafySlideTemplateConfiguration>
</file>

<file path=customXml/item101.xml><?xml version="1.0" encoding="utf-8"?>
<TemplafySlideFormConfiguration><![CDATA[{"formFields":[],"formDataEntries":[]}]]></TemplafySlideFormConfiguration>
</file>

<file path=customXml/item102.xml><?xml version="1.0" encoding="utf-8"?>
<TemplafySlideTemplateConfiguration><![CDATA[{"documentContentValidatorConfiguration":{"enableDocumentContentValidator":false,"documentContentValidatorVersion":0},"elementsMetadata":[],"slideId":"637564041075383928","enableDocumentContentUpdater":false,"version":"1.0"}]]></TemplafySlideTemplateConfiguration>
</file>

<file path=customXml/item103.xml><?xml version="1.0" encoding="utf-8"?>
<TemplafySlideFormConfiguration><![CDATA[{"formFields":[],"formDataEntries":[]}]]></TemplafySlideFormConfiguration>
</file>

<file path=customXml/item104.xml><?xml version="1.0" encoding="utf-8"?>
<TemplafySlideTemplateConfiguration><![CDATA[{"documentContentValidatorConfiguration":{"enableDocumentContentValidator":false,"documentContentValidatorVersion":0},"elementsMetadata":[],"slideId":"637564041083040154","enableDocumentContentUpdater":false,"version":"1.0"}]]></TemplafySlideTemplateConfiguration>
</file>

<file path=customXml/item105.xml><?xml version="1.0" encoding="utf-8"?>
<TemplafySlideTemplateConfiguration><![CDATA[{"documentContentValidatorConfiguration":{"enableDocumentContentValidator":false,"documentContentValidatorVersion":0},"elementsMetadata":[],"slideId":"637564041073196406","enableDocumentContentUpdater":false,"version":"1.0"}]]></TemplafySlideTemplateConfiguration>
</file>

<file path=customXml/item106.xml><?xml version="1.0" encoding="utf-8"?>
<TemplafySlideFormConfiguration><![CDATA[{"formFields":[],"formDataEntries":[]}]]></TemplafySlideFormConfiguration>
</file>

<file path=customXml/item107.xml><?xml version="1.0" encoding="utf-8"?>
<TemplafySlideFormConfiguration><![CDATA[{"formFields":[],"formDataEntries":[]}]]></TemplafySlideFormConfiguration>
</file>

<file path=customXml/item108.xml><?xml version="1.0" encoding="utf-8"?>
<TemplafySlideTemplateConfiguration><![CDATA[{"documentContentValidatorConfiguration":{"enableDocumentContentValidator":false,"documentContentValidatorVersion":0},"elementsMetadata":[],"slideId":"637564041079758913","enableDocumentContentUpdater":false,"version":"1.0"}]]></TemplafySlideTemplateConfiguration>
</file>

<file path=customXml/item109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B1DC3451-C2F3-4A98-BC6E-30B8ADFB18B0}">
  <ds:schemaRefs/>
</ds:datastoreItem>
</file>

<file path=customXml/itemProps2.xml><?xml version="1.0" encoding="utf-8"?>
<ds:datastoreItem xmlns:ds="http://schemas.openxmlformats.org/officeDocument/2006/customXml" ds:itemID="{1DC1C6D8-EC43-49F1-89E0-259DCC6C1B7E}">
  <ds:schemaRefs/>
</ds:datastoreItem>
</file>

<file path=customXml/itemProps3.xml><?xml version="1.0" encoding="utf-8"?>
<ds:datastoreItem xmlns:ds="http://schemas.openxmlformats.org/officeDocument/2006/customXml" ds:itemID="{E0788207-4541-4D55-91F4-0CE9E65F73CF}">
  <ds:schemaRefs/>
</ds:datastoreItem>
</file>

<file path=customXml/itemProps4.xml><?xml version="1.0" encoding="utf-8"?>
<ds:datastoreItem xmlns:ds="http://schemas.openxmlformats.org/officeDocument/2006/customXml" ds:itemID="{182B061D-7240-4701-B44C-643C6C75C843}">
  <ds:schemaRefs/>
</ds:datastoreItem>
</file>

<file path=customXml/itemProps5.xml><?xml version="1.0" encoding="utf-8"?>
<ds:datastoreItem xmlns:ds="http://schemas.openxmlformats.org/officeDocument/2006/customXml" ds:itemID="{EDBD18E2-7E3E-4901-BA93-80931628C185}">
  <ds:schemaRefs/>
</ds:datastoreItem>
</file>

<file path=customXml/itemProps6.xml><?xml version="1.0" encoding="utf-8"?>
<ds:datastoreItem xmlns:ds="http://schemas.openxmlformats.org/officeDocument/2006/customXml" ds:itemID="{C4AC3BD4-6E31-48C8-969C-5DD9FCF9FECC}">
  <ds:schemaRefs/>
</ds:datastoreItem>
</file>

<file path=customXml/itemProps7.xml><?xml version="1.0" encoding="utf-8"?>
<ds:datastoreItem xmlns:ds="http://schemas.openxmlformats.org/officeDocument/2006/customXml" ds:itemID="{4298E592-E2A5-41FC-B44F-D05DCE58E4E0}">
  <ds:schemaRefs/>
</ds:datastoreItem>
</file>

<file path=customXml/itemProps8.xml><?xml version="1.0" encoding="utf-8"?>
<ds:datastoreItem xmlns:ds="http://schemas.openxmlformats.org/officeDocument/2006/customXml" ds:itemID="{DCE7CE06-105C-4E82-AFF0-6AE1BC11B8B9}">
  <ds:schemaRefs/>
</ds:datastoreItem>
</file>

<file path=customXml/itemProps9.xml><?xml version="1.0" encoding="utf-8"?>
<ds:datastoreItem xmlns:ds="http://schemas.openxmlformats.org/officeDocument/2006/customXml" ds:itemID="{87C0BDEC-8483-4585-B2DF-E0C4772D5721}">
  <ds:schemaRefs/>
</ds:datastoreItem>
</file>

<file path=customXml/itemProps10.xml><?xml version="1.0" encoding="utf-8"?>
<ds:datastoreItem xmlns:ds="http://schemas.openxmlformats.org/officeDocument/2006/customXml" ds:itemID="{69FEF400-8318-40A1-8A0A-959CD99E9750}">
  <ds:schemaRefs/>
</ds:datastoreItem>
</file>

<file path=customXml/itemProps11.xml><?xml version="1.0" encoding="utf-8"?>
<ds:datastoreItem xmlns:ds="http://schemas.openxmlformats.org/officeDocument/2006/customXml" ds:itemID="{5A836F8C-7803-484A-97EA-3931A63ECF56}">
  <ds:schemaRefs/>
</ds:datastoreItem>
</file>

<file path=customXml/itemProps12.xml><?xml version="1.0" encoding="utf-8"?>
<ds:datastoreItem xmlns:ds="http://schemas.openxmlformats.org/officeDocument/2006/customXml" ds:itemID="{218EA02A-F174-4D03-ADD4-6A2887E8AFB8}">
  <ds:schemaRefs/>
</ds:datastoreItem>
</file>

<file path=customXml/itemProps13.xml><?xml version="1.0" encoding="utf-8"?>
<ds:datastoreItem xmlns:ds="http://schemas.openxmlformats.org/officeDocument/2006/customXml" ds:itemID="{1FE9236D-3406-4A33-8A91-C39782CF1A23}">
  <ds:schemaRefs/>
</ds:datastoreItem>
</file>

<file path=customXml/itemProps14.xml><?xml version="1.0" encoding="utf-8"?>
<ds:datastoreItem xmlns:ds="http://schemas.openxmlformats.org/officeDocument/2006/customXml" ds:itemID="{FCE2FC98-BFA6-4E60-A8FF-D6E7CC775BCF}">
  <ds:schemaRefs/>
</ds:datastoreItem>
</file>

<file path=customXml/itemProps15.xml><?xml version="1.0" encoding="utf-8"?>
<ds:datastoreItem xmlns:ds="http://schemas.openxmlformats.org/officeDocument/2006/customXml" ds:itemID="{48C008EE-602E-42C2-AE4B-8ACB56961410}">
  <ds:schemaRefs/>
</ds:datastoreItem>
</file>

<file path=customXml/itemProps16.xml><?xml version="1.0" encoding="utf-8"?>
<ds:datastoreItem xmlns:ds="http://schemas.openxmlformats.org/officeDocument/2006/customXml" ds:itemID="{F3AF1CFE-A9FD-4AAC-B184-AAFBE325EEAF}">
  <ds:schemaRefs/>
</ds:datastoreItem>
</file>

<file path=customXml/itemProps17.xml><?xml version="1.0" encoding="utf-8"?>
<ds:datastoreItem xmlns:ds="http://schemas.openxmlformats.org/officeDocument/2006/customXml" ds:itemID="{D00E27EB-F291-4201-9EE9-4BEB4D6FDE1D}">
  <ds:schemaRefs/>
</ds:datastoreItem>
</file>

<file path=customXml/itemProps18.xml><?xml version="1.0" encoding="utf-8"?>
<ds:datastoreItem xmlns:ds="http://schemas.openxmlformats.org/officeDocument/2006/customXml" ds:itemID="{801BA973-E77F-4C1F-AC75-3E554B563438}">
  <ds:schemaRefs/>
</ds:datastoreItem>
</file>

<file path=customXml/itemProps19.xml><?xml version="1.0" encoding="utf-8"?>
<ds:datastoreItem xmlns:ds="http://schemas.openxmlformats.org/officeDocument/2006/customXml" ds:itemID="{6EE4CF41-F272-4934-B102-240D5B190231}">
  <ds:schemaRefs/>
</ds:datastoreItem>
</file>

<file path=customXml/itemProps20.xml><?xml version="1.0" encoding="utf-8"?>
<ds:datastoreItem xmlns:ds="http://schemas.openxmlformats.org/officeDocument/2006/customXml" ds:itemID="{FADF2C91-D6E0-43E5-B598-DE4578D87091}">
  <ds:schemaRefs/>
</ds:datastoreItem>
</file>

<file path=customXml/itemProps21.xml><?xml version="1.0" encoding="utf-8"?>
<ds:datastoreItem xmlns:ds="http://schemas.openxmlformats.org/officeDocument/2006/customXml" ds:itemID="{34351E88-ED7B-45FC-9A24-16123F22592E}">
  <ds:schemaRefs/>
</ds:datastoreItem>
</file>

<file path=customXml/itemProps22.xml><?xml version="1.0" encoding="utf-8"?>
<ds:datastoreItem xmlns:ds="http://schemas.openxmlformats.org/officeDocument/2006/customXml" ds:itemID="{EC14765D-60DC-47A2-8FD2-E2F9FECD48B3}">
  <ds:schemaRefs/>
</ds:datastoreItem>
</file>

<file path=customXml/itemProps23.xml><?xml version="1.0" encoding="utf-8"?>
<ds:datastoreItem xmlns:ds="http://schemas.openxmlformats.org/officeDocument/2006/customXml" ds:itemID="{ACFD5ABA-EB6B-4ECB-BC20-6626C4C09958}">
  <ds:schemaRefs/>
</ds:datastoreItem>
</file>

<file path=customXml/itemProps24.xml><?xml version="1.0" encoding="utf-8"?>
<ds:datastoreItem xmlns:ds="http://schemas.openxmlformats.org/officeDocument/2006/customXml" ds:itemID="{D4E202C1-96CF-4644-AE32-0F85AE0EA5FD}">
  <ds:schemaRefs/>
</ds:datastoreItem>
</file>

<file path=customXml/itemProps25.xml><?xml version="1.0" encoding="utf-8"?>
<ds:datastoreItem xmlns:ds="http://schemas.openxmlformats.org/officeDocument/2006/customXml" ds:itemID="{620F0372-AEA7-417A-B3BD-3F08833A007B}">
  <ds:schemaRefs/>
</ds:datastoreItem>
</file>

<file path=customXml/itemProps26.xml><?xml version="1.0" encoding="utf-8"?>
<ds:datastoreItem xmlns:ds="http://schemas.openxmlformats.org/officeDocument/2006/customXml" ds:itemID="{A7050F0D-D2B2-4BE6-8231-ECCBE6533284}">
  <ds:schemaRefs/>
</ds:datastoreItem>
</file>

<file path=customXml/itemProps27.xml><?xml version="1.0" encoding="utf-8"?>
<ds:datastoreItem xmlns:ds="http://schemas.openxmlformats.org/officeDocument/2006/customXml" ds:itemID="{029A3F62-9244-424A-8481-582883131E3B}">
  <ds:schemaRefs/>
</ds:datastoreItem>
</file>

<file path=customXml/itemProps28.xml><?xml version="1.0" encoding="utf-8"?>
<ds:datastoreItem xmlns:ds="http://schemas.openxmlformats.org/officeDocument/2006/customXml" ds:itemID="{F0C50C1D-6A3E-4DFA-A6D8-13B551FCEB1A}">
  <ds:schemaRefs/>
</ds:datastoreItem>
</file>

<file path=customXml/itemProps29.xml><?xml version="1.0" encoding="utf-8"?>
<ds:datastoreItem xmlns:ds="http://schemas.openxmlformats.org/officeDocument/2006/customXml" ds:itemID="{78B1A3BF-8201-4127-B84B-4FE85262BB13}">
  <ds:schemaRefs/>
</ds:datastoreItem>
</file>

<file path=customXml/itemProps30.xml><?xml version="1.0" encoding="utf-8"?>
<ds:datastoreItem xmlns:ds="http://schemas.openxmlformats.org/officeDocument/2006/customXml" ds:itemID="{5AA84866-924C-47EE-B3C2-5D07BEB9AC9F}">
  <ds:schemaRefs/>
</ds:datastoreItem>
</file>

<file path=customXml/itemProps31.xml><?xml version="1.0" encoding="utf-8"?>
<ds:datastoreItem xmlns:ds="http://schemas.openxmlformats.org/officeDocument/2006/customXml" ds:itemID="{DCFC02A8-DA32-4B3E-A49C-629BBA6B8BAE}">
  <ds:schemaRefs/>
</ds:datastoreItem>
</file>

<file path=customXml/itemProps32.xml><?xml version="1.0" encoding="utf-8"?>
<ds:datastoreItem xmlns:ds="http://schemas.openxmlformats.org/officeDocument/2006/customXml" ds:itemID="{AA302B1B-480E-472E-8915-7818A4773443}">
  <ds:schemaRefs/>
</ds:datastoreItem>
</file>

<file path=customXml/itemProps33.xml><?xml version="1.0" encoding="utf-8"?>
<ds:datastoreItem xmlns:ds="http://schemas.openxmlformats.org/officeDocument/2006/customXml" ds:itemID="{5327E324-FBDB-41D2-8A06-0B310791CBB4}">
  <ds:schemaRefs/>
</ds:datastoreItem>
</file>

<file path=customXml/itemProps34.xml><?xml version="1.0" encoding="utf-8"?>
<ds:datastoreItem xmlns:ds="http://schemas.openxmlformats.org/officeDocument/2006/customXml" ds:itemID="{DAAE41B5-7111-42E7-AC66-160CB6270323}">
  <ds:schemaRefs/>
</ds:datastoreItem>
</file>

<file path=customXml/itemProps35.xml><?xml version="1.0" encoding="utf-8"?>
<ds:datastoreItem xmlns:ds="http://schemas.openxmlformats.org/officeDocument/2006/customXml" ds:itemID="{788D45C9-6423-45AA-B05F-5BD08F0B7B53}">
  <ds:schemaRefs/>
</ds:datastoreItem>
</file>

<file path=customXml/itemProps36.xml><?xml version="1.0" encoding="utf-8"?>
<ds:datastoreItem xmlns:ds="http://schemas.openxmlformats.org/officeDocument/2006/customXml" ds:itemID="{786968FE-240F-4B9C-A626-3D73CF796DE9}">
  <ds:schemaRefs/>
</ds:datastoreItem>
</file>

<file path=customXml/itemProps37.xml><?xml version="1.0" encoding="utf-8"?>
<ds:datastoreItem xmlns:ds="http://schemas.openxmlformats.org/officeDocument/2006/customXml" ds:itemID="{A47149EF-ACF4-411C-9B9D-9046EFCE5383}">
  <ds:schemaRefs/>
</ds:datastoreItem>
</file>

<file path=customXml/itemProps38.xml><?xml version="1.0" encoding="utf-8"?>
<ds:datastoreItem xmlns:ds="http://schemas.openxmlformats.org/officeDocument/2006/customXml" ds:itemID="{E7201191-4937-4B3A-8AA7-3D8836323F86}">
  <ds:schemaRefs/>
</ds:datastoreItem>
</file>

<file path=customXml/itemProps39.xml><?xml version="1.0" encoding="utf-8"?>
<ds:datastoreItem xmlns:ds="http://schemas.openxmlformats.org/officeDocument/2006/customXml" ds:itemID="{D125AC3C-F032-4E02-9C9F-39AAED70E5BE}">
  <ds:schemaRefs/>
</ds:datastoreItem>
</file>

<file path=customXml/itemProps40.xml><?xml version="1.0" encoding="utf-8"?>
<ds:datastoreItem xmlns:ds="http://schemas.openxmlformats.org/officeDocument/2006/customXml" ds:itemID="{9C6FFC18-A956-41A6-B3BD-5F0EAD8ED52C}">
  <ds:schemaRefs/>
</ds:datastoreItem>
</file>

<file path=customXml/itemProps41.xml><?xml version="1.0" encoding="utf-8"?>
<ds:datastoreItem xmlns:ds="http://schemas.openxmlformats.org/officeDocument/2006/customXml" ds:itemID="{9CFD9E53-07CA-498B-B5B3-AE1C1C52F4D7}">
  <ds:schemaRefs/>
</ds:datastoreItem>
</file>

<file path=customXml/itemProps42.xml><?xml version="1.0" encoding="utf-8"?>
<ds:datastoreItem xmlns:ds="http://schemas.openxmlformats.org/officeDocument/2006/customXml" ds:itemID="{6AE7963D-C0FA-4CB5-9DB8-C508C3F27D8C}">
  <ds:schemaRefs/>
</ds:datastoreItem>
</file>

<file path=customXml/itemProps43.xml><?xml version="1.0" encoding="utf-8"?>
<ds:datastoreItem xmlns:ds="http://schemas.openxmlformats.org/officeDocument/2006/customXml" ds:itemID="{B345F12B-EF66-4B4A-AE66-777184F6E076}">
  <ds:schemaRefs/>
</ds:datastoreItem>
</file>

<file path=customXml/itemProps44.xml><?xml version="1.0" encoding="utf-8"?>
<ds:datastoreItem xmlns:ds="http://schemas.openxmlformats.org/officeDocument/2006/customXml" ds:itemID="{7D3305B1-C6FE-476C-B6DA-015B62A65535}">
  <ds:schemaRefs/>
</ds:datastoreItem>
</file>

<file path=customXml/itemProps45.xml><?xml version="1.0" encoding="utf-8"?>
<ds:datastoreItem xmlns:ds="http://schemas.openxmlformats.org/officeDocument/2006/customXml" ds:itemID="{03D33645-0CEB-4BF5-BC55-4F54010EB474}">
  <ds:schemaRefs/>
</ds:datastoreItem>
</file>

<file path=customXml/itemProps46.xml><?xml version="1.0" encoding="utf-8"?>
<ds:datastoreItem xmlns:ds="http://schemas.openxmlformats.org/officeDocument/2006/customXml" ds:itemID="{B1885751-B70A-4597-B9A9-08CEBFF28BA5}">
  <ds:schemaRefs/>
</ds:datastoreItem>
</file>

<file path=customXml/itemProps47.xml><?xml version="1.0" encoding="utf-8"?>
<ds:datastoreItem xmlns:ds="http://schemas.openxmlformats.org/officeDocument/2006/customXml" ds:itemID="{E6F09AC6-2F91-4C53-9076-571565C60E28}">
  <ds:schemaRefs/>
</ds:datastoreItem>
</file>

<file path=customXml/itemProps48.xml><?xml version="1.0" encoding="utf-8"?>
<ds:datastoreItem xmlns:ds="http://schemas.openxmlformats.org/officeDocument/2006/customXml" ds:itemID="{0CC9183D-9C7F-4AC8-8377-5E602F364B3B}">
  <ds:schemaRefs/>
</ds:datastoreItem>
</file>

<file path=customXml/itemProps49.xml><?xml version="1.0" encoding="utf-8"?>
<ds:datastoreItem xmlns:ds="http://schemas.openxmlformats.org/officeDocument/2006/customXml" ds:itemID="{3CCAAE2F-24FF-448A-87B5-00163F3EC726}">
  <ds:schemaRefs/>
</ds:datastoreItem>
</file>

<file path=customXml/itemProps50.xml><?xml version="1.0" encoding="utf-8"?>
<ds:datastoreItem xmlns:ds="http://schemas.openxmlformats.org/officeDocument/2006/customXml" ds:itemID="{11270860-12CE-4431-86E7-13BD4AEFE593}">
  <ds:schemaRefs/>
</ds:datastoreItem>
</file>

<file path=customXml/itemProps51.xml><?xml version="1.0" encoding="utf-8"?>
<ds:datastoreItem xmlns:ds="http://schemas.openxmlformats.org/officeDocument/2006/customXml" ds:itemID="{B669ED2E-17A1-434B-A15A-E410ED52C00E}">
  <ds:schemaRefs/>
</ds:datastoreItem>
</file>

<file path=customXml/itemProps52.xml><?xml version="1.0" encoding="utf-8"?>
<ds:datastoreItem xmlns:ds="http://schemas.openxmlformats.org/officeDocument/2006/customXml" ds:itemID="{411D2314-44F9-4D35-90A5-35BD57A4BBBE}">
  <ds:schemaRefs/>
</ds:datastoreItem>
</file>

<file path=customXml/itemProps53.xml><?xml version="1.0" encoding="utf-8"?>
<ds:datastoreItem xmlns:ds="http://schemas.openxmlformats.org/officeDocument/2006/customXml" ds:itemID="{DE5BB0F3-B759-471E-A46F-91347BCD13CA}">
  <ds:schemaRefs/>
</ds:datastoreItem>
</file>

<file path=customXml/itemProps54.xml><?xml version="1.0" encoding="utf-8"?>
<ds:datastoreItem xmlns:ds="http://schemas.openxmlformats.org/officeDocument/2006/customXml" ds:itemID="{17C0CCB0-9DB6-42D1-B1F5-BBDEB3BF12A5}">
  <ds:schemaRefs/>
</ds:datastoreItem>
</file>

<file path=customXml/itemProps55.xml><?xml version="1.0" encoding="utf-8"?>
<ds:datastoreItem xmlns:ds="http://schemas.openxmlformats.org/officeDocument/2006/customXml" ds:itemID="{FA3F0CA1-8F3D-478A-9F81-B52BF7CC534B}">
  <ds:schemaRefs/>
</ds:datastoreItem>
</file>

<file path=customXml/itemProps56.xml><?xml version="1.0" encoding="utf-8"?>
<ds:datastoreItem xmlns:ds="http://schemas.openxmlformats.org/officeDocument/2006/customXml" ds:itemID="{30AC8AFF-1207-4F91-B6FD-A45240C1B669}">
  <ds:schemaRefs/>
</ds:datastoreItem>
</file>

<file path=customXml/itemProps57.xml><?xml version="1.0" encoding="utf-8"?>
<ds:datastoreItem xmlns:ds="http://schemas.openxmlformats.org/officeDocument/2006/customXml" ds:itemID="{0AC711CC-6B1C-4D59-8939-A78CCE26523F}">
  <ds:schemaRefs/>
</ds:datastoreItem>
</file>

<file path=customXml/itemProps58.xml><?xml version="1.0" encoding="utf-8"?>
<ds:datastoreItem xmlns:ds="http://schemas.openxmlformats.org/officeDocument/2006/customXml" ds:itemID="{F2F04915-8C89-4EED-80AE-392B39811C06}">
  <ds:schemaRefs/>
</ds:datastoreItem>
</file>

<file path=customXml/itemProps59.xml><?xml version="1.0" encoding="utf-8"?>
<ds:datastoreItem xmlns:ds="http://schemas.openxmlformats.org/officeDocument/2006/customXml" ds:itemID="{F971F5BA-E32B-40AE-9A34-5731740B7081}">
  <ds:schemaRefs/>
</ds:datastoreItem>
</file>

<file path=customXml/itemProps60.xml><?xml version="1.0" encoding="utf-8"?>
<ds:datastoreItem xmlns:ds="http://schemas.openxmlformats.org/officeDocument/2006/customXml" ds:itemID="{9C3E52C9-C806-461D-8581-0A134C85B3DB}">
  <ds:schemaRefs/>
</ds:datastoreItem>
</file>

<file path=customXml/itemProps61.xml><?xml version="1.0" encoding="utf-8"?>
<ds:datastoreItem xmlns:ds="http://schemas.openxmlformats.org/officeDocument/2006/customXml" ds:itemID="{D75C9C5B-4697-4D05-9C1D-F29E757BD050}">
  <ds:schemaRefs/>
</ds:datastoreItem>
</file>

<file path=customXml/itemProps62.xml><?xml version="1.0" encoding="utf-8"?>
<ds:datastoreItem xmlns:ds="http://schemas.openxmlformats.org/officeDocument/2006/customXml" ds:itemID="{A69B77C4-C93B-45FD-B5D6-9604C69496D0}">
  <ds:schemaRefs/>
</ds:datastoreItem>
</file>

<file path=customXml/itemProps63.xml><?xml version="1.0" encoding="utf-8"?>
<ds:datastoreItem xmlns:ds="http://schemas.openxmlformats.org/officeDocument/2006/customXml" ds:itemID="{8346EA47-4073-4943-9F34-94C3CB0BA76F}">
  <ds:schemaRefs/>
</ds:datastoreItem>
</file>

<file path=customXml/itemProps64.xml><?xml version="1.0" encoding="utf-8"?>
<ds:datastoreItem xmlns:ds="http://schemas.openxmlformats.org/officeDocument/2006/customXml" ds:itemID="{4D3E5A21-CFA8-4AD7-A7B2-BC3B8EBE319A}">
  <ds:schemaRefs/>
</ds:datastoreItem>
</file>

<file path=customXml/itemProps65.xml><?xml version="1.0" encoding="utf-8"?>
<ds:datastoreItem xmlns:ds="http://schemas.openxmlformats.org/officeDocument/2006/customXml" ds:itemID="{4C65BF12-8D03-4A6A-82AF-8AEABBA615D0}">
  <ds:schemaRefs/>
</ds:datastoreItem>
</file>

<file path=customXml/itemProps66.xml><?xml version="1.0" encoding="utf-8"?>
<ds:datastoreItem xmlns:ds="http://schemas.openxmlformats.org/officeDocument/2006/customXml" ds:itemID="{087B0E07-16DF-44EA-801F-CDAC9C4FF18D}">
  <ds:schemaRefs/>
</ds:datastoreItem>
</file>

<file path=customXml/itemProps67.xml><?xml version="1.0" encoding="utf-8"?>
<ds:datastoreItem xmlns:ds="http://schemas.openxmlformats.org/officeDocument/2006/customXml" ds:itemID="{D77E5CBB-4CEF-42DB-858A-7E6FE1269B37}">
  <ds:schemaRefs/>
</ds:datastoreItem>
</file>

<file path=customXml/itemProps68.xml><?xml version="1.0" encoding="utf-8"?>
<ds:datastoreItem xmlns:ds="http://schemas.openxmlformats.org/officeDocument/2006/customXml" ds:itemID="{C7517D9C-BBF9-4EB5-BE2B-C86870D4D678}">
  <ds:schemaRefs/>
</ds:datastoreItem>
</file>

<file path=customXml/itemProps69.xml><?xml version="1.0" encoding="utf-8"?>
<ds:datastoreItem xmlns:ds="http://schemas.openxmlformats.org/officeDocument/2006/customXml" ds:itemID="{058052E5-DCF8-49D2-B437-F36673C3E5D5}">
  <ds:schemaRefs/>
</ds:datastoreItem>
</file>

<file path=customXml/itemProps70.xml><?xml version="1.0" encoding="utf-8"?>
<ds:datastoreItem xmlns:ds="http://schemas.openxmlformats.org/officeDocument/2006/customXml" ds:itemID="{2549CB6F-C181-4179-8CD4-63852A816A2C}">
  <ds:schemaRefs/>
</ds:datastoreItem>
</file>

<file path=customXml/itemProps71.xml><?xml version="1.0" encoding="utf-8"?>
<ds:datastoreItem xmlns:ds="http://schemas.openxmlformats.org/officeDocument/2006/customXml" ds:itemID="{488DA25C-DB53-4F32-8C2D-C07B8947BDFE}">
  <ds:schemaRefs/>
</ds:datastoreItem>
</file>

<file path=customXml/itemProps72.xml><?xml version="1.0" encoding="utf-8"?>
<ds:datastoreItem xmlns:ds="http://schemas.openxmlformats.org/officeDocument/2006/customXml" ds:itemID="{C8D93F48-BCF1-4E86-B780-E847E0F7B05B}">
  <ds:schemaRefs/>
</ds:datastoreItem>
</file>

<file path=customXml/itemProps73.xml><?xml version="1.0" encoding="utf-8"?>
<ds:datastoreItem xmlns:ds="http://schemas.openxmlformats.org/officeDocument/2006/customXml" ds:itemID="{9CB83CA3-CFD9-4E5D-ACBD-D76697A425F0}">
  <ds:schemaRefs/>
</ds:datastoreItem>
</file>

<file path=customXml/itemProps74.xml><?xml version="1.0" encoding="utf-8"?>
<ds:datastoreItem xmlns:ds="http://schemas.openxmlformats.org/officeDocument/2006/customXml" ds:itemID="{CB9778C5-F297-4F4C-94B8-BE3B7427DECB}">
  <ds:schemaRefs/>
</ds:datastoreItem>
</file>

<file path=customXml/itemProps75.xml><?xml version="1.0" encoding="utf-8"?>
<ds:datastoreItem xmlns:ds="http://schemas.openxmlformats.org/officeDocument/2006/customXml" ds:itemID="{DC654D07-927E-4172-8A2F-830659FB661C}">
  <ds:schemaRefs/>
</ds:datastoreItem>
</file>

<file path=customXml/itemProps76.xml><?xml version="1.0" encoding="utf-8"?>
<ds:datastoreItem xmlns:ds="http://schemas.openxmlformats.org/officeDocument/2006/customXml" ds:itemID="{AC692208-973B-4143-AFD9-84A7B8879BB6}">
  <ds:schemaRefs/>
</ds:datastoreItem>
</file>

<file path=customXml/itemProps77.xml><?xml version="1.0" encoding="utf-8"?>
<ds:datastoreItem xmlns:ds="http://schemas.openxmlformats.org/officeDocument/2006/customXml" ds:itemID="{BA14D59F-F792-4860-91DC-8FF864526F5D}">
  <ds:schemaRefs/>
</ds:datastoreItem>
</file>

<file path=customXml/itemProps78.xml><?xml version="1.0" encoding="utf-8"?>
<ds:datastoreItem xmlns:ds="http://schemas.openxmlformats.org/officeDocument/2006/customXml" ds:itemID="{C7AA90EB-C068-48EA-8117-BBC17464A80E}">
  <ds:schemaRefs/>
</ds:datastoreItem>
</file>

<file path=customXml/itemProps79.xml><?xml version="1.0" encoding="utf-8"?>
<ds:datastoreItem xmlns:ds="http://schemas.openxmlformats.org/officeDocument/2006/customXml" ds:itemID="{A88F29FE-8F10-489D-B8F6-60D1377E6DB4}">
  <ds:schemaRefs/>
</ds:datastoreItem>
</file>

<file path=customXml/itemProps80.xml><?xml version="1.0" encoding="utf-8"?>
<ds:datastoreItem xmlns:ds="http://schemas.openxmlformats.org/officeDocument/2006/customXml" ds:itemID="{201A8C96-2A0F-40A9-B902-C83327BFFC13}">
  <ds:schemaRefs/>
</ds:datastoreItem>
</file>

<file path=customXml/itemProps81.xml><?xml version="1.0" encoding="utf-8"?>
<ds:datastoreItem xmlns:ds="http://schemas.openxmlformats.org/officeDocument/2006/customXml" ds:itemID="{70061F80-2CEE-4B03-9978-4B4F3078FE21}">
  <ds:schemaRefs/>
</ds:datastoreItem>
</file>

<file path=customXml/itemProps82.xml><?xml version="1.0" encoding="utf-8"?>
<ds:datastoreItem xmlns:ds="http://schemas.openxmlformats.org/officeDocument/2006/customXml" ds:itemID="{2CD22916-C1FE-4161-8D47-E699913E481D}">
  <ds:schemaRefs/>
</ds:datastoreItem>
</file>

<file path=customXml/itemProps83.xml><?xml version="1.0" encoding="utf-8"?>
<ds:datastoreItem xmlns:ds="http://schemas.openxmlformats.org/officeDocument/2006/customXml" ds:itemID="{53310005-85EA-4378-ABDF-F3C1AB602609}">
  <ds:schemaRefs/>
</ds:datastoreItem>
</file>

<file path=customXml/itemProps84.xml><?xml version="1.0" encoding="utf-8"?>
<ds:datastoreItem xmlns:ds="http://schemas.openxmlformats.org/officeDocument/2006/customXml" ds:itemID="{47C82BA8-4D39-40F4-97C7-EFDCD0FEB154}">
  <ds:schemaRefs/>
</ds:datastoreItem>
</file>

<file path=customXml/itemProps85.xml><?xml version="1.0" encoding="utf-8"?>
<ds:datastoreItem xmlns:ds="http://schemas.openxmlformats.org/officeDocument/2006/customXml" ds:itemID="{8526FF6C-2AB7-4BF9-81C6-82AAE2C8BDE0}">
  <ds:schemaRefs/>
</ds:datastoreItem>
</file>

<file path=customXml/itemProps86.xml><?xml version="1.0" encoding="utf-8"?>
<ds:datastoreItem xmlns:ds="http://schemas.openxmlformats.org/officeDocument/2006/customXml" ds:itemID="{58D89130-8D8E-4C7A-A761-615E1CE19D67}">
  <ds:schemaRefs/>
</ds:datastoreItem>
</file>

<file path=customXml/itemProps87.xml><?xml version="1.0" encoding="utf-8"?>
<ds:datastoreItem xmlns:ds="http://schemas.openxmlformats.org/officeDocument/2006/customXml" ds:itemID="{79E39BA3-8AF9-473B-96C9-B846694FFB0F}">
  <ds:schemaRefs/>
</ds:datastoreItem>
</file>

<file path=customXml/itemProps88.xml><?xml version="1.0" encoding="utf-8"?>
<ds:datastoreItem xmlns:ds="http://schemas.openxmlformats.org/officeDocument/2006/customXml" ds:itemID="{3508E62A-79B0-4DD8-AC49-87ED3F61EC1F}">
  <ds:schemaRefs/>
</ds:datastoreItem>
</file>

<file path=customXml/itemProps89.xml><?xml version="1.0" encoding="utf-8"?>
<ds:datastoreItem xmlns:ds="http://schemas.openxmlformats.org/officeDocument/2006/customXml" ds:itemID="{7F3C0A5B-669C-4705-AC87-2CA3EEF2628A}">
  <ds:schemaRefs/>
</ds:datastoreItem>
</file>

<file path=customXml/itemProps90.xml><?xml version="1.0" encoding="utf-8"?>
<ds:datastoreItem xmlns:ds="http://schemas.openxmlformats.org/officeDocument/2006/customXml" ds:itemID="{260FCA7F-8860-431C-937D-954DD87EAE3D}">
  <ds:schemaRefs/>
</ds:datastoreItem>
</file>

<file path=customXml/itemProps91.xml><?xml version="1.0" encoding="utf-8"?>
<ds:datastoreItem xmlns:ds="http://schemas.openxmlformats.org/officeDocument/2006/customXml" ds:itemID="{067F54BC-8DBE-4272-9E7E-D5A28B472B51}">
  <ds:schemaRefs/>
</ds:datastoreItem>
</file>

<file path=customXml/itemProps92.xml><?xml version="1.0" encoding="utf-8"?>
<ds:datastoreItem xmlns:ds="http://schemas.openxmlformats.org/officeDocument/2006/customXml" ds:itemID="{22377CEC-30F3-4887-AFD2-663C3B3A6DC6}">
  <ds:schemaRefs/>
</ds:datastoreItem>
</file>

<file path=customXml/itemProps93.xml><?xml version="1.0" encoding="utf-8"?>
<ds:datastoreItem xmlns:ds="http://schemas.openxmlformats.org/officeDocument/2006/customXml" ds:itemID="{D49F3601-AEA4-4411-83B0-08B0D0E2E64B}">
  <ds:schemaRefs/>
</ds:datastoreItem>
</file>

<file path=customXml/itemProps94.xml><?xml version="1.0" encoding="utf-8"?>
<ds:datastoreItem xmlns:ds="http://schemas.openxmlformats.org/officeDocument/2006/customXml" ds:itemID="{8AA28EEA-18CD-4E66-96A9-1EE2FA3CBBE1}">
  <ds:schemaRefs/>
</ds:datastoreItem>
</file>

<file path=customXml/itemProps95.xml><?xml version="1.0" encoding="utf-8"?>
<ds:datastoreItem xmlns:ds="http://schemas.openxmlformats.org/officeDocument/2006/customXml" ds:itemID="{B8DC31DB-401B-4D72-A78E-A41D0E136680}">
  <ds:schemaRefs/>
</ds:datastoreItem>
</file>

<file path=customXml/itemProps96.xml><?xml version="1.0" encoding="utf-8"?>
<ds:datastoreItem xmlns:ds="http://schemas.openxmlformats.org/officeDocument/2006/customXml" ds:itemID="{471198A9-3B2D-4140-B566-583E2D619735}">
  <ds:schemaRefs/>
</ds:datastoreItem>
</file>

<file path=customXml/itemProps97.xml><?xml version="1.0" encoding="utf-8"?>
<ds:datastoreItem xmlns:ds="http://schemas.openxmlformats.org/officeDocument/2006/customXml" ds:itemID="{09B69EC9-1E13-4240-9762-10944447B9B5}">
  <ds:schemaRefs/>
</ds:datastoreItem>
</file>

<file path=customXml/itemProps98.xml><?xml version="1.0" encoding="utf-8"?>
<ds:datastoreItem xmlns:ds="http://schemas.openxmlformats.org/officeDocument/2006/customXml" ds:itemID="{3981A63A-1220-44C6-87FE-99EC65246903}">
  <ds:schemaRefs/>
</ds:datastoreItem>
</file>

<file path=customXml/itemProps99.xml><?xml version="1.0" encoding="utf-8"?>
<ds:datastoreItem xmlns:ds="http://schemas.openxmlformats.org/officeDocument/2006/customXml" ds:itemID="{EC46BE9E-55C2-4A3E-A96C-60BBE101B2F8}">
  <ds:schemaRefs/>
</ds:datastoreItem>
</file>

<file path=customXml/itemProps100.xml><?xml version="1.0" encoding="utf-8"?>
<ds:datastoreItem xmlns:ds="http://schemas.openxmlformats.org/officeDocument/2006/customXml" ds:itemID="{93B81BAE-45E9-47B4-A02F-1B8F59BAFB1E}">
  <ds:schemaRefs/>
</ds:datastoreItem>
</file>

<file path=customXml/itemProps101.xml><?xml version="1.0" encoding="utf-8"?>
<ds:datastoreItem xmlns:ds="http://schemas.openxmlformats.org/officeDocument/2006/customXml" ds:itemID="{1F5EFF13-1155-42DA-B7AB-EF31281AD3A8}">
  <ds:schemaRefs/>
</ds:datastoreItem>
</file>

<file path=customXml/itemProps102.xml><?xml version="1.0" encoding="utf-8"?>
<ds:datastoreItem xmlns:ds="http://schemas.openxmlformats.org/officeDocument/2006/customXml" ds:itemID="{E83A3EEA-7899-42F1-A1E3-DF35C53F0DD8}">
  <ds:schemaRefs/>
</ds:datastoreItem>
</file>

<file path=customXml/itemProps103.xml><?xml version="1.0" encoding="utf-8"?>
<ds:datastoreItem xmlns:ds="http://schemas.openxmlformats.org/officeDocument/2006/customXml" ds:itemID="{9E95F1C7-8012-49B5-AA84-E6C1887D67B0}">
  <ds:schemaRefs/>
</ds:datastoreItem>
</file>

<file path=customXml/itemProps104.xml><?xml version="1.0" encoding="utf-8"?>
<ds:datastoreItem xmlns:ds="http://schemas.openxmlformats.org/officeDocument/2006/customXml" ds:itemID="{D7DEDCB5-0CB5-4980-ACA7-F27DB5CE40B2}">
  <ds:schemaRefs/>
</ds:datastoreItem>
</file>

<file path=customXml/itemProps105.xml><?xml version="1.0" encoding="utf-8"?>
<ds:datastoreItem xmlns:ds="http://schemas.openxmlformats.org/officeDocument/2006/customXml" ds:itemID="{A2CE0E83-FB67-47CF-9D15-0F6BE6F5DAB0}">
  <ds:schemaRefs/>
</ds:datastoreItem>
</file>

<file path=customXml/itemProps106.xml><?xml version="1.0" encoding="utf-8"?>
<ds:datastoreItem xmlns:ds="http://schemas.openxmlformats.org/officeDocument/2006/customXml" ds:itemID="{9CE89BBE-ECE6-440B-9B21-DD15A164E108}">
  <ds:schemaRefs/>
</ds:datastoreItem>
</file>

<file path=customXml/itemProps107.xml><?xml version="1.0" encoding="utf-8"?>
<ds:datastoreItem xmlns:ds="http://schemas.openxmlformats.org/officeDocument/2006/customXml" ds:itemID="{121EA4B7-C244-42D9-BB93-6367B6539A93}">
  <ds:schemaRefs/>
</ds:datastoreItem>
</file>

<file path=customXml/itemProps108.xml><?xml version="1.0" encoding="utf-8"?>
<ds:datastoreItem xmlns:ds="http://schemas.openxmlformats.org/officeDocument/2006/customXml" ds:itemID="{D356B6CB-6CD2-4774-909C-6669026A0CC3}">
  <ds:schemaRefs/>
</ds:datastoreItem>
</file>

<file path=customXml/itemProps109.xml><?xml version="1.0" encoding="utf-8"?>
<ds:datastoreItem xmlns:ds="http://schemas.openxmlformats.org/officeDocument/2006/customXml" ds:itemID="{E3B31E15-9E44-41D7-9A4E-31DEA605B9F7}">
  <ds:schemaRefs/>
</ds:datastoreItem>
</file>

<file path=docMetadata/LabelInfo.xml><?xml version="1.0" encoding="utf-8"?>
<clbl:labelList xmlns:clbl="http://schemas.microsoft.com/office/2020/mipLabelMetadata">
  <clbl:label id="{5138fff4-6130-46cf-adb5-ec5d984d54d5}" enabled="1" method="Privileged" siteId="{174c7352-9c5c-4558-b848-be140b444e7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1082</TotalTime>
  <Words>332</Words>
  <Application>Microsoft Office PowerPoint</Application>
  <PresentationFormat>Widescreen</PresentationFormat>
  <Paragraphs>69</Paragraphs>
  <Slides>10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Helvetica</vt:lpstr>
      <vt:lpstr>Helvetica Now Bold</vt:lpstr>
      <vt:lpstr>Montserrat</vt:lpstr>
      <vt:lpstr>Dentons 16:9</vt:lpstr>
      <vt:lpstr>Slider</vt:lpstr>
      <vt:lpstr>Custom Design A</vt:lpstr>
      <vt:lpstr>think-cell Slide</vt:lpstr>
      <vt:lpstr>Sambe Consulting Rushil Jivan October 2026</vt:lpstr>
      <vt:lpstr>Contents</vt:lpstr>
      <vt:lpstr>PowerPoint Presentation</vt:lpstr>
      <vt:lpstr>Project Outline</vt:lpstr>
      <vt:lpstr>PowerPoint Presentation</vt:lpstr>
      <vt:lpstr>Loyalty Rewards</vt:lpstr>
      <vt:lpstr>Pre-Owned Bikes</vt:lpstr>
      <vt:lpstr>PayFast Integration</vt:lpstr>
      <vt:lpstr>Resend Integration (Invoice via Email)</vt:lpstr>
      <vt:lpstr>Thank You</vt:lpstr>
    </vt:vector>
  </TitlesOfParts>
  <Company>Dentons Global Services Regional Support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Rushil Jivan</cp:lastModifiedBy>
  <cp:revision>12</cp:revision>
  <dcterms:created xsi:type="dcterms:W3CDTF">2023-05-25T16:22:37Z</dcterms:created>
  <dcterms:modified xsi:type="dcterms:W3CDTF">2026-10-08T10:43:08Z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 by:">
    <vt:lpwstr>www.omnidocs.com</vt:lpwstr>
  </property>
  <property fmtid="{D5CDD505-2E9C-101B-9397-08002B2CF9AE}" pid="3" name="TemplafyTimeStamp">
    <vt:lpwstr>2022-02-22T08:17:17.6458975Z</vt:lpwstr>
  </property>
  <property fmtid="{D5CDD505-2E9C-101B-9397-08002B2CF9AE}" pid="4" name="ClassificationContentMarkingFooterLocations">
    <vt:lpwstr>Dentons 16\:9:5</vt:lpwstr>
  </property>
  <property fmtid="{D5CDD505-2E9C-101B-9397-08002B2CF9AE}" pid="5" name="ClassificationContentMarkingFooterText">
    <vt:lpwstr>Classified as Confidential</vt:lpwstr>
  </property>
</Properties>
</file>