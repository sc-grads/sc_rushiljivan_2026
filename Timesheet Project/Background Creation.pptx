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75" r:id="rId4"/>
    <p:sldId id="285" r:id="rId5"/>
    <p:sldId id="288" r:id="rId6"/>
    <p:sldId id="286" r:id="rId7"/>
    <p:sldId id="289" r:id="rId8"/>
    <p:sldId id="287" r:id="rId9"/>
    <p:sldId id="290" r:id="rId10"/>
    <p:sldId id="276" r:id="rId11"/>
    <p:sldId id="291" r:id="rId12"/>
    <p:sldId id="284" r:id="rId13"/>
    <p:sldId id="278" r:id="rId14"/>
    <p:sldId id="279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8F8FF"/>
    <a:srgbClr val="2C4F8C"/>
    <a:srgbClr val="567FCA"/>
    <a:srgbClr val="3864B3"/>
    <a:srgbClr val="2F559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D9AE-DF06-EF72-C0BC-5AADC3F9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836B3-D7C6-E63C-F135-9B12ABC8C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4556-F5FD-F663-6842-EBED0926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5084-A497-D5B3-A8D3-85B8E63E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B417-0499-3BF6-7158-E6B672EA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C31F-8E1D-B7D9-328E-DCA1C29A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F01B-0F6C-D3EB-D7B6-AB6A77BD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A960F-E7F9-6A6E-29F3-C95DB9FF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1121B-15B6-610B-BC9F-F23617A8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F5DC-B8B1-5B80-0E3D-10751D8D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0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3EAD-D41F-49B0-E56B-8656DEC9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A507-10E5-186A-A5D7-19812416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BB256-AB93-1FEC-322C-86F9D9E9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0E986-A94A-F2D3-FA37-FCBA16D2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84F2-3990-2B4D-C3A1-F490D45E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6D67-D3EC-07C9-6916-0DECCFFC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4E90-508F-E33C-584E-06EFE21A5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714A6-14BF-1CD3-1290-D46DDCEA3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398-FF0F-0243-63C7-26894C5A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25319-4F2F-F0CE-A463-CD46EA47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F8261-2F4D-1F4A-F3E7-1C8870B3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6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8F24-F5FC-2156-6A60-6AE3DABB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6523-1896-E6DE-76D8-12A0B29A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AECED-6417-7AFC-91AB-EFF1CAB1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BEB13-6028-15E6-ADFF-111AF147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6EB6C-AA33-C609-B9FD-C8BEF1215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3A6C4-AF97-EC12-7078-BA87496D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7CA4E-B5F8-A4F1-522B-F677410B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7C1B6-533F-76EE-A74A-02A65DC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6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D046-45BD-C82E-0349-2A6C309B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2E90F-DE4C-7651-6DC8-320E860E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013C3-1087-91DA-E21B-1FD89024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31D5A-F5A8-31A0-23B7-3D3C423F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5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EA050-4AEC-2C64-8592-7797B270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2A62A-51D7-D5E6-4E2E-6E85D85D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6DAB5-48BF-FA93-973E-D9A56056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8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1FF4-8D3C-9E3C-DBEA-D5493B5D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189C-D24B-E1A3-E806-48F98AB2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B49B9-D500-22B9-3CC1-A99625CAB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DFE8-2A8B-1733-095E-E19C8DFD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F1E0-4AE3-FE95-D1A9-56B0A1B2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92FA4-4F37-2411-4988-DB741558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6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24BE-C436-BA73-3DAE-3108E855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2A632-CA73-AB38-EA24-27B3A86F3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0153-3236-B69F-5431-DF5268E4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34A5E-D340-396B-DDDB-46075ACA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49DCE-0577-5BC0-2703-AF557E76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66C7-9B66-867B-CEAD-EBE9291C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0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32DE-F26D-A73E-A2EF-F96CB39E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7A7E7-9496-2663-C93D-95BFE6CF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03C9-8366-610D-12C1-D2B00AA6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0777-682E-A355-A450-A7B8C8A5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27F1-8628-2287-1B9D-0267E0E5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1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E6689-7BC0-805C-EF14-B1C2F5115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B0133-921D-EB40-798A-A3965307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B488-478E-FD7B-B5BC-92804DD6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71FA-154D-12A7-4F9A-AB46F7CD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05BD-5670-BB19-F3B9-B83A8C01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6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AC5FE-9DA0-0227-E259-A0A66105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D9BA-BA31-E15A-7E2D-A60A7955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970AC-8AC4-48BF-8693-BF3779FC3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95D98-A28A-4504-A24A-B240F77BC1E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61746-F8D6-C99B-8112-7D186801B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70A1-C260-8811-F9D6-3403E2DD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9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A457C-DA3C-1671-15E3-726DA34934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b="13752"/>
          <a:stretch/>
        </p:blipFill>
        <p:spPr>
          <a:xfrm>
            <a:off x="2883243" y="1621824"/>
            <a:ext cx="6425515" cy="361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1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80693B-08F3-3554-6862-EC781AAD9C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b="13752"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53482C-A246-F967-A449-758280B5D81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F0169-51BE-BC3D-780B-3F7D9977F35F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F602B-F813-C297-EA1A-D136C78CCF70}"/>
              </a:ext>
            </a:extLst>
          </p:cNvPr>
          <p:cNvSpPr/>
          <p:nvPr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5A8B32-7470-2B65-76FA-BC038CEB4900}"/>
              </a:ext>
            </a:extLst>
          </p:cNvPr>
          <p:cNvCxnSpPr>
            <a:cxnSpLocks/>
          </p:cNvCxnSpPr>
          <p:nvPr/>
        </p:nvCxnSpPr>
        <p:spPr>
          <a:xfrm>
            <a:off x="9661234" y="1609622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20970-3815-0A33-B769-CE5D7096E79D}"/>
              </a:ext>
            </a:extLst>
          </p:cNvPr>
          <p:cNvCxnSpPr>
            <a:cxnSpLocks/>
          </p:cNvCxnSpPr>
          <p:nvPr/>
        </p:nvCxnSpPr>
        <p:spPr>
          <a:xfrm>
            <a:off x="9661234" y="3191534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C11328-C252-4906-CFB6-633CF272BFE6}"/>
              </a:ext>
            </a:extLst>
          </p:cNvPr>
          <p:cNvCxnSpPr>
            <a:cxnSpLocks/>
          </p:cNvCxnSpPr>
          <p:nvPr/>
        </p:nvCxnSpPr>
        <p:spPr>
          <a:xfrm>
            <a:off x="9661234" y="4812888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660E548-DE9F-F7EF-FE90-9C93D5E89425}"/>
              </a:ext>
            </a:extLst>
          </p:cNvPr>
          <p:cNvSpPr/>
          <p:nvPr/>
        </p:nvSpPr>
        <p:spPr>
          <a:xfrm>
            <a:off x="263860" y="0"/>
            <a:ext cx="82296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89C722-9277-C5EE-FC04-9BCB9658DB5A}"/>
              </a:ext>
            </a:extLst>
          </p:cNvPr>
          <p:cNvSpPr/>
          <p:nvPr/>
        </p:nvSpPr>
        <p:spPr>
          <a:xfrm>
            <a:off x="263860" y="0"/>
            <a:ext cx="822960" cy="73152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2573851" y="1268992"/>
            <a:ext cx="7044297" cy="3963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1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755780" y="228600"/>
            <a:ext cx="1116952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E9A9C4-1247-0927-96F7-88D620CAEFFB}"/>
              </a:ext>
            </a:extLst>
          </p:cNvPr>
          <p:cNvSpPr/>
          <p:nvPr/>
        </p:nvSpPr>
        <p:spPr>
          <a:xfrm>
            <a:off x="201951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F7C572-D875-D4DF-2AD6-B240ADDC639E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A127B-B7D2-1185-3F9B-63DCBA0D61F1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D2CCF8-2B81-7C9D-D922-7A3E6C221AB4}"/>
              </a:ext>
            </a:extLst>
          </p:cNvPr>
          <p:cNvSpPr/>
          <p:nvPr/>
        </p:nvSpPr>
        <p:spPr>
          <a:xfrm>
            <a:off x="3670855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A7C13A-0203-80EE-8480-1A8452761E65}"/>
              </a:ext>
            </a:extLst>
          </p:cNvPr>
          <p:cNvSpPr/>
          <p:nvPr/>
        </p:nvSpPr>
        <p:spPr>
          <a:xfrm>
            <a:off x="5322193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5D5637-449F-FEBD-F0A8-62882F24E394}"/>
              </a:ext>
            </a:extLst>
          </p:cNvPr>
          <p:cNvSpPr/>
          <p:nvPr/>
        </p:nvSpPr>
        <p:spPr>
          <a:xfrm>
            <a:off x="6973531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D7DD1A-7280-7A3B-3719-E627674F8548}"/>
              </a:ext>
            </a:extLst>
          </p:cNvPr>
          <p:cNvSpPr/>
          <p:nvPr/>
        </p:nvSpPr>
        <p:spPr>
          <a:xfrm>
            <a:off x="8624869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0B2ADE-7720-9B9A-A719-C38FB1E15439}"/>
              </a:ext>
            </a:extLst>
          </p:cNvPr>
          <p:cNvSpPr/>
          <p:nvPr/>
        </p:nvSpPr>
        <p:spPr>
          <a:xfrm>
            <a:off x="1027620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C5E119-C26C-5B6A-5CFF-0D23D7D8F661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21DD32-F3F5-4F0A-F171-9EFDB27B83FF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CD61EC-0D70-D6D7-23CC-2F63B913CE75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399637-7D95-67FE-11BD-55C77B20C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0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A8EC-1CF5-725C-60E9-9A4CA5E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957437-204E-0E1B-2A01-5506815088E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4EAE85-CE85-E0E9-2EDB-2C2A0CBF5888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67F0ED-AD0F-C103-9949-C9466DB26D7C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A690DC-2261-3DF4-5C26-8E35AF9C7DCE}"/>
              </a:ext>
            </a:extLst>
          </p:cNvPr>
          <p:cNvSpPr/>
          <p:nvPr/>
        </p:nvSpPr>
        <p:spPr>
          <a:xfrm>
            <a:off x="755780" y="228600"/>
            <a:ext cx="1116952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73CCDE-3D59-EC84-2ECD-37343D1EE0C7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CA05A1-DDC1-A299-2DF3-D37F84058EBA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6A41FB-A7B7-4300-CA01-D95114A79B5F}"/>
              </a:ext>
            </a:extLst>
          </p:cNvPr>
          <p:cNvSpPr/>
          <p:nvPr/>
        </p:nvSpPr>
        <p:spPr>
          <a:xfrm>
            <a:off x="2019517" y="1010230"/>
            <a:ext cx="3154680" cy="3316012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DDE6110-B0A9-6D8C-B45C-E88F440F3392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7FB9F1-B7D2-0934-40D1-C080154C47A9}"/>
              </a:ext>
            </a:extLst>
          </p:cNvPr>
          <p:cNvSpPr/>
          <p:nvPr/>
        </p:nvSpPr>
        <p:spPr>
          <a:xfrm>
            <a:off x="2162095" y="109728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4BFBF6-2251-1247-9927-52A813BCD691}"/>
              </a:ext>
            </a:extLst>
          </p:cNvPr>
          <p:cNvSpPr/>
          <p:nvPr/>
        </p:nvSpPr>
        <p:spPr>
          <a:xfrm>
            <a:off x="5586160" y="957495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740D35-52D5-B4A6-3B51-786C69E9DA24}"/>
              </a:ext>
            </a:extLst>
          </p:cNvPr>
          <p:cNvSpPr/>
          <p:nvPr/>
        </p:nvSpPr>
        <p:spPr>
          <a:xfrm>
            <a:off x="6973531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FE94FDC-EE3C-AE20-EB14-0B810FBEEC23}"/>
              </a:ext>
            </a:extLst>
          </p:cNvPr>
          <p:cNvSpPr/>
          <p:nvPr/>
        </p:nvSpPr>
        <p:spPr>
          <a:xfrm>
            <a:off x="8624869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A6DEC2A-E33E-B114-B857-6EE3DCD4A491}"/>
              </a:ext>
            </a:extLst>
          </p:cNvPr>
          <p:cNvSpPr/>
          <p:nvPr/>
        </p:nvSpPr>
        <p:spPr>
          <a:xfrm>
            <a:off x="1027620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3E4CDB-21D0-DB9F-7E12-1EEC28B8A246}"/>
              </a:ext>
            </a:extLst>
          </p:cNvPr>
          <p:cNvSpPr/>
          <p:nvPr/>
        </p:nvSpPr>
        <p:spPr>
          <a:xfrm>
            <a:off x="5324902" y="2254308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96853C-F772-E58D-F6B1-7CC2F80D6DC4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4B83A1F-EDDF-C622-F53C-587E08A751E4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35DAD-F2D4-ACBD-134B-6458D3A2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FBEC06-C271-BD72-D230-2937947BCFC9}"/>
              </a:ext>
            </a:extLst>
          </p:cNvPr>
          <p:cNvSpPr/>
          <p:nvPr/>
        </p:nvSpPr>
        <p:spPr>
          <a:xfrm>
            <a:off x="2162095" y="2560319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7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C765-F477-35B6-9A04-A0695003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2EC6A2-5A2E-59F4-2CA9-328D81443D1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5DBA5-EA40-FCE4-A866-D0BB6A00BDC0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6DD004-A289-DA76-F0D6-F3DB253952E9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1D1604-FF92-ACEB-F92E-430D5B6A8302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F3E17C-2A0E-8A87-C3F7-CEF7D9063686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2D889B-6699-D8C3-8D42-5AD31C3B2343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F76EE8-5585-6D69-9EEB-BB24B1DC53EC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D131BD-0E80-F4CC-6A15-66B0AB9577B9}"/>
              </a:ext>
            </a:extLst>
          </p:cNvPr>
          <p:cNvSpPr/>
          <p:nvPr/>
        </p:nvSpPr>
        <p:spPr>
          <a:xfrm>
            <a:off x="201951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DA7BDF-90B3-4F66-2393-6240BF003996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658EAB-28EC-6514-A0C0-18D45314EEE6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40CEE8-15C5-2CE6-B1C2-FE0FCC704A07}"/>
              </a:ext>
            </a:extLst>
          </p:cNvPr>
          <p:cNvSpPr/>
          <p:nvPr/>
        </p:nvSpPr>
        <p:spPr>
          <a:xfrm>
            <a:off x="3670855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5816E0-29F0-5233-FCB0-573EA99B66C9}"/>
              </a:ext>
            </a:extLst>
          </p:cNvPr>
          <p:cNvSpPr/>
          <p:nvPr/>
        </p:nvSpPr>
        <p:spPr>
          <a:xfrm>
            <a:off x="5322193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92D84D-6DE3-B0C6-4FCF-402B99E75AA7}"/>
              </a:ext>
            </a:extLst>
          </p:cNvPr>
          <p:cNvSpPr/>
          <p:nvPr/>
        </p:nvSpPr>
        <p:spPr>
          <a:xfrm>
            <a:off x="6973531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901457B-7790-06E8-67B3-25614ED5FBDB}"/>
              </a:ext>
            </a:extLst>
          </p:cNvPr>
          <p:cNvSpPr/>
          <p:nvPr/>
        </p:nvSpPr>
        <p:spPr>
          <a:xfrm>
            <a:off x="8624869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45843A-9F9C-17CE-BA29-03F3F67B3934}"/>
              </a:ext>
            </a:extLst>
          </p:cNvPr>
          <p:cNvSpPr/>
          <p:nvPr/>
        </p:nvSpPr>
        <p:spPr>
          <a:xfrm>
            <a:off x="1027620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35FFEE-1756-8356-1C5A-88D1C85277AC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E70CB4-B831-5810-0165-1EAE4D3A44D5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1C6423-CB0E-5A71-C4A7-07FF1D77E2A0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3651C-D343-615A-CDBB-9EEE918E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1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D969-527C-3DF3-A0A1-4F4F29125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A8D09E-2D31-1861-0658-CA6F8BF97F0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623F03-4CB6-A63E-FBF9-C40058AA4B00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F2664C-4D2B-C4A2-4D91-3167D2CC2244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CB98AC-A05E-0174-6F89-0F98634470AD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B8665-5350-08FF-9406-66D4183AE611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EE1BD9-04AE-2896-36F4-BBB063C8DA0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C24473-DA50-9CE8-8653-976647944B9F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38DD4C-BF05-47C4-1AA2-B823CFF7D06E}"/>
              </a:ext>
            </a:extLst>
          </p:cNvPr>
          <p:cNvSpPr/>
          <p:nvPr/>
        </p:nvSpPr>
        <p:spPr>
          <a:xfrm>
            <a:off x="2019516" y="1010230"/>
            <a:ext cx="5351293" cy="3316012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F6F601-51C5-7ACE-ADCB-76E4ED9D6975}"/>
              </a:ext>
            </a:extLst>
          </p:cNvPr>
          <p:cNvSpPr/>
          <p:nvPr/>
        </p:nvSpPr>
        <p:spPr>
          <a:xfrm>
            <a:off x="2125626" y="2198541"/>
            <a:ext cx="1508760" cy="938475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7C50EAF-2FE1-2733-5809-BB8804D33F68}"/>
              </a:ext>
            </a:extLst>
          </p:cNvPr>
          <p:cNvSpPr/>
          <p:nvPr/>
        </p:nvSpPr>
        <p:spPr>
          <a:xfrm>
            <a:off x="7511143" y="1010229"/>
            <a:ext cx="4273824" cy="1550089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180F3CE-B838-61F4-4DB0-EDE11890BC13}"/>
              </a:ext>
            </a:extLst>
          </p:cNvPr>
          <p:cNvSpPr/>
          <p:nvPr/>
        </p:nvSpPr>
        <p:spPr>
          <a:xfrm>
            <a:off x="7511143" y="2690858"/>
            <a:ext cx="4273824" cy="1635383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D27BAB1-005D-60FE-FAB8-58F31887EE3F}"/>
              </a:ext>
            </a:extLst>
          </p:cNvPr>
          <p:cNvSpPr/>
          <p:nvPr/>
        </p:nvSpPr>
        <p:spPr>
          <a:xfrm>
            <a:off x="2019517" y="4441854"/>
            <a:ext cx="976545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B50D8-A438-D6ED-47FB-CBA1D26A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C31FA9-12E7-37A0-8B1A-8506E6D19201}"/>
              </a:ext>
            </a:extLst>
          </p:cNvPr>
          <p:cNvSpPr/>
          <p:nvPr/>
        </p:nvSpPr>
        <p:spPr>
          <a:xfrm>
            <a:off x="2125626" y="1144454"/>
            <a:ext cx="1508760" cy="938475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6F5AFE-EFB9-2599-7C46-D722863D7C48}"/>
              </a:ext>
            </a:extLst>
          </p:cNvPr>
          <p:cNvSpPr/>
          <p:nvPr/>
        </p:nvSpPr>
        <p:spPr>
          <a:xfrm>
            <a:off x="2125626" y="3245984"/>
            <a:ext cx="1508760" cy="938474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D6563E-E54F-5815-BFD7-29CAE962512A}"/>
              </a:ext>
            </a:extLst>
          </p:cNvPr>
          <p:cNvSpPr/>
          <p:nvPr/>
        </p:nvSpPr>
        <p:spPr>
          <a:xfrm>
            <a:off x="3755952" y="1143895"/>
            <a:ext cx="3491539" cy="3040563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9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3A53-B815-B4A5-A852-88FC74F0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C06F14-88AA-0691-06C8-66A33EA47C2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3529AC-A631-18BB-55D8-5E894242C1CC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F24740-3DC0-0873-3027-6BE394240594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4C3C41-C10B-DDEE-7771-0A5F597EC210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041C16-A640-E3FB-D60F-9ED5265E4157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486029-EA17-9901-390E-7C6B5CD63A10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87430F-F4B4-0C21-D85D-05A2250820E7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507921-8F33-EECE-8286-3C3A6E8D8920}"/>
              </a:ext>
            </a:extLst>
          </p:cNvPr>
          <p:cNvSpPr/>
          <p:nvPr/>
        </p:nvSpPr>
        <p:spPr>
          <a:xfrm>
            <a:off x="2019518" y="995696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08138C-1F27-6F1A-2F3A-E15B24A967E8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EF2FB4-D32E-DFEE-6D25-CE790F6B38BC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FEF793-A923-A496-6DF7-296C0D5438C4}"/>
              </a:ext>
            </a:extLst>
          </p:cNvPr>
          <p:cNvSpPr/>
          <p:nvPr/>
        </p:nvSpPr>
        <p:spPr>
          <a:xfrm>
            <a:off x="4020257" y="1010230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818CE1-7EA9-7528-A3F2-99B9B81D246D}"/>
              </a:ext>
            </a:extLst>
          </p:cNvPr>
          <p:cNvSpPr/>
          <p:nvPr/>
        </p:nvSpPr>
        <p:spPr>
          <a:xfrm>
            <a:off x="6020996" y="1011542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CDE829-2DE3-6FE5-7559-D1BABEBC4F3C}"/>
              </a:ext>
            </a:extLst>
          </p:cNvPr>
          <p:cNvSpPr/>
          <p:nvPr/>
        </p:nvSpPr>
        <p:spPr>
          <a:xfrm>
            <a:off x="8021735" y="995696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579C66-8132-3D5E-F530-DE388E35D90F}"/>
              </a:ext>
            </a:extLst>
          </p:cNvPr>
          <p:cNvSpPr/>
          <p:nvPr/>
        </p:nvSpPr>
        <p:spPr>
          <a:xfrm>
            <a:off x="10022476" y="995696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05C2D7-1B59-B8CD-897B-F520E2C8DC21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7CBDEA-AEBD-209B-EC43-A1B35705C7C5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3201BE-91FC-C50A-212D-4F4ACA0A6119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5E3300-8C0A-4577-AC59-7A3E842B6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5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99E6-1C07-7BF2-BAA6-8D1E04AE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56F019-75A5-1726-BC43-4C9B1A702A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D7BAC-F37B-DBC1-44A9-2CBA3CB1EBEF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F0D74B-E344-E7B9-0C85-58DBBA24D7A8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0776DA-CD9D-F60D-19EA-B60C920D7C83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55D2F-E056-9D0C-1CC2-AA206BEC7E1B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E16472-FED5-0D18-6939-76032702C71B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4FBBC-B84A-FA1C-B415-158EFA347C9D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E769D9-B9CB-1221-0A34-615659324418}"/>
              </a:ext>
            </a:extLst>
          </p:cNvPr>
          <p:cNvSpPr/>
          <p:nvPr/>
        </p:nvSpPr>
        <p:spPr>
          <a:xfrm>
            <a:off x="2019518" y="995696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71281A-D147-FB21-AEF9-1BA6939C30EB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C7F5CC-31E9-D24C-B9B4-6E238C95736E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266BBB-74EF-1879-95EE-41D13A14D35C}"/>
              </a:ext>
            </a:extLst>
          </p:cNvPr>
          <p:cNvSpPr/>
          <p:nvPr/>
        </p:nvSpPr>
        <p:spPr>
          <a:xfrm>
            <a:off x="4020257" y="1010230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D22F7B-9220-66E7-4CF3-714EC2A4FAFD}"/>
              </a:ext>
            </a:extLst>
          </p:cNvPr>
          <p:cNvSpPr/>
          <p:nvPr/>
        </p:nvSpPr>
        <p:spPr>
          <a:xfrm>
            <a:off x="6020996" y="1011542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9B013E-1FBA-6B9A-7443-72B64BAF0DFF}"/>
              </a:ext>
            </a:extLst>
          </p:cNvPr>
          <p:cNvSpPr/>
          <p:nvPr/>
        </p:nvSpPr>
        <p:spPr>
          <a:xfrm>
            <a:off x="8021735" y="995696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B0896D6-60FF-21A3-4EE7-467DEA9AFE8C}"/>
              </a:ext>
            </a:extLst>
          </p:cNvPr>
          <p:cNvSpPr/>
          <p:nvPr/>
        </p:nvSpPr>
        <p:spPr>
          <a:xfrm>
            <a:off x="10022476" y="995696"/>
            <a:ext cx="175684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6DFAE4-153D-4323-2D53-8B43D12A7671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E108E7-E241-E17C-CBB9-1557F2120548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EF0BFEC-EDBA-6CEA-533A-6BB271285DBE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5DF55-8736-EAC5-F86D-1D25C5951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62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E9A9C4-1247-0927-96F7-88D620CAEFFB}"/>
              </a:ext>
            </a:extLst>
          </p:cNvPr>
          <p:cNvSpPr/>
          <p:nvPr/>
        </p:nvSpPr>
        <p:spPr>
          <a:xfrm>
            <a:off x="2276536" y="1010230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F7C572-D875-D4DF-2AD6-B240ADDC639E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A127B-B7D2-1185-3F9B-63DCBA0D61F1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5D5637-449F-FEBD-F0A8-62882F24E394}"/>
              </a:ext>
            </a:extLst>
          </p:cNvPr>
          <p:cNvSpPr/>
          <p:nvPr/>
        </p:nvSpPr>
        <p:spPr>
          <a:xfrm>
            <a:off x="4636863" y="995696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D7DD1A-7280-7A3B-3719-E627674F8548}"/>
              </a:ext>
            </a:extLst>
          </p:cNvPr>
          <p:cNvSpPr/>
          <p:nvPr/>
        </p:nvSpPr>
        <p:spPr>
          <a:xfrm>
            <a:off x="7007228" y="1010230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0B2ADE-7720-9B9A-A719-C38FB1E15439}"/>
              </a:ext>
            </a:extLst>
          </p:cNvPr>
          <p:cNvSpPr/>
          <p:nvPr/>
        </p:nvSpPr>
        <p:spPr>
          <a:xfrm>
            <a:off x="9377593" y="995696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C5E119-C26C-5B6A-5CFF-0D23D7D8F661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21DD32-F3F5-4F0A-F171-9EFDB27B83FF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CD61EC-0D70-D6D7-23CC-2F63B913CE75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DEDDFA-4F77-4A2A-9E3F-42B2D8D7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94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4ABD-457B-0078-4D92-14D9AD5E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395C55-3E34-420E-43ED-A35050404E6D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B4401-AE5A-0836-74C2-9D211AD29728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57CCDA-204C-1496-4538-204260C7AA40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AA9A36-A634-F744-31A0-4EC01580DFC7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F77402-2498-2E9C-9623-D2217DB6D30B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63C24D-C9B9-6DC8-8E99-345EB7A11864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6E11B9-655E-8581-2F15-A68CBF54EC26}"/>
              </a:ext>
            </a:extLst>
          </p:cNvPr>
          <p:cNvSpPr/>
          <p:nvPr/>
        </p:nvSpPr>
        <p:spPr>
          <a:xfrm>
            <a:off x="2218607" y="1010230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269E26-75E7-7079-8B19-68E7683393FC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A39D5A-1527-8B84-EF09-18D8E0E1D836}"/>
              </a:ext>
            </a:extLst>
          </p:cNvPr>
          <p:cNvSpPr/>
          <p:nvPr/>
        </p:nvSpPr>
        <p:spPr>
          <a:xfrm>
            <a:off x="4578934" y="995696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B387F4-6080-AA7B-4105-02FD1AEA737F}"/>
              </a:ext>
            </a:extLst>
          </p:cNvPr>
          <p:cNvSpPr/>
          <p:nvPr/>
        </p:nvSpPr>
        <p:spPr>
          <a:xfrm>
            <a:off x="6949299" y="1010230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EC8709-F358-8D3D-4E43-D43464EA9183}"/>
              </a:ext>
            </a:extLst>
          </p:cNvPr>
          <p:cNvSpPr/>
          <p:nvPr/>
        </p:nvSpPr>
        <p:spPr>
          <a:xfrm>
            <a:off x="9319664" y="995696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B08D40-2576-2683-08C3-F9A0C4482277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CA227D-A4A4-F983-7B67-618F2BD84995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B490F9-0812-BF68-B5AE-58B8A658D530}"/>
              </a:ext>
            </a:extLst>
          </p:cNvPr>
          <p:cNvSpPr/>
          <p:nvPr/>
        </p:nvSpPr>
        <p:spPr>
          <a:xfrm>
            <a:off x="2019517" y="4441854"/>
            <a:ext cx="9742982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43EC6B-8381-3C0C-37C0-C22503AC0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5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8C41-F2C1-57EA-3622-5C480FDE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88A885-408A-E44E-48A2-D373DDC2FC35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FECC1-2019-0BEC-534A-77415C33369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F7A04C-9AAF-E31B-EF53-E0708EDEF2E3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5B0BD3-54E0-FBE2-49A3-F86B56964173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1AB641-7051-8A46-98D6-4ED6780D4D5A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97A5D-2CCC-9C10-8588-7FBA0AFCA1D4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A6301-6FB0-3B45-EB87-525DC2DB7E7B}"/>
              </a:ext>
            </a:extLst>
          </p:cNvPr>
          <p:cNvSpPr/>
          <p:nvPr/>
        </p:nvSpPr>
        <p:spPr>
          <a:xfrm>
            <a:off x="2276536" y="1010230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BC143F-77E7-5D05-5927-314909D0229B}"/>
              </a:ext>
            </a:extLst>
          </p:cNvPr>
          <p:cNvSpPr/>
          <p:nvPr/>
        </p:nvSpPr>
        <p:spPr>
          <a:xfrm>
            <a:off x="4636863" y="995696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D19A6BA-4976-3C8A-681D-EC972AA44689}"/>
              </a:ext>
            </a:extLst>
          </p:cNvPr>
          <p:cNvSpPr/>
          <p:nvPr/>
        </p:nvSpPr>
        <p:spPr>
          <a:xfrm>
            <a:off x="7007228" y="1010230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F9B103-6D43-54FC-FB23-1CB27D65F5DF}"/>
              </a:ext>
            </a:extLst>
          </p:cNvPr>
          <p:cNvSpPr/>
          <p:nvPr/>
        </p:nvSpPr>
        <p:spPr>
          <a:xfrm>
            <a:off x="9377593" y="995696"/>
            <a:ext cx="2217749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3ACC90-4042-4888-60DD-FCF06022BDF6}"/>
              </a:ext>
            </a:extLst>
          </p:cNvPr>
          <p:cNvSpPr/>
          <p:nvPr/>
        </p:nvSpPr>
        <p:spPr>
          <a:xfrm>
            <a:off x="2276536" y="2262123"/>
            <a:ext cx="621341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4ACB8F-0391-84EF-6EA4-1FF9AC9ECCE5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623A04-AA5F-1C8F-43F4-D771C8591155}"/>
              </a:ext>
            </a:extLst>
          </p:cNvPr>
          <p:cNvSpPr/>
          <p:nvPr/>
        </p:nvSpPr>
        <p:spPr>
          <a:xfrm>
            <a:off x="2276536" y="4441854"/>
            <a:ext cx="9508431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B59A77-87BE-E837-D67D-7C397276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2" y="258080"/>
            <a:ext cx="1952504" cy="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40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28E566-5C52-D9B2-7003-69F4C74E4F25}"/>
              </a:ext>
            </a:extLst>
          </p:cNvPr>
          <p:cNvSpPr/>
          <p:nvPr/>
        </p:nvSpPr>
        <p:spPr>
          <a:xfrm>
            <a:off x="4473613" y="2331719"/>
            <a:ext cx="3710765" cy="2036807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85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28E566-5C52-D9B2-7003-69F4C74E4F25}"/>
              </a:ext>
            </a:extLst>
          </p:cNvPr>
          <p:cNvSpPr/>
          <p:nvPr/>
        </p:nvSpPr>
        <p:spPr>
          <a:xfrm>
            <a:off x="2109355" y="1077096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B24189-BB54-070A-DEBC-C95F67295E50}"/>
              </a:ext>
            </a:extLst>
          </p:cNvPr>
          <p:cNvSpPr/>
          <p:nvPr/>
        </p:nvSpPr>
        <p:spPr>
          <a:xfrm>
            <a:off x="7010827" y="1101436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AC306E-1625-154A-265D-7D45EE3030F8}"/>
              </a:ext>
            </a:extLst>
          </p:cNvPr>
          <p:cNvSpPr/>
          <p:nvPr/>
        </p:nvSpPr>
        <p:spPr>
          <a:xfrm>
            <a:off x="7010827" y="3865418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D93352-566F-C22D-3F39-64DC8F807A48}"/>
              </a:ext>
            </a:extLst>
          </p:cNvPr>
          <p:cNvSpPr/>
          <p:nvPr/>
        </p:nvSpPr>
        <p:spPr>
          <a:xfrm>
            <a:off x="2109355" y="3865418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F1B17A-405F-16FA-90C7-72203CE220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b="13752"/>
          <a:stretch/>
        </p:blipFill>
        <p:spPr>
          <a:xfrm>
            <a:off x="3603336" y="1914528"/>
            <a:ext cx="5978341" cy="321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94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36028A-0FAF-E3C8-4A12-163BB6E20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4" t="23268" r="202" b="38414"/>
          <a:stretch/>
        </p:blipFill>
        <p:spPr>
          <a:xfrm>
            <a:off x="1866900" y="870215"/>
            <a:ext cx="10058400" cy="24065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072436B-96D4-562C-B38C-ECB37241A4B1}"/>
              </a:ext>
            </a:extLst>
          </p:cNvPr>
          <p:cNvSpPr/>
          <p:nvPr/>
        </p:nvSpPr>
        <p:spPr>
          <a:xfrm>
            <a:off x="1866900" y="870215"/>
            <a:ext cx="10058400" cy="240487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257F17E-C7C9-2DA1-2E98-622EE87E195B}"/>
              </a:ext>
            </a:extLst>
          </p:cNvPr>
          <p:cNvSpPr/>
          <p:nvPr/>
        </p:nvSpPr>
        <p:spPr>
          <a:xfrm>
            <a:off x="2405412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685FDF-E9E5-6082-828B-451E9B82837B}"/>
              </a:ext>
            </a:extLst>
          </p:cNvPr>
          <p:cNvSpPr/>
          <p:nvPr/>
        </p:nvSpPr>
        <p:spPr>
          <a:xfrm>
            <a:off x="5567664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904590F-1FC1-A5C6-4E6B-FE0B7C65A470}"/>
              </a:ext>
            </a:extLst>
          </p:cNvPr>
          <p:cNvSpPr/>
          <p:nvPr/>
        </p:nvSpPr>
        <p:spPr>
          <a:xfrm>
            <a:off x="8729916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3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Gary Carpenter</dc:creator>
  <cp:lastModifiedBy>Rushil Jivan</cp:lastModifiedBy>
  <cp:revision>17</cp:revision>
  <dcterms:created xsi:type="dcterms:W3CDTF">2022-11-22T19:33:56Z</dcterms:created>
  <dcterms:modified xsi:type="dcterms:W3CDTF">2026-08-14T12:59:59Z</dcterms:modified>
</cp:coreProperties>
</file>